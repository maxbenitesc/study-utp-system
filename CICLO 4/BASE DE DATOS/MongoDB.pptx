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1" r:id="rId4"/>
    <p:sldId id="258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image" Target="../media/image6.jp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image" Target="../media/image6.jp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AC92FF6-3FF3-4000-951F-7439337343D8}" type="doc">
      <dgm:prSet loTypeId="urn:microsoft.com/office/officeart/2005/8/layout/default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s-PE"/>
        </a:p>
      </dgm:t>
    </dgm:pt>
    <dgm:pt modelId="{AB5F2FD6-0D93-4192-9A82-1896AEB30BB1}">
      <dgm:prSet phldrT="[Texto]" custT="1"/>
      <dgm:spPr/>
      <dgm:t>
        <a:bodyPr/>
        <a:lstStyle/>
        <a:p>
          <a:r>
            <a:rPr lang="es-PE" sz="2400" dirty="0"/>
            <a:t>Base de datos NoSQL orientada a documentos (JSON/BSON)</a:t>
          </a:r>
        </a:p>
      </dgm:t>
    </dgm:pt>
    <dgm:pt modelId="{CA10ECE7-188C-4886-BF32-0086731F651E}" type="parTrans" cxnId="{5ECB6C28-D643-4838-BFF8-890E5BA1325E}">
      <dgm:prSet/>
      <dgm:spPr/>
      <dgm:t>
        <a:bodyPr/>
        <a:lstStyle/>
        <a:p>
          <a:endParaRPr lang="es-PE" sz="2400"/>
        </a:p>
      </dgm:t>
    </dgm:pt>
    <dgm:pt modelId="{513E14DE-1F8D-4977-9268-33C6292517C1}" type="sibTrans" cxnId="{5ECB6C28-D643-4838-BFF8-890E5BA1325E}">
      <dgm:prSet/>
      <dgm:spPr/>
      <dgm:t>
        <a:bodyPr/>
        <a:lstStyle/>
        <a:p>
          <a:endParaRPr lang="es-PE" sz="2400"/>
        </a:p>
      </dgm:t>
    </dgm:pt>
    <dgm:pt modelId="{4BC5C012-B3B8-4646-ADDB-A828779418F1}">
      <dgm:prSet phldrT="[Texto]" custT="1"/>
      <dgm:spPr/>
      <dgm:t>
        <a:bodyPr/>
        <a:lstStyle/>
        <a:p>
          <a:r>
            <a:rPr lang="es-MX" sz="2400" dirty="0"/>
            <a:t>No usa tablas ni filas, sino colecciones y documentos</a:t>
          </a:r>
          <a:endParaRPr lang="es-PE" sz="2400" dirty="0"/>
        </a:p>
      </dgm:t>
    </dgm:pt>
    <dgm:pt modelId="{BDBD5108-0E40-4902-A767-E4D43C46A80B}" type="parTrans" cxnId="{AD17AC4C-9765-4F0C-8FE7-15747FCD13C6}">
      <dgm:prSet/>
      <dgm:spPr/>
      <dgm:t>
        <a:bodyPr/>
        <a:lstStyle/>
        <a:p>
          <a:endParaRPr lang="es-PE" sz="2400"/>
        </a:p>
      </dgm:t>
    </dgm:pt>
    <dgm:pt modelId="{1F897BFC-90DB-4242-8BD7-7E00A205A9D8}" type="sibTrans" cxnId="{AD17AC4C-9765-4F0C-8FE7-15747FCD13C6}">
      <dgm:prSet/>
      <dgm:spPr/>
      <dgm:t>
        <a:bodyPr/>
        <a:lstStyle/>
        <a:p>
          <a:endParaRPr lang="es-PE" sz="2400"/>
        </a:p>
      </dgm:t>
    </dgm:pt>
    <dgm:pt modelId="{C5035952-18AD-4314-B7CC-C264E0EF7FB8}">
      <dgm:prSet phldrT="[Texto]" custT="1"/>
      <dgm:spPr/>
      <dgm:t>
        <a:bodyPr/>
        <a:lstStyle/>
        <a:p>
          <a:r>
            <a:rPr lang="es-MX" sz="2400" dirty="0"/>
            <a:t>Es esquema flexible, no requiere estructura fija</a:t>
          </a:r>
          <a:endParaRPr lang="es-PE" sz="2400" dirty="0"/>
        </a:p>
      </dgm:t>
    </dgm:pt>
    <dgm:pt modelId="{7216AEE8-43C5-4DE7-A91B-1087F1D574DE}" type="parTrans" cxnId="{967C874B-9F0E-4EF7-926E-82599CD04D0A}">
      <dgm:prSet/>
      <dgm:spPr/>
      <dgm:t>
        <a:bodyPr/>
        <a:lstStyle/>
        <a:p>
          <a:endParaRPr lang="es-PE" sz="2400"/>
        </a:p>
      </dgm:t>
    </dgm:pt>
    <dgm:pt modelId="{8C746242-7DE2-436C-9DD1-4562F3C4327A}" type="sibTrans" cxnId="{967C874B-9F0E-4EF7-926E-82599CD04D0A}">
      <dgm:prSet/>
      <dgm:spPr/>
      <dgm:t>
        <a:bodyPr/>
        <a:lstStyle/>
        <a:p>
          <a:endParaRPr lang="es-PE" sz="2400"/>
        </a:p>
      </dgm:t>
    </dgm:pt>
    <dgm:pt modelId="{09CB7700-4D88-4D0A-9958-F1C8202C35B2}">
      <dgm:prSet phldrT="[Texto]" custT="1"/>
      <dgm:spPr/>
      <dgm:t>
        <a:bodyPr/>
        <a:lstStyle/>
        <a:p>
          <a:r>
            <a:rPr lang="es-MX" sz="2400" dirty="0"/>
            <a:t>Ideal para Big Data, microservicios y aplicaciones en tiempo real</a:t>
          </a:r>
          <a:endParaRPr lang="es-PE" sz="2400" dirty="0"/>
        </a:p>
      </dgm:t>
    </dgm:pt>
    <dgm:pt modelId="{4FC02FA7-BC67-4C50-B6B4-6A9140F4DE50}" type="parTrans" cxnId="{8FA233A2-540C-4ABA-A61C-8DD30F4F3373}">
      <dgm:prSet/>
      <dgm:spPr/>
      <dgm:t>
        <a:bodyPr/>
        <a:lstStyle/>
        <a:p>
          <a:endParaRPr lang="es-PE" sz="2400"/>
        </a:p>
      </dgm:t>
    </dgm:pt>
    <dgm:pt modelId="{1400A97A-F666-4305-A4C2-E5FD03E8DBBA}" type="sibTrans" cxnId="{8FA233A2-540C-4ABA-A61C-8DD30F4F3373}">
      <dgm:prSet/>
      <dgm:spPr/>
      <dgm:t>
        <a:bodyPr/>
        <a:lstStyle/>
        <a:p>
          <a:endParaRPr lang="es-PE" sz="2400"/>
        </a:p>
      </dgm:t>
    </dgm:pt>
    <dgm:pt modelId="{E8864A24-E535-4692-ABD4-B40388C84C28}" type="pres">
      <dgm:prSet presAssocID="{CAC92FF6-3FF3-4000-951F-7439337343D8}" presName="diagram" presStyleCnt="0">
        <dgm:presLayoutVars>
          <dgm:dir/>
          <dgm:resizeHandles val="exact"/>
        </dgm:presLayoutVars>
      </dgm:prSet>
      <dgm:spPr/>
    </dgm:pt>
    <dgm:pt modelId="{C2BA8754-C83C-4F3A-9F11-ABF8A3C7139C}" type="pres">
      <dgm:prSet presAssocID="{AB5F2FD6-0D93-4192-9A82-1896AEB30BB1}" presName="node" presStyleLbl="node1" presStyleIdx="0" presStyleCnt="4">
        <dgm:presLayoutVars>
          <dgm:bulletEnabled val="1"/>
        </dgm:presLayoutVars>
      </dgm:prSet>
      <dgm:spPr/>
    </dgm:pt>
    <dgm:pt modelId="{0B95A68A-FDAC-4CF6-8B4F-CAD484641798}" type="pres">
      <dgm:prSet presAssocID="{513E14DE-1F8D-4977-9268-33C6292517C1}" presName="sibTrans" presStyleCnt="0"/>
      <dgm:spPr/>
    </dgm:pt>
    <dgm:pt modelId="{4C69ACB6-8F17-4391-89DA-1396A34817A5}" type="pres">
      <dgm:prSet presAssocID="{4BC5C012-B3B8-4646-ADDB-A828779418F1}" presName="node" presStyleLbl="node1" presStyleIdx="1" presStyleCnt="4">
        <dgm:presLayoutVars>
          <dgm:bulletEnabled val="1"/>
        </dgm:presLayoutVars>
      </dgm:prSet>
      <dgm:spPr/>
    </dgm:pt>
    <dgm:pt modelId="{3D33F708-AB4E-4F79-9621-04E4110E20B3}" type="pres">
      <dgm:prSet presAssocID="{1F897BFC-90DB-4242-8BD7-7E00A205A9D8}" presName="sibTrans" presStyleCnt="0"/>
      <dgm:spPr/>
    </dgm:pt>
    <dgm:pt modelId="{E889416D-9CBC-44C4-8C0E-D045585936C9}" type="pres">
      <dgm:prSet presAssocID="{C5035952-18AD-4314-B7CC-C264E0EF7FB8}" presName="node" presStyleLbl="node1" presStyleIdx="2" presStyleCnt="4">
        <dgm:presLayoutVars>
          <dgm:bulletEnabled val="1"/>
        </dgm:presLayoutVars>
      </dgm:prSet>
      <dgm:spPr/>
    </dgm:pt>
    <dgm:pt modelId="{23738CBF-96F1-4E05-BD72-352731604AA6}" type="pres">
      <dgm:prSet presAssocID="{8C746242-7DE2-436C-9DD1-4562F3C4327A}" presName="sibTrans" presStyleCnt="0"/>
      <dgm:spPr/>
    </dgm:pt>
    <dgm:pt modelId="{F17BA98B-C72F-4F35-A0F7-DD725A1F5D8B}" type="pres">
      <dgm:prSet presAssocID="{09CB7700-4D88-4D0A-9958-F1C8202C35B2}" presName="node" presStyleLbl="node1" presStyleIdx="3" presStyleCnt="4">
        <dgm:presLayoutVars>
          <dgm:bulletEnabled val="1"/>
        </dgm:presLayoutVars>
      </dgm:prSet>
      <dgm:spPr/>
    </dgm:pt>
  </dgm:ptLst>
  <dgm:cxnLst>
    <dgm:cxn modelId="{5ECB6C28-D643-4838-BFF8-890E5BA1325E}" srcId="{CAC92FF6-3FF3-4000-951F-7439337343D8}" destId="{AB5F2FD6-0D93-4192-9A82-1896AEB30BB1}" srcOrd="0" destOrd="0" parTransId="{CA10ECE7-188C-4886-BF32-0086731F651E}" sibTransId="{513E14DE-1F8D-4977-9268-33C6292517C1}"/>
    <dgm:cxn modelId="{6BD40266-2247-49DD-BFDE-3B9DFA3E7E6D}" type="presOf" srcId="{CAC92FF6-3FF3-4000-951F-7439337343D8}" destId="{E8864A24-E535-4692-ABD4-B40388C84C28}" srcOrd="0" destOrd="0" presId="urn:microsoft.com/office/officeart/2005/8/layout/default"/>
    <dgm:cxn modelId="{E71CC048-3BF1-488E-A30F-A8BBF4029390}" type="presOf" srcId="{4BC5C012-B3B8-4646-ADDB-A828779418F1}" destId="{4C69ACB6-8F17-4391-89DA-1396A34817A5}" srcOrd="0" destOrd="0" presId="urn:microsoft.com/office/officeart/2005/8/layout/default"/>
    <dgm:cxn modelId="{967C874B-9F0E-4EF7-926E-82599CD04D0A}" srcId="{CAC92FF6-3FF3-4000-951F-7439337343D8}" destId="{C5035952-18AD-4314-B7CC-C264E0EF7FB8}" srcOrd="2" destOrd="0" parTransId="{7216AEE8-43C5-4DE7-A91B-1087F1D574DE}" sibTransId="{8C746242-7DE2-436C-9DD1-4562F3C4327A}"/>
    <dgm:cxn modelId="{AD17AC4C-9765-4F0C-8FE7-15747FCD13C6}" srcId="{CAC92FF6-3FF3-4000-951F-7439337343D8}" destId="{4BC5C012-B3B8-4646-ADDB-A828779418F1}" srcOrd="1" destOrd="0" parTransId="{BDBD5108-0E40-4902-A767-E4D43C46A80B}" sibTransId="{1F897BFC-90DB-4242-8BD7-7E00A205A9D8}"/>
    <dgm:cxn modelId="{2C19D86C-A097-4FFE-A5FD-A872B20ED330}" type="presOf" srcId="{AB5F2FD6-0D93-4192-9A82-1896AEB30BB1}" destId="{C2BA8754-C83C-4F3A-9F11-ABF8A3C7139C}" srcOrd="0" destOrd="0" presId="urn:microsoft.com/office/officeart/2005/8/layout/default"/>
    <dgm:cxn modelId="{961E1A79-D0BC-4F5D-95A7-564F2E320711}" type="presOf" srcId="{C5035952-18AD-4314-B7CC-C264E0EF7FB8}" destId="{E889416D-9CBC-44C4-8C0E-D045585936C9}" srcOrd="0" destOrd="0" presId="urn:microsoft.com/office/officeart/2005/8/layout/default"/>
    <dgm:cxn modelId="{D601FB8F-CC25-4D81-AE6B-10B58E42D759}" type="presOf" srcId="{09CB7700-4D88-4D0A-9958-F1C8202C35B2}" destId="{F17BA98B-C72F-4F35-A0F7-DD725A1F5D8B}" srcOrd="0" destOrd="0" presId="urn:microsoft.com/office/officeart/2005/8/layout/default"/>
    <dgm:cxn modelId="{8FA233A2-540C-4ABA-A61C-8DD30F4F3373}" srcId="{CAC92FF6-3FF3-4000-951F-7439337343D8}" destId="{09CB7700-4D88-4D0A-9958-F1C8202C35B2}" srcOrd="3" destOrd="0" parTransId="{4FC02FA7-BC67-4C50-B6B4-6A9140F4DE50}" sibTransId="{1400A97A-F666-4305-A4C2-E5FD03E8DBBA}"/>
    <dgm:cxn modelId="{02869E7B-1F96-432C-A642-E02315D7BB42}" type="presParOf" srcId="{E8864A24-E535-4692-ABD4-B40388C84C28}" destId="{C2BA8754-C83C-4F3A-9F11-ABF8A3C7139C}" srcOrd="0" destOrd="0" presId="urn:microsoft.com/office/officeart/2005/8/layout/default"/>
    <dgm:cxn modelId="{CE746058-891C-4C30-B2F7-C821F91FC117}" type="presParOf" srcId="{E8864A24-E535-4692-ABD4-B40388C84C28}" destId="{0B95A68A-FDAC-4CF6-8B4F-CAD484641798}" srcOrd="1" destOrd="0" presId="urn:microsoft.com/office/officeart/2005/8/layout/default"/>
    <dgm:cxn modelId="{357F54B4-2C99-404F-8361-42120D99F00A}" type="presParOf" srcId="{E8864A24-E535-4692-ABD4-B40388C84C28}" destId="{4C69ACB6-8F17-4391-89DA-1396A34817A5}" srcOrd="2" destOrd="0" presId="urn:microsoft.com/office/officeart/2005/8/layout/default"/>
    <dgm:cxn modelId="{79EB03EC-F567-41CD-8E56-C7D96C15365C}" type="presParOf" srcId="{E8864A24-E535-4692-ABD4-B40388C84C28}" destId="{3D33F708-AB4E-4F79-9621-04E4110E20B3}" srcOrd="3" destOrd="0" presId="urn:microsoft.com/office/officeart/2005/8/layout/default"/>
    <dgm:cxn modelId="{CF1FA096-B662-446E-AB9A-024B373CEC71}" type="presParOf" srcId="{E8864A24-E535-4692-ABD4-B40388C84C28}" destId="{E889416D-9CBC-44C4-8C0E-D045585936C9}" srcOrd="4" destOrd="0" presId="urn:microsoft.com/office/officeart/2005/8/layout/default"/>
    <dgm:cxn modelId="{95A18EFE-78D8-4084-87E2-0D2427B1FB6A}" type="presParOf" srcId="{E8864A24-E535-4692-ABD4-B40388C84C28}" destId="{23738CBF-96F1-4E05-BD72-352731604AA6}" srcOrd="5" destOrd="0" presId="urn:microsoft.com/office/officeart/2005/8/layout/default"/>
    <dgm:cxn modelId="{980402C9-1B52-462F-9F7A-614D3888ECD2}" type="presParOf" srcId="{E8864A24-E535-4692-ABD4-B40388C84C28}" destId="{F17BA98B-C72F-4F35-A0F7-DD725A1F5D8B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23BA3F8-6FA9-4FC3-871F-92B2BB3F4D8A}" type="doc">
      <dgm:prSet loTypeId="urn:microsoft.com/office/officeart/2005/8/layout/process1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PE"/>
        </a:p>
      </dgm:t>
    </dgm:pt>
    <dgm:pt modelId="{F3A30C3A-4E36-4A56-9CD7-43532F7FA32C}">
      <dgm:prSet phldrT="[Texto]"/>
      <dgm:spPr/>
      <dgm:t>
        <a:bodyPr/>
        <a:lstStyle/>
        <a:p>
          <a:r>
            <a:rPr lang="es-MX" dirty="0"/>
            <a:t>2010–2014: mejoras de estabilidad, replicación y </a:t>
          </a:r>
          <a:r>
            <a:rPr lang="es-MX" dirty="0" err="1"/>
            <a:t>sharding</a:t>
          </a:r>
          <a:endParaRPr lang="es-PE" dirty="0"/>
        </a:p>
      </dgm:t>
    </dgm:pt>
    <dgm:pt modelId="{94DD5CA0-A26A-4E6F-9F87-60E9273B9DAC}" type="parTrans" cxnId="{24E3FF20-E719-46F6-88AC-1E530373C84E}">
      <dgm:prSet/>
      <dgm:spPr/>
      <dgm:t>
        <a:bodyPr/>
        <a:lstStyle/>
        <a:p>
          <a:endParaRPr lang="es-PE"/>
        </a:p>
      </dgm:t>
    </dgm:pt>
    <dgm:pt modelId="{3C0E0D6C-B885-4EED-BA08-0A6F3EE8B91A}" type="sibTrans" cxnId="{24E3FF20-E719-46F6-88AC-1E530373C84E}">
      <dgm:prSet/>
      <dgm:spPr/>
      <dgm:t>
        <a:bodyPr/>
        <a:lstStyle/>
        <a:p>
          <a:endParaRPr lang="es-PE"/>
        </a:p>
      </dgm:t>
    </dgm:pt>
    <dgm:pt modelId="{39441A3C-E5E4-45C9-92B8-B540C74BC7D0}">
      <dgm:prSet phldrT="[Texto]"/>
      <dgm:spPr/>
      <dgm:t>
        <a:bodyPr/>
        <a:lstStyle/>
        <a:p>
          <a:r>
            <a:rPr lang="es-MX" dirty="0"/>
            <a:t>2015: Lanza </a:t>
          </a:r>
          <a:r>
            <a:rPr lang="es-MX" dirty="0" err="1"/>
            <a:t>WiredTiger</a:t>
          </a:r>
          <a:r>
            <a:rPr lang="es-MX" dirty="0"/>
            <a:t> → motor de almacenamiento más rápido</a:t>
          </a:r>
          <a:endParaRPr lang="es-PE" dirty="0"/>
        </a:p>
      </dgm:t>
    </dgm:pt>
    <dgm:pt modelId="{A99BB0C6-2D04-4F82-A5C5-D1DF6DAB0290}" type="parTrans" cxnId="{2BE79C8B-71F3-4F88-B79A-5F653C7C8FE0}">
      <dgm:prSet/>
      <dgm:spPr/>
      <dgm:t>
        <a:bodyPr/>
        <a:lstStyle/>
        <a:p>
          <a:endParaRPr lang="es-PE"/>
        </a:p>
      </dgm:t>
    </dgm:pt>
    <dgm:pt modelId="{79E32C7F-F955-4728-9CBA-9BB3CEAA7C58}" type="sibTrans" cxnId="{2BE79C8B-71F3-4F88-B79A-5F653C7C8FE0}">
      <dgm:prSet/>
      <dgm:spPr/>
      <dgm:t>
        <a:bodyPr/>
        <a:lstStyle/>
        <a:p>
          <a:endParaRPr lang="es-PE"/>
        </a:p>
      </dgm:t>
    </dgm:pt>
    <dgm:pt modelId="{C20AEF09-B2A6-45E8-92BB-37FF8FBE211A}">
      <dgm:prSet phldrT="[Texto]"/>
      <dgm:spPr/>
      <dgm:t>
        <a:bodyPr/>
        <a:lstStyle/>
        <a:p>
          <a:r>
            <a:rPr lang="es-PE" dirty="0"/>
            <a:t>2016–2019: Agrega </a:t>
          </a:r>
          <a:r>
            <a:rPr lang="es-PE" dirty="0" err="1"/>
            <a:t>multi-document</a:t>
          </a:r>
          <a:r>
            <a:rPr lang="es-PE" dirty="0"/>
            <a:t> </a:t>
          </a:r>
          <a:r>
            <a:rPr lang="es-PE" dirty="0" err="1"/>
            <a:t>transactions</a:t>
          </a:r>
          <a:r>
            <a:rPr lang="es-PE" dirty="0"/>
            <a:t> (transacciones reales)</a:t>
          </a:r>
        </a:p>
      </dgm:t>
    </dgm:pt>
    <dgm:pt modelId="{19F2487D-0B87-4A37-90B9-E8280C2BF5DB}" type="parTrans" cxnId="{420120D0-D442-43F9-B064-C8773A89DFE3}">
      <dgm:prSet/>
      <dgm:spPr/>
      <dgm:t>
        <a:bodyPr/>
        <a:lstStyle/>
        <a:p>
          <a:endParaRPr lang="es-PE"/>
        </a:p>
      </dgm:t>
    </dgm:pt>
    <dgm:pt modelId="{8FC36BAD-AFEE-4C0A-9611-7F50094DCA0A}" type="sibTrans" cxnId="{420120D0-D442-43F9-B064-C8773A89DFE3}">
      <dgm:prSet/>
      <dgm:spPr/>
      <dgm:t>
        <a:bodyPr/>
        <a:lstStyle/>
        <a:p>
          <a:endParaRPr lang="es-PE"/>
        </a:p>
      </dgm:t>
    </dgm:pt>
    <dgm:pt modelId="{419970F3-9EC2-4E29-9DF7-7A6FEEE4CE4C}">
      <dgm:prSet/>
      <dgm:spPr/>
      <dgm:t>
        <a:bodyPr/>
        <a:lstStyle/>
        <a:p>
          <a:r>
            <a:rPr lang="es-PE" dirty="0"/>
            <a:t>2020–2024: Mejoras de performance, Consultas distribuidas, </a:t>
          </a:r>
          <a:r>
            <a:rPr lang="es-PE" dirty="0" err="1"/>
            <a:t>Serverless</a:t>
          </a:r>
          <a:r>
            <a:rPr lang="es-PE" dirty="0"/>
            <a:t>, time-series, full-</a:t>
          </a:r>
          <a:r>
            <a:rPr lang="es-PE" dirty="0" err="1"/>
            <a:t>text</a:t>
          </a:r>
          <a:r>
            <a:rPr lang="es-PE" dirty="0"/>
            <a:t> </a:t>
          </a:r>
          <a:r>
            <a:rPr lang="es-PE" dirty="0" err="1"/>
            <a:t>search</a:t>
          </a:r>
          <a:r>
            <a:rPr lang="es-PE" dirty="0"/>
            <a:t> integrado</a:t>
          </a:r>
        </a:p>
      </dgm:t>
    </dgm:pt>
    <dgm:pt modelId="{0AFA6E0F-084B-4197-907F-A1E6567F325A}" type="parTrans" cxnId="{E6BAA4BF-07AA-4339-864C-3A1ACDFAFE6D}">
      <dgm:prSet/>
      <dgm:spPr/>
      <dgm:t>
        <a:bodyPr/>
        <a:lstStyle/>
        <a:p>
          <a:endParaRPr lang="es-PE"/>
        </a:p>
      </dgm:t>
    </dgm:pt>
    <dgm:pt modelId="{F1625771-E1E2-4151-BD5B-7FC1B88D2419}" type="sibTrans" cxnId="{E6BAA4BF-07AA-4339-864C-3A1ACDFAFE6D}">
      <dgm:prSet/>
      <dgm:spPr/>
      <dgm:t>
        <a:bodyPr/>
        <a:lstStyle/>
        <a:p>
          <a:endParaRPr lang="es-PE"/>
        </a:p>
      </dgm:t>
    </dgm:pt>
    <dgm:pt modelId="{351B8DDF-93D2-4FD5-90EC-96B380BA700C}" type="pres">
      <dgm:prSet presAssocID="{A23BA3F8-6FA9-4FC3-871F-92B2BB3F4D8A}" presName="Name0" presStyleCnt="0">
        <dgm:presLayoutVars>
          <dgm:dir/>
          <dgm:resizeHandles val="exact"/>
        </dgm:presLayoutVars>
      </dgm:prSet>
      <dgm:spPr/>
    </dgm:pt>
    <dgm:pt modelId="{DA618290-8E13-4121-9463-A10CCE141623}" type="pres">
      <dgm:prSet presAssocID="{F3A30C3A-4E36-4A56-9CD7-43532F7FA32C}" presName="node" presStyleLbl="node1" presStyleIdx="0" presStyleCnt="4">
        <dgm:presLayoutVars>
          <dgm:bulletEnabled val="1"/>
        </dgm:presLayoutVars>
      </dgm:prSet>
      <dgm:spPr/>
    </dgm:pt>
    <dgm:pt modelId="{6EEC06EE-551F-4F62-A612-B9E366E35493}" type="pres">
      <dgm:prSet presAssocID="{3C0E0D6C-B885-4EED-BA08-0A6F3EE8B91A}" presName="sibTrans" presStyleLbl="sibTrans2D1" presStyleIdx="0" presStyleCnt="3"/>
      <dgm:spPr/>
    </dgm:pt>
    <dgm:pt modelId="{6A7C4F92-411B-4063-93E9-26057917F718}" type="pres">
      <dgm:prSet presAssocID="{3C0E0D6C-B885-4EED-BA08-0A6F3EE8B91A}" presName="connectorText" presStyleLbl="sibTrans2D1" presStyleIdx="0" presStyleCnt="3"/>
      <dgm:spPr/>
    </dgm:pt>
    <dgm:pt modelId="{5843B522-4F27-42D9-9705-C99D407838FC}" type="pres">
      <dgm:prSet presAssocID="{39441A3C-E5E4-45C9-92B8-B540C74BC7D0}" presName="node" presStyleLbl="node1" presStyleIdx="1" presStyleCnt="4">
        <dgm:presLayoutVars>
          <dgm:bulletEnabled val="1"/>
        </dgm:presLayoutVars>
      </dgm:prSet>
      <dgm:spPr/>
    </dgm:pt>
    <dgm:pt modelId="{623951C7-4344-4F07-B30E-4FB03BAF9DA0}" type="pres">
      <dgm:prSet presAssocID="{79E32C7F-F955-4728-9CBA-9BB3CEAA7C58}" presName="sibTrans" presStyleLbl="sibTrans2D1" presStyleIdx="1" presStyleCnt="3"/>
      <dgm:spPr/>
    </dgm:pt>
    <dgm:pt modelId="{8A9F4AF1-63BF-44EF-986A-D4D9C7B5E553}" type="pres">
      <dgm:prSet presAssocID="{79E32C7F-F955-4728-9CBA-9BB3CEAA7C58}" presName="connectorText" presStyleLbl="sibTrans2D1" presStyleIdx="1" presStyleCnt="3"/>
      <dgm:spPr/>
    </dgm:pt>
    <dgm:pt modelId="{8AD7D739-C4B0-4EB5-8DDA-C32823659E77}" type="pres">
      <dgm:prSet presAssocID="{C20AEF09-B2A6-45E8-92BB-37FF8FBE211A}" presName="node" presStyleLbl="node1" presStyleIdx="2" presStyleCnt="4">
        <dgm:presLayoutVars>
          <dgm:bulletEnabled val="1"/>
        </dgm:presLayoutVars>
      </dgm:prSet>
      <dgm:spPr/>
    </dgm:pt>
    <dgm:pt modelId="{69CFA116-3981-495E-9E1E-235B112F97BB}" type="pres">
      <dgm:prSet presAssocID="{8FC36BAD-AFEE-4C0A-9611-7F50094DCA0A}" presName="sibTrans" presStyleLbl="sibTrans2D1" presStyleIdx="2" presStyleCnt="3"/>
      <dgm:spPr/>
    </dgm:pt>
    <dgm:pt modelId="{91E96323-7C7E-4A62-8A57-3F6D2D2FE70F}" type="pres">
      <dgm:prSet presAssocID="{8FC36BAD-AFEE-4C0A-9611-7F50094DCA0A}" presName="connectorText" presStyleLbl="sibTrans2D1" presStyleIdx="2" presStyleCnt="3"/>
      <dgm:spPr/>
    </dgm:pt>
    <dgm:pt modelId="{F20953A1-AD98-4930-8792-5743B31F9A66}" type="pres">
      <dgm:prSet presAssocID="{419970F3-9EC2-4E29-9DF7-7A6FEEE4CE4C}" presName="node" presStyleLbl="node1" presStyleIdx="3" presStyleCnt="4">
        <dgm:presLayoutVars>
          <dgm:bulletEnabled val="1"/>
        </dgm:presLayoutVars>
      </dgm:prSet>
      <dgm:spPr/>
    </dgm:pt>
  </dgm:ptLst>
  <dgm:cxnLst>
    <dgm:cxn modelId="{85701203-7CE2-453E-B14B-4497E3133FD7}" type="presOf" srcId="{8FC36BAD-AFEE-4C0A-9611-7F50094DCA0A}" destId="{91E96323-7C7E-4A62-8A57-3F6D2D2FE70F}" srcOrd="1" destOrd="0" presId="urn:microsoft.com/office/officeart/2005/8/layout/process1"/>
    <dgm:cxn modelId="{47EEC50A-60D0-4B81-BB78-5A193E560B0A}" type="presOf" srcId="{A23BA3F8-6FA9-4FC3-871F-92B2BB3F4D8A}" destId="{351B8DDF-93D2-4FD5-90EC-96B380BA700C}" srcOrd="0" destOrd="0" presId="urn:microsoft.com/office/officeart/2005/8/layout/process1"/>
    <dgm:cxn modelId="{8F7EE91E-3759-4E94-9692-5935E348C5B2}" type="presOf" srcId="{3C0E0D6C-B885-4EED-BA08-0A6F3EE8B91A}" destId="{6A7C4F92-411B-4063-93E9-26057917F718}" srcOrd="1" destOrd="0" presId="urn:microsoft.com/office/officeart/2005/8/layout/process1"/>
    <dgm:cxn modelId="{24E3FF20-E719-46F6-88AC-1E530373C84E}" srcId="{A23BA3F8-6FA9-4FC3-871F-92B2BB3F4D8A}" destId="{F3A30C3A-4E36-4A56-9CD7-43532F7FA32C}" srcOrd="0" destOrd="0" parTransId="{94DD5CA0-A26A-4E6F-9F87-60E9273B9DAC}" sibTransId="{3C0E0D6C-B885-4EED-BA08-0A6F3EE8B91A}"/>
    <dgm:cxn modelId="{7C2BC43D-5782-4A03-A679-2D50EC02CEC1}" type="presOf" srcId="{39441A3C-E5E4-45C9-92B8-B540C74BC7D0}" destId="{5843B522-4F27-42D9-9705-C99D407838FC}" srcOrd="0" destOrd="0" presId="urn:microsoft.com/office/officeart/2005/8/layout/process1"/>
    <dgm:cxn modelId="{E60A1965-FE5B-4EB4-9BB8-5F419B97F88A}" type="presOf" srcId="{F3A30C3A-4E36-4A56-9CD7-43532F7FA32C}" destId="{DA618290-8E13-4121-9463-A10CCE141623}" srcOrd="0" destOrd="0" presId="urn:microsoft.com/office/officeart/2005/8/layout/process1"/>
    <dgm:cxn modelId="{C4F66D67-C037-4ED9-9779-2C62EC78E080}" type="presOf" srcId="{79E32C7F-F955-4728-9CBA-9BB3CEAA7C58}" destId="{623951C7-4344-4F07-B30E-4FB03BAF9DA0}" srcOrd="0" destOrd="0" presId="urn:microsoft.com/office/officeart/2005/8/layout/process1"/>
    <dgm:cxn modelId="{33DD7582-367F-46F2-82B3-54B36570D46E}" type="presOf" srcId="{3C0E0D6C-B885-4EED-BA08-0A6F3EE8B91A}" destId="{6EEC06EE-551F-4F62-A612-B9E366E35493}" srcOrd="0" destOrd="0" presId="urn:microsoft.com/office/officeart/2005/8/layout/process1"/>
    <dgm:cxn modelId="{2BE79C8B-71F3-4F88-B79A-5F653C7C8FE0}" srcId="{A23BA3F8-6FA9-4FC3-871F-92B2BB3F4D8A}" destId="{39441A3C-E5E4-45C9-92B8-B540C74BC7D0}" srcOrd="1" destOrd="0" parTransId="{A99BB0C6-2D04-4F82-A5C5-D1DF6DAB0290}" sibTransId="{79E32C7F-F955-4728-9CBA-9BB3CEAA7C58}"/>
    <dgm:cxn modelId="{E6BAA4BF-07AA-4339-864C-3A1ACDFAFE6D}" srcId="{A23BA3F8-6FA9-4FC3-871F-92B2BB3F4D8A}" destId="{419970F3-9EC2-4E29-9DF7-7A6FEEE4CE4C}" srcOrd="3" destOrd="0" parTransId="{0AFA6E0F-084B-4197-907F-A1E6567F325A}" sibTransId="{F1625771-E1E2-4151-BD5B-7FC1B88D2419}"/>
    <dgm:cxn modelId="{CF407DC0-1901-4354-9599-529D1AC04503}" type="presOf" srcId="{8FC36BAD-AFEE-4C0A-9611-7F50094DCA0A}" destId="{69CFA116-3981-495E-9E1E-235B112F97BB}" srcOrd="0" destOrd="0" presId="urn:microsoft.com/office/officeart/2005/8/layout/process1"/>
    <dgm:cxn modelId="{420120D0-D442-43F9-B064-C8773A89DFE3}" srcId="{A23BA3F8-6FA9-4FC3-871F-92B2BB3F4D8A}" destId="{C20AEF09-B2A6-45E8-92BB-37FF8FBE211A}" srcOrd="2" destOrd="0" parTransId="{19F2487D-0B87-4A37-90B9-E8280C2BF5DB}" sibTransId="{8FC36BAD-AFEE-4C0A-9611-7F50094DCA0A}"/>
    <dgm:cxn modelId="{3AF08AE4-9A1B-45E0-B2B1-F0D52AF580A3}" type="presOf" srcId="{C20AEF09-B2A6-45E8-92BB-37FF8FBE211A}" destId="{8AD7D739-C4B0-4EB5-8DDA-C32823659E77}" srcOrd="0" destOrd="0" presId="urn:microsoft.com/office/officeart/2005/8/layout/process1"/>
    <dgm:cxn modelId="{8B3267EC-20B2-41C7-817D-42A7A8D14C4D}" type="presOf" srcId="{79E32C7F-F955-4728-9CBA-9BB3CEAA7C58}" destId="{8A9F4AF1-63BF-44EF-986A-D4D9C7B5E553}" srcOrd="1" destOrd="0" presId="urn:microsoft.com/office/officeart/2005/8/layout/process1"/>
    <dgm:cxn modelId="{193492ED-1B22-4646-91CD-334601280FA4}" type="presOf" srcId="{419970F3-9EC2-4E29-9DF7-7A6FEEE4CE4C}" destId="{F20953A1-AD98-4930-8792-5743B31F9A66}" srcOrd="0" destOrd="0" presId="urn:microsoft.com/office/officeart/2005/8/layout/process1"/>
    <dgm:cxn modelId="{C7C5E413-B39D-43D1-8CF2-C743EA3FB904}" type="presParOf" srcId="{351B8DDF-93D2-4FD5-90EC-96B380BA700C}" destId="{DA618290-8E13-4121-9463-A10CCE141623}" srcOrd="0" destOrd="0" presId="urn:microsoft.com/office/officeart/2005/8/layout/process1"/>
    <dgm:cxn modelId="{BB9BC7BF-057A-4D5A-A472-95B9527BF5EE}" type="presParOf" srcId="{351B8DDF-93D2-4FD5-90EC-96B380BA700C}" destId="{6EEC06EE-551F-4F62-A612-B9E366E35493}" srcOrd="1" destOrd="0" presId="urn:microsoft.com/office/officeart/2005/8/layout/process1"/>
    <dgm:cxn modelId="{9886D38A-3C79-4D5D-B8F7-BF4266343B74}" type="presParOf" srcId="{6EEC06EE-551F-4F62-A612-B9E366E35493}" destId="{6A7C4F92-411B-4063-93E9-26057917F718}" srcOrd="0" destOrd="0" presId="urn:microsoft.com/office/officeart/2005/8/layout/process1"/>
    <dgm:cxn modelId="{8D7568FC-66AB-4EA0-B3E6-B2FC329D915C}" type="presParOf" srcId="{351B8DDF-93D2-4FD5-90EC-96B380BA700C}" destId="{5843B522-4F27-42D9-9705-C99D407838FC}" srcOrd="2" destOrd="0" presId="urn:microsoft.com/office/officeart/2005/8/layout/process1"/>
    <dgm:cxn modelId="{265886FA-1CC2-43C0-B346-F9CF0FA1902A}" type="presParOf" srcId="{351B8DDF-93D2-4FD5-90EC-96B380BA700C}" destId="{623951C7-4344-4F07-B30E-4FB03BAF9DA0}" srcOrd="3" destOrd="0" presId="urn:microsoft.com/office/officeart/2005/8/layout/process1"/>
    <dgm:cxn modelId="{6E6B3797-2C4F-4F5D-AF54-EAF5BC9574E0}" type="presParOf" srcId="{623951C7-4344-4F07-B30E-4FB03BAF9DA0}" destId="{8A9F4AF1-63BF-44EF-986A-D4D9C7B5E553}" srcOrd="0" destOrd="0" presId="urn:microsoft.com/office/officeart/2005/8/layout/process1"/>
    <dgm:cxn modelId="{4F81A151-0241-4B87-916C-97674107E105}" type="presParOf" srcId="{351B8DDF-93D2-4FD5-90EC-96B380BA700C}" destId="{8AD7D739-C4B0-4EB5-8DDA-C32823659E77}" srcOrd="4" destOrd="0" presId="urn:microsoft.com/office/officeart/2005/8/layout/process1"/>
    <dgm:cxn modelId="{67F929F0-ED49-45BB-BCD6-B8453D31A7C8}" type="presParOf" srcId="{351B8DDF-93D2-4FD5-90EC-96B380BA700C}" destId="{69CFA116-3981-495E-9E1E-235B112F97BB}" srcOrd="5" destOrd="0" presId="urn:microsoft.com/office/officeart/2005/8/layout/process1"/>
    <dgm:cxn modelId="{FE17AB33-17D8-45E3-B086-EEF9783E5EB3}" type="presParOf" srcId="{69CFA116-3981-495E-9E1E-235B112F97BB}" destId="{91E96323-7C7E-4A62-8A57-3F6D2D2FE70F}" srcOrd="0" destOrd="0" presId="urn:microsoft.com/office/officeart/2005/8/layout/process1"/>
    <dgm:cxn modelId="{34F48FDD-9982-4B55-A214-05F1604AAACE}" type="presParOf" srcId="{351B8DDF-93D2-4FD5-90EC-96B380BA700C}" destId="{F20953A1-AD98-4930-8792-5743B31F9A66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9E35A6D-7F1A-453D-9A09-D9F01F26633A}" type="doc">
      <dgm:prSet loTypeId="urn:microsoft.com/office/officeart/2005/8/layout/default" loCatId="list" qsTypeId="urn:microsoft.com/office/officeart/2005/8/quickstyle/3d7" qsCatId="3D" csTypeId="urn:microsoft.com/office/officeart/2005/8/colors/colorful5" csCatId="colorful" phldr="1"/>
      <dgm:spPr/>
      <dgm:t>
        <a:bodyPr/>
        <a:lstStyle/>
        <a:p>
          <a:endParaRPr lang="es-PE"/>
        </a:p>
      </dgm:t>
    </dgm:pt>
    <dgm:pt modelId="{02FB2FFB-3C69-4975-BC62-17B1E8193FB5}">
      <dgm:prSet phldrT="[Texto]"/>
      <dgm:spPr/>
      <dgm:t>
        <a:bodyPr/>
        <a:lstStyle/>
        <a:p>
          <a:r>
            <a:rPr lang="es-PE" dirty="0"/>
            <a:t>Replica Set con </a:t>
          </a:r>
          <a:r>
            <a:rPr lang="es-PE" dirty="0" err="1"/>
            <a:t>failover</a:t>
          </a:r>
          <a:r>
            <a:rPr lang="es-PE" dirty="0"/>
            <a:t> automático</a:t>
          </a:r>
        </a:p>
      </dgm:t>
    </dgm:pt>
    <dgm:pt modelId="{C2375EE0-4D5A-4966-95C2-A0A458220E3B}" type="parTrans" cxnId="{590701F1-77C8-46D0-8521-96B3D95AA6AB}">
      <dgm:prSet/>
      <dgm:spPr/>
      <dgm:t>
        <a:bodyPr/>
        <a:lstStyle/>
        <a:p>
          <a:endParaRPr lang="es-PE"/>
        </a:p>
      </dgm:t>
    </dgm:pt>
    <dgm:pt modelId="{31C58F50-F1C0-49C4-9592-845C33059D45}" type="sibTrans" cxnId="{590701F1-77C8-46D0-8521-96B3D95AA6AB}">
      <dgm:prSet/>
      <dgm:spPr/>
      <dgm:t>
        <a:bodyPr/>
        <a:lstStyle/>
        <a:p>
          <a:endParaRPr lang="es-PE"/>
        </a:p>
      </dgm:t>
    </dgm:pt>
    <dgm:pt modelId="{4D2F8A85-81D9-40B9-A0AA-B4BD37429FF6}">
      <dgm:prSet phldrT="[Texto]"/>
      <dgm:spPr/>
      <dgm:t>
        <a:bodyPr/>
        <a:lstStyle/>
        <a:p>
          <a:r>
            <a:rPr lang="es-MX" dirty="0"/>
            <a:t>Votación para elegir un nuevo </a:t>
          </a:r>
          <a:r>
            <a:rPr lang="es-MX" dirty="0" err="1"/>
            <a:t>Primary</a:t>
          </a:r>
          <a:endParaRPr lang="es-PE" dirty="0"/>
        </a:p>
      </dgm:t>
    </dgm:pt>
    <dgm:pt modelId="{3544715A-2634-495F-9076-3A923F535B0F}" type="parTrans" cxnId="{9DA9C6F2-E5BC-4172-BD1D-59C707BCA79F}">
      <dgm:prSet/>
      <dgm:spPr/>
      <dgm:t>
        <a:bodyPr/>
        <a:lstStyle/>
        <a:p>
          <a:endParaRPr lang="es-PE"/>
        </a:p>
      </dgm:t>
    </dgm:pt>
    <dgm:pt modelId="{A9C61B39-6CC5-49A8-B42C-6E737BA13A94}" type="sibTrans" cxnId="{9DA9C6F2-E5BC-4172-BD1D-59C707BCA79F}">
      <dgm:prSet/>
      <dgm:spPr/>
      <dgm:t>
        <a:bodyPr/>
        <a:lstStyle/>
        <a:p>
          <a:endParaRPr lang="es-PE"/>
        </a:p>
      </dgm:t>
    </dgm:pt>
    <dgm:pt modelId="{5713A1ED-37FD-447F-AB4A-13F4C77C6D97}">
      <dgm:prSet phldrT="[Texto]"/>
      <dgm:spPr/>
      <dgm:t>
        <a:bodyPr/>
        <a:lstStyle/>
        <a:p>
          <a:r>
            <a:rPr lang="es-MX" dirty="0"/>
            <a:t>Sin tiempo de inactividad en la mayoría de casos</a:t>
          </a:r>
          <a:endParaRPr lang="es-PE" dirty="0"/>
        </a:p>
      </dgm:t>
    </dgm:pt>
    <dgm:pt modelId="{EAD9C18F-7D5D-4B5D-AE2A-1CC36FB2BCB4}" type="parTrans" cxnId="{1164876A-CE09-474F-B1F6-95AF9A9BEE17}">
      <dgm:prSet/>
      <dgm:spPr/>
      <dgm:t>
        <a:bodyPr/>
        <a:lstStyle/>
        <a:p>
          <a:endParaRPr lang="es-PE"/>
        </a:p>
      </dgm:t>
    </dgm:pt>
    <dgm:pt modelId="{EE9ED5B3-B539-4467-A588-E91267E236A2}" type="sibTrans" cxnId="{1164876A-CE09-474F-B1F6-95AF9A9BEE17}">
      <dgm:prSet/>
      <dgm:spPr/>
      <dgm:t>
        <a:bodyPr/>
        <a:lstStyle/>
        <a:p>
          <a:endParaRPr lang="es-PE"/>
        </a:p>
      </dgm:t>
    </dgm:pt>
    <dgm:pt modelId="{79D8A002-CB99-4D5C-BE15-F254B060FED1}">
      <dgm:prSet phldrT="[Texto]"/>
      <dgm:spPr/>
      <dgm:t>
        <a:bodyPr/>
        <a:lstStyle/>
        <a:p>
          <a:r>
            <a:rPr lang="es-MX" dirty="0"/>
            <a:t>Escritos con </a:t>
          </a:r>
          <a:r>
            <a:rPr lang="es-MX" dirty="0" err="1"/>
            <a:t>majority</a:t>
          </a:r>
          <a:r>
            <a:rPr lang="es-MX" dirty="0"/>
            <a:t> permanecen seguros</a:t>
          </a:r>
          <a:endParaRPr lang="es-PE" dirty="0"/>
        </a:p>
      </dgm:t>
    </dgm:pt>
    <dgm:pt modelId="{821902DA-FB47-4F78-A2D3-7EF8BCAA5906}" type="parTrans" cxnId="{0B05C308-9435-4995-93C5-F89D0E6328D4}">
      <dgm:prSet/>
      <dgm:spPr/>
      <dgm:t>
        <a:bodyPr/>
        <a:lstStyle/>
        <a:p>
          <a:endParaRPr lang="es-PE"/>
        </a:p>
      </dgm:t>
    </dgm:pt>
    <dgm:pt modelId="{086B9F10-7B26-4909-9AB4-9A230C0A26E8}" type="sibTrans" cxnId="{0B05C308-9435-4995-93C5-F89D0E6328D4}">
      <dgm:prSet/>
      <dgm:spPr/>
      <dgm:t>
        <a:bodyPr/>
        <a:lstStyle/>
        <a:p>
          <a:endParaRPr lang="es-PE"/>
        </a:p>
      </dgm:t>
    </dgm:pt>
    <dgm:pt modelId="{81F2E949-A8EA-4D9E-A18E-9A199B24BDE2}">
      <dgm:prSet phldrT="[Texto]"/>
      <dgm:spPr/>
      <dgm:t>
        <a:bodyPr/>
        <a:lstStyle/>
        <a:p>
          <a:r>
            <a:rPr lang="es-PE" dirty="0" err="1"/>
            <a:t>Backups</a:t>
          </a:r>
          <a:r>
            <a:rPr lang="es-PE" dirty="0"/>
            <a:t> automáticos en Atlas</a:t>
          </a:r>
        </a:p>
      </dgm:t>
    </dgm:pt>
    <dgm:pt modelId="{D570DF65-52AC-4DB1-BE37-A11B340FCBFD}" type="parTrans" cxnId="{E88467B8-8760-42E7-8BA8-D3218C1AC8B9}">
      <dgm:prSet/>
      <dgm:spPr/>
      <dgm:t>
        <a:bodyPr/>
        <a:lstStyle/>
        <a:p>
          <a:endParaRPr lang="es-PE"/>
        </a:p>
      </dgm:t>
    </dgm:pt>
    <dgm:pt modelId="{BBF30EC0-7212-444C-9F11-30E23B6BEB5F}" type="sibTrans" cxnId="{E88467B8-8760-42E7-8BA8-D3218C1AC8B9}">
      <dgm:prSet/>
      <dgm:spPr/>
      <dgm:t>
        <a:bodyPr/>
        <a:lstStyle/>
        <a:p>
          <a:endParaRPr lang="es-PE"/>
        </a:p>
      </dgm:t>
    </dgm:pt>
    <dgm:pt modelId="{2C7A0E89-585B-45A7-845A-F9B767E53A23}" type="pres">
      <dgm:prSet presAssocID="{59E35A6D-7F1A-453D-9A09-D9F01F26633A}" presName="diagram" presStyleCnt="0">
        <dgm:presLayoutVars>
          <dgm:dir/>
          <dgm:resizeHandles val="exact"/>
        </dgm:presLayoutVars>
      </dgm:prSet>
      <dgm:spPr/>
    </dgm:pt>
    <dgm:pt modelId="{2BC0E2AF-35FD-4819-8D33-15ED8BF52C99}" type="pres">
      <dgm:prSet presAssocID="{02FB2FFB-3C69-4975-BC62-17B1E8193FB5}" presName="node" presStyleLbl="node1" presStyleIdx="0" presStyleCnt="5">
        <dgm:presLayoutVars>
          <dgm:bulletEnabled val="1"/>
        </dgm:presLayoutVars>
      </dgm:prSet>
      <dgm:spPr/>
    </dgm:pt>
    <dgm:pt modelId="{96AEC1E1-CE6F-48D4-A625-37E39D2C3093}" type="pres">
      <dgm:prSet presAssocID="{31C58F50-F1C0-49C4-9592-845C33059D45}" presName="sibTrans" presStyleCnt="0"/>
      <dgm:spPr/>
    </dgm:pt>
    <dgm:pt modelId="{C748EBD4-EF22-44C7-B937-70103E11B8E5}" type="pres">
      <dgm:prSet presAssocID="{4D2F8A85-81D9-40B9-A0AA-B4BD37429FF6}" presName="node" presStyleLbl="node1" presStyleIdx="1" presStyleCnt="5">
        <dgm:presLayoutVars>
          <dgm:bulletEnabled val="1"/>
        </dgm:presLayoutVars>
      </dgm:prSet>
      <dgm:spPr/>
    </dgm:pt>
    <dgm:pt modelId="{976C86C0-7452-47B2-8411-B463C900113F}" type="pres">
      <dgm:prSet presAssocID="{A9C61B39-6CC5-49A8-B42C-6E737BA13A94}" presName="sibTrans" presStyleCnt="0"/>
      <dgm:spPr/>
    </dgm:pt>
    <dgm:pt modelId="{FFA5E49F-63CD-4C03-B6F8-74D686278B45}" type="pres">
      <dgm:prSet presAssocID="{5713A1ED-37FD-447F-AB4A-13F4C77C6D97}" presName="node" presStyleLbl="node1" presStyleIdx="2" presStyleCnt="5">
        <dgm:presLayoutVars>
          <dgm:bulletEnabled val="1"/>
        </dgm:presLayoutVars>
      </dgm:prSet>
      <dgm:spPr/>
    </dgm:pt>
    <dgm:pt modelId="{B54E4789-ACA7-42C2-8995-53ADFA4AE77D}" type="pres">
      <dgm:prSet presAssocID="{EE9ED5B3-B539-4467-A588-E91267E236A2}" presName="sibTrans" presStyleCnt="0"/>
      <dgm:spPr/>
    </dgm:pt>
    <dgm:pt modelId="{DDFCB282-B641-4914-A871-2D5961D25A3E}" type="pres">
      <dgm:prSet presAssocID="{79D8A002-CB99-4D5C-BE15-F254B060FED1}" presName="node" presStyleLbl="node1" presStyleIdx="3" presStyleCnt="5">
        <dgm:presLayoutVars>
          <dgm:bulletEnabled val="1"/>
        </dgm:presLayoutVars>
      </dgm:prSet>
      <dgm:spPr/>
    </dgm:pt>
    <dgm:pt modelId="{C0CAF525-D937-46F4-AD6B-9962DE92FA0F}" type="pres">
      <dgm:prSet presAssocID="{086B9F10-7B26-4909-9AB4-9A230C0A26E8}" presName="sibTrans" presStyleCnt="0"/>
      <dgm:spPr/>
    </dgm:pt>
    <dgm:pt modelId="{7BBC7BD0-D318-46CE-921C-84846E092125}" type="pres">
      <dgm:prSet presAssocID="{81F2E949-A8EA-4D9E-A18E-9A199B24BDE2}" presName="node" presStyleLbl="node1" presStyleIdx="4" presStyleCnt="5">
        <dgm:presLayoutVars>
          <dgm:bulletEnabled val="1"/>
        </dgm:presLayoutVars>
      </dgm:prSet>
      <dgm:spPr/>
    </dgm:pt>
  </dgm:ptLst>
  <dgm:cxnLst>
    <dgm:cxn modelId="{0B05C308-9435-4995-93C5-F89D0E6328D4}" srcId="{59E35A6D-7F1A-453D-9A09-D9F01F26633A}" destId="{79D8A002-CB99-4D5C-BE15-F254B060FED1}" srcOrd="3" destOrd="0" parTransId="{821902DA-FB47-4F78-A2D3-7EF8BCAA5906}" sibTransId="{086B9F10-7B26-4909-9AB4-9A230C0A26E8}"/>
    <dgm:cxn modelId="{1164876A-CE09-474F-B1F6-95AF9A9BEE17}" srcId="{59E35A6D-7F1A-453D-9A09-D9F01F26633A}" destId="{5713A1ED-37FD-447F-AB4A-13F4C77C6D97}" srcOrd="2" destOrd="0" parTransId="{EAD9C18F-7D5D-4B5D-AE2A-1CC36FB2BCB4}" sibTransId="{EE9ED5B3-B539-4467-A588-E91267E236A2}"/>
    <dgm:cxn modelId="{43BC5878-8E1B-4B26-9A8B-838940DA0BE0}" type="presOf" srcId="{5713A1ED-37FD-447F-AB4A-13F4C77C6D97}" destId="{FFA5E49F-63CD-4C03-B6F8-74D686278B45}" srcOrd="0" destOrd="0" presId="urn:microsoft.com/office/officeart/2005/8/layout/default"/>
    <dgm:cxn modelId="{BEDBB97D-00B6-48A6-B0EF-66000BE80A71}" type="presOf" srcId="{02FB2FFB-3C69-4975-BC62-17B1E8193FB5}" destId="{2BC0E2AF-35FD-4819-8D33-15ED8BF52C99}" srcOrd="0" destOrd="0" presId="urn:microsoft.com/office/officeart/2005/8/layout/default"/>
    <dgm:cxn modelId="{E88467B8-8760-42E7-8BA8-D3218C1AC8B9}" srcId="{59E35A6D-7F1A-453D-9A09-D9F01F26633A}" destId="{81F2E949-A8EA-4D9E-A18E-9A199B24BDE2}" srcOrd="4" destOrd="0" parTransId="{D570DF65-52AC-4DB1-BE37-A11B340FCBFD}" sibTransId="{BBF30EC0-7212-444C-9F11-30E23B6BEB5F}"/>
    <dgm:cxn modelId="{CC1C35CF-C037-4E09-BD4F-F42236AF2536}" type="presOf" srcId="{4D2F8A85-81D9-40B9-A0AA-B4BD37429FF6}" destId="{C748EBD4-EF22-44C7-B937-70103E11B8E5}" srcOrd="0" destOrd="0" presId="urn:microsoft.com/office/officeart/2005/8/layout/default"/>
    <dgm:cxn modelId="{22AA86D5-1679-4E03-9D59-687F3ED07C57}" type="presOf" srcId="{79D8A002-CB99-4D5C-BE15-F254B060FED1}" destId="{DDFCB282-B641-4914-A871-2D5961D25A3E}" srcOrd="0" destOrd="0" presId="urn:microsoft.com/office/officeart/2005/8/layout/default"/>
    <dgm:cxn modelId="{528FCEEB-5B31-4FDB-A3D1-D764491A9B65}" type="presOf" srcId="{81F2E949-A8EA-4D9E-A18E-9A199B24BDE2}" destId="{7BBC7BD0-D318-46CE-921C-84846E092125}" srcOrd="0" destOrd="0" presId="urn:microsoft.com/office/officeart/2005/8/layout/default"/>
    <dgm:cxn modelId="{590701F1-77C8-46D0-8521-96B3D95AA6AB}" srcId="{59E35A6D-7F1A-453D-9A09-D9F01F26633A}" destId="{02FB2FFB-3C69-4975-BC62-17B1E8193FB5}" srcOrd="0" destOrd="0" parTransId="{C2375EE0-4D5A-4966-95C2-A0A458220E3B}" sibTransId="{31C58F50-F1C0-49C4-9592-845C33059D45}"/>
    <dgm:cxn modelId="{9DA9C6F2-E5BC-4172-BD1D-59C707BCA79F}" srcId="{59E35A6D-7F1A-453D-9A09-D9F01F26633A}" destId="{4D2F8A85-81D9-40B9-A0AA-B4BD37429FF6}" srcOrd="1" destOrd="0" parTransId="{3544715A-2634-495F-9076-3A923F535B0F}" sibTransId="{A9C61B39-6CC5-49A8-B42C-6E737BA13A94}"/>
    <dgm:cxn modelId="{95D8AFF5-E268-4EAE-BBD9-2D2787E88EA5}" type="presOf" srcId="{59E35A6D-7F1A-453D-9A09-D9F01F26633A}" destId="{2C7A0E89-585B-45A7-845A-F9B767E53A23}" srcOrd="0" destOrd="0" presId="urn:microsoft.com/office/officeart/2005/8/layout/default"/>
    <dgm:cxn modelId="{92522515-ED60-46D5-9112-6A8F87A6F7F0}" type="presParOf" srcId="{2C7A0E89-585B-45A7-845A-F9B767E53A23}" destId="{2BC0E2AF-35FD-4819-8D33-15ED8BF52C99}" srcOrd="0" destOrd="0" presId="urn:microsoft.com/office/officeart/2005/8/layout/default"/>
    <dgm:cxn modelId="{1C5F4541-AA5F-4E08-A378-DCB6DA5683F8}" type="presParOf" srcId="{2C7A0E89-585B-45A7-845A-F9B767E53A23}" destId="{96AEC1E1-CE6F-48D4-A625-37E39D2C3093}" srcOrd="1" destOrd="0" presId="urn:microsoft.com/office/officeart/2005/8/layout/default"/>
    <dgm:cxn modelId="{92D951EA-3C08-4C63-B014-DBE42FB176FA}" type="presParOf" srcId="{2C7A0E89-585B-45A7-845A-F9B767E53A23}" destId="{C748EBD4-EF22-44C7-B937-70103E11B8E5}" srcOrd="2" destOrd="0" presId="urn:microsoft.com/office/officeart/2005/8/layout/default"/>
    <dgm:cxn modelId="{F4284FE4-9326-4565-94FC-D85F7B1361C1}" type="presParOf" srcId="{2C7A0E89-585B-45A7-845A-F9B767E53A23}" destId="{976C86C0-7452-47B2-8411-B463C900113F}" srcOrd="3" destOrd="0" presId="urn:microsoft.com/office/officeart/2005/8/layout/default"/>
    <dgm:cxn modelId="{84EE8E57-1049-444F-96EB-1AE608C3A690}" type="presParOf" srcId="{2C7A0E89-585B-45A7-845A-F9B767E53A23}" destId="{FFA5E49F-63CD-4C03-B6F8-74D686278B45}" srcOrd="4" destOrd="0" presId="urn:microsoft.com/office/officeart/2005/8/layout/default"/>
    <dgm:cxn modelId="{3CC9A924-FD68-4E50-A983-20858FB13C2B}" type="presParOf" srcId="{2C7A0E89-585B-45A7-845A-F9B767E53A23}" destId="{B54E4789-ACA7-42C2-8995-53ADFA4AE77D}" srcOrd="5" destOrd="0" presId="urn:microsoft.com/office/officeart/2005/8/layout/default"/>
    <dgm:cxn modelId="{ABE401D5-4CD4-45A4-95E7-329502905625}" type="presParOf" srcId="{2C7A0E89-585B-45A7-845A-F9B767E53A23}" destId="{DDFCB282-B641-4914-A871-2D5961D25A3E}" srcOrd="6" destOrd="0" presId="urn:microsoft.com/office/officeart/2005/8/layout/default"/>
    <dgm:cxn modelId="{E011FCE9-9C81-4F00-9C0C-DA2059B1BFA2}" type="presParOf" srcId="{2C7A0E89-585B-45A7-845A-F9B767E53A23}" destId="{C0CAF525-D937-46F4-AD6B-9962DE92FA0F}" srcOrd="7" destOrd="0" presId="urn:microsoft.com/office/officeart/2005/8/layout/default"/>
    <dgm:cxn modelId="{D2A506D7-6C91-4914-B9BF-08BBA9ECE22E}" type="presParOf" srcId="{2C7A0E89-585B-45A7-845A-F9B767E53A23}" destId="{7BBC7BD0-D318-46CE-921C-84846E092125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E19C449-C2DD-46E3-B984-EFD320C93D02}" type="doc">
      <dgm:prSet loTypeId="urn:microsoft.com/office/officeart/2005/8/layout/vList4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s-PE"/>
        </a:p>
      </dgm:t>
    </dgm:pt>
    <dgm:pt modelId="{5E244D90-771B-45F1-87BC-F508294E65F5}">
      <dgm:prSet phldrT="[Texto]"/>
      <dgm:spPr/>
      <dgm:t>
        <a:bodyPr/>
        <a:lstStyle/>
        <a:p>
          <a:r>
            <a:rPr lang="es-MX" dirty="0"/>
            <a:t>Manejo de perfiles, catálogos y actividades de usuarios.</a:t>
          </a:r>
          <a:endParaRPr lang="es-PE" dirty="0"/>
        </a:p>
      </dgm:t>
    </dgm:pt>
    <dgm:pt modelId="{44B1B75B-1A85-4B54-9E69-293E8EC3C1A9}" type="parTrans" cxnId="{AE94D2DF-F1C5-4776-A13B-EEEBAE8CC12A}">
      <dgm:prSet/>
      <dgm:spPr/>
      <dgm:t>
        <a:bodyPr/>
        <a:lstStyle/>
        <a:p>
          <a:endParaRPr lang="es-PE"/>
        </a:p>
      </dgm:t>
    </dgm:pt>
    <dgm:pt modelId="{5259DF2E-60FC-42D1-88F9-13BD87B2365A}" type="sibTrans" cxnId="{AE94D2DF-F1C5-4776-A13B-EEEBAE8CC12A}">
      <dgm:prSet/>
      <dgm:spPr/>
      <dgm:t>
        <a:bodyPr/>
        <a:lstStyle/>
        <a:p>
          <a:endParaRPr lang="es-PE"/>
        </a:p>
      </dgm:t>
    </dgm:pt>
    <dgm:pt modelId="{935F5234-4B8B-4BA1-A31B-562537F30F80}">
      <dgm:prSet phldrT="[Texto]"/>
      <dgm:spPr/>
      <dgm:t>
        <a:bodyPr/>
        <a:lstStyle/>
        <a:p>
          <a:r>
            <a:rPr lang="es-MX" dirty="0"/>
            <a:t>Almacenamiento de viajes, seguimiento y </a:t>
          </a:r>
          <a:r>
            <a:rPr lang="es-MX" dirty="0" err="1"/>
            <a:t>matching</a:t>
          </a:r>
          <a:r>
            <a:rPr lang="es-MX" dirty="0"/>
            <a:t> en tiempo real.</a:t>
          </a:r>
          <a:endParaRPr lang="es-PE" dirty="0"/>
        </a:p>
      </dgm:t>
    </dgm:pt>
    <dgm:pt modelId="{4438179B-71E0-4A32-B7B6-1AC4857D77FE}" type="parTrans" cxnId="{16D738DF-4BA4-445E-B507-DA88C0E3D3EE}">
      <dgm:prSet/>
      <dgm:spPr/>
      <dgm:t>
        <a:bodyPr/>
        <a:lstStyle/>
        <a:p>
          <a:endParaRPr lang="es-PE"/>
        </a:p>
      </dgm:t>
    </dgm:pt>
    <dgm:pt modelId="{FB4D6649-73F0-4A47-96AB-5326113C84EC}" type="sibTrans" cxnId="{16D738DF-4BA4-445E-B507-DA88C0E3D3EE}">
      <dgm:prSet/>
      <dgm:spPr/>
      <dgm:t>
        <a:bodyPr/>
        <a:lstStyle/>
        <a:p>
          <a:endParaRPr lang="es-PE"/>
        </a:p>
      </dgm:t>
    </dgm:pt>
    <dgm:pt modelId="{3ECEDAAA-E121-4875-BF5C-53E181A818F3}">
      <dgm:prSet phldrT="[Texto]"/>
      <dgm:spPr/>
      <dgm:t>
        <a:bodyPr/>
        <a:lstStyle/>
        <a:p>
          <a:r>
            <a:rPr lang="es-PE" dirty="0"/>
            <a:t>Estadísticas de millones de jugadores simultáneamente.</a:t>
          </a:r>
        </a:p>
      </dgm:t>
    </dgm:pt>
    <dgm:pt modelId="{25A5EA2D-A7FE-4624-A53C-AD451E75F9A7}" type="parTrans" cxnId="{87586123-4B0C-4D80-BDBD-BC77C454E184}">
      <dgm:prSet/>
      <dgm:spPr/>
      <dgm:t>
        <a:bodyPr/>
        <a:lstStyle/>
        <a:p>
          <a:endParaRPr lang="es-PE"/>
        </a:p>
      </dgm:t>
    </dgm:pt>
    <dgm:pt modelId="{DABB09D8-1549-4E0B-8919-0FBF86E0CB97}" type="sibTrans" cxnId="{87586123-4B0C-4D80-BDBD-BC77C454E184}">
      <dgm:prSet/>
      <dgm:spPr/>
      <dgm:t>
        <a:bodyPr/>
        <a:lstStyle/>
        <a:p>
          <a:endParaRPr lang="es-PE"/>
        </a:p>
      </dgm:t>
    </dgm:pt>
    <dgm:pt modelId="{AF033EA1-4E0D-49E7-9DD5-BA1D83610168}">
      <dgm:prSet/>
      <dgm:spPr/>
      <dgm:t>
        <a:bodyPr/>
        <a:lstStyle/>
        <a:p>
          <a:r>
            <a:rPr lang="es-MX" dirty="0"/>
            <a:t>Microservicios y aplicaciones de IA.</a:t>
          </a:r>
          <a:endParaRPr lang="es-PE" dirty="0"/>
        </a:p>
      </dgm:t>
    </dgm:pt>
    <dgm:pt modelId="{567C42DE-8446-43B2-9FA3-32CDB3E3A450}" type="parTrans" cxnId="{75F365B1-58C1-4F08-B0B8-6DCF64AC7022}">
      <dgm:prSet/>
      <dgm:spPr/>
      <dgm:t>
        <a:bodyPr/>
        <a:lstStyle/>
        <a:p>
          <a:endParaRPr lang="es-PE"/>
        </a:p>
      </dgm:t>
    </dgm:pt>
    <dgm:pt modelId="{B1F09A91-763F-4501-BACF-B2C4E35A986E}" type="sibTrans" cxnId="{75F365B1-58C1-4F08-B0B8-6DCF64AC7022}">
      <dgm:prSet/>
      <dgm:spPr/>
      <dgm:t>
        <a:bodyPr/>
        <a:lstStyle/>
        <a:p>
          <a:endParaRPr lang="es-PE"/>
        </a:p>
      </dgm:t>
    </dgm:pt>
    <dgm:pt modelId="{F2E77062-6BC0-4F7A-BD88-24F308989A1B}">
      <dgm:prSet/>
      <dgm:spPr/>
      <dgm:t>
        <a:bodyPr/>
        <a:lstStyle/>
        <a:p>
          <a:r>
            <a:rPr lang="es-PE" dirty="0"/>
            <a:t>Administración de contenido dinámico</a:t>
          </a:r>
          <a:r>
            <a:rPr lang="es-MX" dirty="0"/>
            <a:t>.</a:t>
          </a:r>
          <a:endParaRPr lang="es-PE" dirty="0"/>
        </a:p>
      </dgm:t>
    </dgm:pt>
    <dgm:pt modelId="{4DF8015F-69B2-4D42-B639-A6C2136D3A91}" type="parTrans" cxnId="{BD0FDB62-FC59-4E50-8E0C-4374DF41332B}">
      <dgm:prSet/>
      <dgm:spPr/>
      <dgm:t>
        <a:bodyPr/>
        <a:lstStyle/>
        <a:p>
          <a:endParaRPr lang="es-PE"/>
        </a:p>
      </dgm:t>
    </dgm:pt>
    <dgm:pt modelId="{0C82B987-8A12-40D7-8EEC-96D7C4DBD1E1}" type="sibTrans" cxnId="{BD0FDB62-FC59-4E50-8E0C-4374DF41332B}">
      <dgm:prSet/>
      <dgm:spPr/>
      <dgm:t>
        <a:bodyPr/>
        <a:lstStyle/>
        <a:p>
          <a:endParaRPr lang="es-PE"/>
        </a:p>
      </dgm:t>
    </dgm:pt>
    <dgm:pt modelId="{EE26F5BD-5BF1-47FD-858D-E475B0B84D36}" type="pres">
      <dgm:prSet presAssocID="{FE19C449-C2DD-46E3-B984-EFD320C93D02}" presName="linear" presStyleCnt="0">
        <dgm:presLayoutVars>
          <dgm:dir/>
          <dgm:resizeHandles val="exact"/>
        </dgm:presLayoutVars>
      </dgm:prSet>
      <dgm:spPr/>
    </dgm:pt>
    <dgm:pt modelId="{8518C511-E3CE-48F7-8931-94C996ADB62C}" type="pres">
      <dgm:prSet presAssocID="{5E244D90-771B-45F1-87BC-F508294E65F5}" presName="comp" presStyleCnt="0"/>
      <dgm:spPr/>
    </dgm:pt>
    <dgm:pt modelId="{6E4213BF-19EE-4D9C-A64A-AA69216E9ACF}" type="pres">
      <dgm:prSet presAssocID="{5E244D90-771B-45F1-87BC-F508294E65F5}" presName="box" presStyleLbl="node1" presStyleIdx="0" presStyleCnt="5"/>
      <dgm:spPr/>
    </dgm:pt>
    <dgm:pt modelId="{406D7094-3813-46BD-88D5-49A2E38EC0DF}" type="pres">
      <dgm:prSet presAssocID="{5E244D90-771B-45F1-87BC-F508294E65F5}" presName="img" presStyleLbl="fgImgPlace1" presStyleIdx="0" presStyleCnt="5"/>
      <dgm:spPr>
        <a:blipFill>
          <a:blip xmlns:r="http://schemas.openxmlformats.org/officeDocument/2006/relationships" r:embed="rId1"/>
          <a:srcRect/>
          <a:stretch>
            <a:fillRect l="-24000" r="-24000"/>
          </a:stretch>
        </a:blipFill>
      </dgm:spPr>
    </dgm:pt>
    <dgm:pt modelId="{34920AEE-728F-4D12-A38E-6D05BE92F45E}" type="pres">
      <dgm:prSet presAssocID="{5E244D90-771B-45F1-87BC-F508294E65F5}" presName="text" presStyleLbl="node1" presStyleIdx="0" presStyleCnt="5">
        <dgm:presLayoutVars>
          <dgm:bulletEnabled val="1"/>
        </dgm:presLayoutVars>
      </dgm:prSet>
      <dgm:spPr/>
    </dgm:pt>
    <dgm:pt modelId="{2044512D-42D8-4F2F-82DE-C04699603EA8}" type="pres">
      <dgm:prSet presAssocID="{5259DF2E-60FC-42D1-88F9-13BD87B2365A}" presName="spacer" presStyleCnt="0"/>
      <dgm:spPr/>
    </dgm:pt>
    <dgm:pt modelId="{545B2759-EA88-4E36-8816-A14A27763472}" type="pres">
      <dgm:prSet presAssocID="{AF033EA1-4E0D-49E7-9DD5-BA1D83610168}" presName="comp" presStyleCnt="0"/>
      <dgm:spPr/>
    </dgm:pt>
    <dgm:pt modelId="{A12265EE-2336-451E-A685-6E368D9D41B4}" type="pres">
      <dgm:prSet presAssocID="{AF033EA1-4E0D-49E7-9DD5-BA1D83610168}" presName="box" presStyleLbl="node1" presStyleIdx="1" presStyleCnt="5"/>
      <dgm:spPr/>
    </dgm:pt>
    <dgm:pt modelId="{C3591FF8-ADB1-49AF-8F0A-0C6A2CE37028}" type="pres">
      <dgm:prSet presAssocID="{AF033EA1-4E0D-49E7-9DD5-BA1D83610168}" presName="img" presStyleLbl="fgImgPlace1" presStyleIdx="1" presStyleCnt="5"/>
      <dgm:spPr>
        <a:blipFill>
          <a:blip xmlns:r="http://schemas.openxmlformats.org/officeDocument/2006/relationships" r:embed="rId2"/>
          <a:srcRect/>
          <a:stretch>
            <a:fillRect t="-8000" b="-8000"/>
          </a:stretch>
        </a:blipFill>
      </dgm:spPr>
    </dgm:pt>
    <dgm:pt modelId="{932960E1-C4B5-4A8C-B6B8-9F2A0D5A429E}" type="pres">
      <dgm:prSet presAssocID="{AF033EA1-4E0D-49E7-9DD5-BA1D83610168}" presName="text" presStyleLbl="node1" presStyleIdx="1" presStyleCnt="5">
        <dgm:presLayoutVars>
          <dgm:bulletEnabled val="1"/>
        </dgm:presLayoutVars>
      </dgm:prSet>
      <dgm:spPr/>
    </dgm:pt>
    <dgm:pt modelId="{39F48845-B454-4C37-99DD-8F2FA6A204EB}" type="pres">
      <dgm:prSet presAssocID="{B1F09A91-763F-4501-BACF-B2C4E35A986E}" presName="spacer" presStyleCnt="0"/>
      <dgm:spPr/>
    </dgm:pt>
    <dgm:pt modelId="{4665B76A-EFAE-4A6B-B9F7-9070A32CFA0E}" type="pres">
      <dgm:prSet presAssocID="{F2E77062-6BC0-4F7A-BD88-24F308989A1B}" presName="comp" presStyleCnt="0"/>
      <dgm:spPr/>
    </dgm:pt>
    <dgm:pt modelId="{2210F381-2F65-45C1-BB21-26D4F8892026}" type="pres">
      <dgm:prSet presAssocID="{F2E77062-6BC0-4F7A-BD88-24F308989A1B}" presName="box" presStyleLbl="node1" presStyleIdx="2" presStyleCnt="5"/>
      <dgm:spPr/>
    </dgm:pt>
    <dgm:pt modelId="{63CECBCE-850D-440E-AC2F-A1C7D8FF5B59}" type="pres">
      <dgm:prSet presAssocID="{F2E77062-6BC0-4F7A-BD88-24F308989A1B}" presName="img" presStyleLbl="fgImgPlace1" presStyleIdx="2" presStyleCnt="5"/>
      <dgm:spPr>
        <a:blipFill>
          <a:blip xmlns:r="http://schemas.openxmlformats.org/officeDocument/2006/relationships" r:embed="rId3"/>
          <a:srcRect/>
          <a:stretch>
            <a:fillRect t="-22000" b="-22000"/>
          </a:stretch>
        </a:blipFill>
      </dgm:spPr>
    </dgm:pt>
    <dgm:pt modelId="{D4381FD0-12BE-4CB7-AAC8-3BFCE14B03B7}" type="pres">
      <dgm:prSet presAssocID="{F2E77062-6BC0-4F7A-BD88-24F308989A1B}" presName="text" presStyleLbl="node1" presStyleIdx="2" presStyleCnt="5">
        <dgm:presLayoutVars>
          <dgm:bulletEnabled val="1"/>
        </dgm:presLayoutVars>
      </dgm:prSet>
      <dgm:spPr/>
    </dgm:pt>
    <dgm:pt modelId="{A8BE3698-C84D-41E6-AD61-9DDD8E53C686}" type="pres">
      <dgm:prSet presAssocID="{0C82B987-8A12-40D7-8EEC-96D7C4DBD1E1}" presName="spacer" presStyleCnt="0"/>
      <dgm:spPr/>
    </dgm:pt>
    <dgm:pt modelId="{DD6431B4-413D-4721-BD0D-9E7577ADA74E}" type="pres">
      <dgm:prSet presAssocID="{935F5234-4B8B-4BA1-A31B-562537F30F80}" presName="comp" presStyleCnt="0"/>
      <dgm:spPr/>
    </dgm:pt>
    <dgm:pt modelId="{35D8A366-698A-43C7-BA17-14745C030C56}" type="pres">
      <dgm:prSet presAssocID="{935F5234-4B8B-4BA1-A31B-562537F30F80}" presName="box" presStyleLbl="node1" presStyleIdx="3" presStyleCnt="5"/>
      <dgm:spPr/>
    </dgm:pt>
    <dgm:pt modelId="{D970F850-8290-497A-ACA7-DBD8C0688281}" type="pres">
      <dgm:prSet presAssocID="{935F5234-4B8B-4BA1-A31B-562537F30F80}" presName="img" presStyleLbl="fgImgPlace1" presStyleIdx="3" presStyleCnt="5"/>
      <dgm:spPr>
        <a:blipFill>
          <a:blip xmlns:r="http://schemas.openxmlformats.org/officeDocument/2006/relationships" r:embed="rId4"/>
          <a:srcRect/>
          <a:stretch>
            <a:fillRect t="-10000" b="-10000"/>
          </a:stretch>
        </a:blipFill>
      </dgm:spPr>
    </dgm:pt>
    <dgm:pt modelId="{8F012DB3-FBB1-4918-80BA-51EDB49F8CBA}" type="pres">
      <dgm:prSet presAssocID="{935F5234-4B8B-4BA1-A31B-562537F30F80}" presName="text" presStyleLbl="node1" presStyleIdx="3" presStyleCnt="5">
        <dgm:presLayoutVars>
          <dgm:bulletEnabled val="1"/>
        </dgm:presLayoutVars>
      </dgm:prSet>
      <dgm:spPr/>
    </dgm:pt>
    <dgm:pt modelId="{ADA2C9CD-3338-440E-8CFE-211E2C1174D5}" type="pres">
      <dgm:prSet presAssocID="{FB4D6649-73F0-4A47-96AB-5326113C84EC}" presName="spacer" presStyleCnt="0"/>
      <dgm:spPr/>
    </dgm:pt>
    <dgm:pt modelId="{161598B7-E52F-4B6D-BEB4-19672A4FCB33}" type="pres">
      <dgm:prSet presAssocID="{3ECEDAAA-E121-4875-BF5C-53E181A818F3}" presName="comp" presStyleCnt="0"/>
      <dgm:spPr/>
    </dgm:pt>
    <dgm:pt modelId="{FC3144BB-0FC1-4011-96BB-D56EE8E067DB}" type="pres">
      <dgm:prSet presAssocID="{3ECEDAAA-E121-4875-BF5C-53E181A818F3}" presName="box" presStyleLbl="node1" presStyleIdx="4" presStyleCnt="5"/>
      <dgm:spPr/>
    </dgm:pt>
    <dgm:pt modelId="{B9B4AC59-0DA4-43F4-A7E5-274D244E99D8}" type="pres">
      <dgm:prSet presAssocID="{3ECEDAAA-E121-4875-BF5C-53E181A818F3}" presName="img" presStyleLbl="fgImgPlace1" presStyleIdx="4" presStyleCnt="5"/>
      <dgm:spPr>
        <a:blipFill>
          <a:blip xmlns:r="http://schemas.openxmlformats.org/officeDocument/2006/relationships" r:embed="rId5"/>
          <a:srcRect/>
          <a:stretch>
            <a:fillRect t="-10000" b="-10000"/>
          </a:stretch>
        </a:blipFill>
      </dgm:spPr>
    </dgm:pt>
    <dgm:pt modelId="{2D9D7AD7-EF46-4C36-BEED-2BDE1722387C}" type="pres">
      <dgm:prSet presAssocID="{3ECEDAAA-E121-4875-BF5C-53E181A818F3}" presName="text" presStyleLbl="node1" presStyleIdx="4" presStyleCnt="5">
        <dgm:presLayoutVars>
          <dgm:bulletEnabled val="1"/>
        </dgm:presLayoutVars>
      </dgm:prSet>
      <dgm:spPr/>
    </dgm:pt>
  </dgm:ptLst>
  <dgm:cxnLst>
    <dgm:cxn modelId="{0E28841B-C510-48CD-831D-CBADDD60CF4E}" type="presOf" srcId="{AF033EA1-4E0D-49E7-9DD5-BA1D83610168}" destId="{A12265EE-2336-451E-A685-6E368D9D41B4}" srcOrd="0" destOrd="0" presId="urn:microsoft.com/office/officeart/2005/8/layout/vList4"/>
    <dgm:cxn modelId="{87586123-4B0C-4D80-BDBD-BC77C454E184}" srcId="{FE19C449-C2DD-46E3-B984-EFD320C93D02}" destId="{3ECEDAAA-E121-4875-BF5C-53E181A818F3}" srcOrd="4" destOrd="0" parTransId="{25A5EA2D-A7FE-4624-A53C-AD451E75F9A7}" sibTransId="{DABB09D8-1549-4E0B-8919-0FBF86E0CB97}"/>
    <dgm:cxn modelId="{13550F3F-DBAD-49E3-B1F7-C9D4C4761F43}" type="presOf" srcId="{F2E77062-6BC0-4F7A-BD88-24F308989A1B}" destId="{D4381FD0-12BE-4CB7-AAC8-3BFCE14B03B7}" srcOrd="1" destOrd="0" presId="urn:microsoft.com/office/officeart/2005/8/layout/vList4"/>
    <dgm:cxn modelId="{445B2E62-CA96-4AA6-A51B-443A0A0F326F}" type="presOf" srcId="{F2E77062-6BC0-4F7A-BD88-24F308989A1B}" destId="{2210F381-2F65-45C1-BB21-26D4F8892026}" srcOrd="0" destOrd="0" presId="urn:microsoft.com/office/officeart/2005/8/layout/vList4"/>
    <dgm:cxn modelId="{BD0FDB62-FC59-4E50-8E0C-4374DF41332B}" srcId="{FE19C449-C2DD-46E3-B984-EFD320C93D02}" destId="{F2E77062-6BC0-4F7A-BD88-24F308989A1B}" srcOrd="2" destOrd="0" parTransId="{4DF8015F-69B2-4D42-B639-A6C2136D3A91}" sibTransId="{0C82B987-8A12-40D7-8EEC-96D7C4DBD1E1}"/>
    <dgm:cxn modelId="{B6FBDD4A-4C23-473D-9F44-73A6D2350AAF}" type="presOf" srcId="{FE19C449-C2DD-46E3-B984-EFD320C93D02}" destId="{EE26F5BD-5BF1-47FD-858D-E475B0B84D36}" srcOrd="0" destOrd="0" presId="urn:microsoft.com/office/officeart/2005/8/layout/vList4"/>
    <dgm:cxn modelId="{7616CD77-0A68-4618-A44B-C9FC8C291E05}" type="presOf" srcId="{935F5234-4B8B-4BA1-A31B-562537F30F80}" destId="{8F012DB3-FBB1-4918-80BA-51EDB49F8CBA}" srcOrd="1" destOrd="0" presId="urn:microsoft.com/office/officeart/2005/8/layout/vList4"/>
    <dgm:cxn modelId="{B5AC9182-8DD5-46B8-8F03-AD98980A795A}" type="presOf" srcId="{935F5234-4B8B-4BA1-A31B-562537F30F80}" destId="{35D8A366-698A-43C7-BA17-14745C030C56}" srcOrd="0" destOrd="0" presId="urn:microsoft.com/office/officeart/2005/8/layout/vList4"/>
    <dgm:cxn modelId="{7CA73E86-7F70-432C-B68F-3BF05D9A083C}" type="presOf" srcId="{5E244D90-771B-45F1-87BC-F508294E65F5}" destId="{34920AEE-728F-4D12-A38E-6D05BE92F45E}" srcOrd="1" destOrd="0" presId="urn:microsoft.com/office/officeart/2005/8/layout/vList4"/>
    <dgm:cxn modelId="{E1371B8B-0D59-4558-B7FB-3AB8E176BE25}" type="presOf" srcId="{AF033EA1-4E0D-49E7-9DD5-BA1D83610168}" destId="{932960E1-C4B5-4A8C-B6B8-9F2A0D5A429E}" srcOrd="1" destOrd="0" presId="urn:microsoft.com/office/officeart/2005/8/layout/vList4"/>
    <dgm:cxn modelId="{6CC05C9E-B60F-4A7A-B79C-BCCFEEAE15B7}" type="presOf" srcId="{5E244D90-771B-45F1-87BC-F508294E65F5}" destId="{6E4213BF-19EE-4D9C-A64A-AA69216E9ACF}" srcOrd="0" destOrd="0" presId="urn:microsoft.com/office/officeart/2005/8/layout/vList4"/>
    <dgm:cxn modelId="{AA11DDA9-41B8-4D31-AA48-BE235B186226}" type="presOf" srcId="{3ECEDAAA-E121-4875-BF5C-53E181A818F3}" destId="{FC3144BB-0FC1-4011-96BB-D56EE8E067DB}" srcOrd="0" destOrd="0" presId="urn:microsoft.com/office/officeart/2005/8/layout/vList4"/>
    <dgm:cxn modelId="{C3C05AAC-D091-4215-8B06-2C48C4D8384B}" type="presOf" srcId="{3ECEDAAA-E121-4875-BF5C-53E181A818F3}" destId="{2D9D7AD7-EF46-4C36-BEED-2BDE1722387C}" srcOrd="1" destOrd="0" presId="urn:microsoft.com/office/officeart/2005/8/layout/vList4"/>
    <dgm:cxn modelId="{75F365B1-58C1-4F08-B0B8-6DCF64AC7022}" srcId="{FE19C449-C2DD-46E3-B984-EFD320C93D02}" destId="{AF033EA1-4E0D-49E7-9DD5-BA1D83610168}" srcOrd="1" destOrd="0" parTransId="{567C42DE-8446-43B2-9FA3-32CDB3E3A450}" sibTransId="{B1F09A91-763F-4501-BACF-B2C4E35A986E}"/>
    <dgm:cxn modelId="{16D738DF-4BA4-445E-B507-DA88C0E3D3EE}" srcId="{FE19C449-C2DD-46E3-B984-EFD320C93D02}" destId="{935F5234-4B8B-4BA1-A31B-562537F30F80}" srcOrd="3" destOrd="0" parTransId="{4438179B-71E0-4A32-B7B6-1AC4857D77FE}" sibTransId="{FB4D6649-73F0-4A47-96AB-5326113C84EC}"/>
    <dgm:cxn modelId="{AE94D2DF-F1C5-4776-A13B-EEEBAE8CC12A}" srcId="{FE19C449-C2DD-46E3-B984-EFD320C93D02}" destId="{5E244D90-771B-45F1-87BC-F508294E65F5}" srcOrd="0" destOrd="0" parTransId="{44B1B75B-1A85-4B54-9E69-293E8EC3C1A9}" sibTransId="{5259DF2E-60FC-42D1-88F9-13BD87B2365A}"/>
    <dgm:cxn modelId="{3C6E9668-91E8-4E70-89C2-274CB674AED0}" type="presParOf" srcId="{EE26F5BD-5BF1-47FD-858D-E475B0B84D36}" destId="{8518C511-E3CE-48F7-8931-94C996ADB62C}" srcOrd="0" destOrd="0" presId="urn:microsoft.com/office/officeart/2005/8/layout/vList4"/>
    <dgm:cxn modelId="{ED87CAF2-4442-4AB5-9BF2-3D0D2EB00FEC}" type="presParOf" srcId="{8518C511-E3CE-48F7-8931-94C996ADB62C}" destId="{6E4213BF-19EE-4D9C-A64A-AA69216E9ACF}" srcOrd="0" destOrd="0" presId="urn:microsoft.com/office/officeart/2005/8/layout/vList4"/>
    <dgm:cxn modelId="{C0C02A4C-01DD-47B2-A58F-53D71B0296CD}" type="presParOf" srcId="{8518C511-E3CE-48F7-8931-94C996ADB62C}" destId="{406D7094-3813-46BD-88D5-49A2E38EC0DF}" srcOrd="1" destOrd="0" presId="urn:microsoft.com/office/officeart/2005/8/layout/vList4"/>
    <dgm:cxn modelId="{6DEDBA14-6B11-4B09-9A59-F3F98EC46E1A}" type="presParOf" srcId="{8518C511-E3CE-48F7-8931-94C996ADB62C}" destId="{34920AEE-728F-4D12-A38E-6D05BE92F45E}" srcOrd="2" destOrd="0" presId="urn:microsoft.com/office/officeart/2005/8/layout/vList4"/>
    <dgm:cxn modelId="{2735A517-7E98-4069-8B13-4465050C5C4F}" type="presParOf" srcId="{EE26F5BD-5BF1-47FD-858D-E475B0B84D36}" destId="{2044512D-42D8-4F2F-82DE-C04699603EA8}" srcOrd="1" destOrd="0" presId="urn:microsoft.com/office/officeart/2005/8/layout/vList4"/>
    <dgm:cxn modelId="{FF5CA4FF-F3D1-4D84-9B3D-1A33FD99E3D9}" type="presParOf" srcId="{EE26F5BD-5BF1-47FD-858D-E475B0B84D36}" destId="{545B2759-EA88-4E36-8816-A14A27763472}" srcOrd="2" destOrd="0" presId="urn:microsoft.com/office/officeart/2005/8/layout/vList4"/>
    <dgm:cxn modelId="{C5B9D60F-56D0-4D8F-8D72-936B90B32F2B}" type="presParOf" srcId="{545B2759-EA88-4E36-8816-A14A27763472}" destId="{A12265EE-2336-451E-A685-6E368D9D41B4}" srcOrd="0" destOrd="0" presId="urn:microsoft.com/office/officeart/2005/8/layout/vList4"/>
    <dgm:cxn modelId="{8A0B4BA1-0150-4BDA-93A6-9A0C12BE2C26}" type="presParOf" srcId="{545B2759-EA88-4E36-8816-A14A27763472}" destId="{C3591FF8-ADB1-49AF-8F0A-0C6A2CE37028}" srcOrd="1" destOrd="0" presId="urn:microsoft.com/office/officeart/2005/8/layout/vList4"/>
    <dgm:cxn modelId="{B5561CFA-2539-4040-B1E6-CF8184F9564F}" type="presParOf" srcId="{545B2759-EA88-4E36-8816-A14A27763472}" destId="{932960E1-C4B5-4A8C-B6B8-9F2A0D5A429E}" srcOrd="2" destOrd="0" presId="urn:microsoft.com/office/officeart/2005/8/layout/vList4"/>
    <dgm:cxn modelId="{638B3C1C-FBF8-41EC-9BF4-B8B25CC17EB7}" type="presParOf" srcId="{EE26F5BD-5BF1-47FD-858D-E475B0B84D36}" destId="{39F48845-B454-4C37-99DD-8F2FA6A204EB}" srcOrd="3" destOrd="0" presId="urn:microsoft.com/office/officeart/2005/8/layout/vList4"/>
    <dgm:cxn modelId="{C4BCE25E-B4AD-460E-852C-2C44076EE45E}" type="presParOf" srcId="{EE26F5BD-5BF1-47FD-858D-E475B0B84D36}" destId="{4665B76A-EFAE-4A6B-B9F7-9070A32CFA0E}" srcOrd="4" destOrd="0" presId="urn:microsoft.com/office/officeart/2005/8/layout/vList4"/>
    <dgm:cxn modelId="{6A76A5CC-9F86-4F56-BCF5-E36E2CC06C50}" type="presParOf" srcId="{4665B76A-EFAE-4A6B-B9F7-9070A32CFA0E}" destId="{2210F381-2F65-45C1-BB21-26D4F8892026}" srcOrd="0" destOrd="0" presId="urn:microsoft.com/office/officeart/2005/8/layout/vList4"/>
    <dgm:cxn modelId="{966C13E0-1E58-4A6F-B759-D7E9DDA78EF2}" type="presParOf" srcId="{4665B76A-EFAE-4A6B-B9F7-9070A32CFA0E}" destId="{63CECBCE-850D-440E-AC2F-A1C7D8FF5B59}" srcOrd="1" destOrd="0" presId="urn:microsoft.com/office/officeart/2005/8/layout/vList4"/>
    <dgm:cxn modelId="{082D2904-C39A-4B4E-B060-8AC4D8FB0891}" type="presParOf" srcId="{4665B76A-EFAE-4A6B-B9F7-9070A32CFA0E}" destId="{D4381FD0-12BE-4CB7-AAC8-3BFCE14B03B7}" srcOrd="2" destOrd="0" presId="urn:microsoft.com/office/officeart/2005/8/layout/vList4"/>
    <dgm:cxn modelId="{059A62E1-93AA-4CE7-AA65-D5B0B3339002}" type="presParOf" srcId="{EE26F5BD-5BF1-47FD-858D-E475B0B84D36}" destId="{A8BE3698-C84D-41E6-AD61-9DDD8E53C686}" srcOrd="5" destOrd="0" presId="urn:microsoft.com/office/officeart/2005/8/layout/vList4"/>
    <dgm:cxn modelId="{18304AC9-7E51-446E-BFA7-18D704F99DEC}" type="presParOf" srcId="{EE26F5BD-5BF1-47FD-858D-E475B0B84D36}" destId="{DD6431B4-413D-4721-BD0D-9E7577ADA74E}" srcOrd="6" destOrd="0" presId="urn:microsoft.com/office/officeart/2005/8/layout/vList4"/>
    <dgm:cxn modelId="{AD720536-86A2-484C-8EB3-1BAC1C4A2D09}" type="presParOf" srcId="{DD6431B4-413D-4721-BD0D-9E7577ADA74E}" destId="{35D8A366-698A-43C7-BA17-14745C030C56}" srcOrd="0" destOrd="0" presId="urn:microsoft.com/office/officeart/2005/8/layout/vList4"/>
    <dgm:cxn modelId="{1561EE99-CEB6-47CF-930B-BA207326F134}" type="presParOf" srcId="{DD6431B4-413D-4721-BD0D-9E7577ADA74E}" destId="{D970F850-8290-497A-ACA7-DBD8C0688281}" srcOrd="1" destOrd="0" presId="urn:microsoft.com/office/officeart/2005/8/layout/vList4"/>
    <dgm:cxn modelId="{D32FF597-0E37-4A25-88A9-56F24BF8C02A}" type="presParOf" srcId="{DD6431B4-413D-4721-BD0D-9E7577ADA74E}" destId="{8F012DB3-FBB1-4918-80BA-51EDB49F8CBA}" srcOrd="2" destOrd="0" presId="urn:microsoft.com/office/officeart/2005/8/layout/vList4"/>
    <dgm:cxn modelId="{D0E56706-66E1-4D2F-8F9A-DE6300F31222}" type="presParOf" srcId="{EE26F5BD-5BF1-47FD-858D-E475B0B84D36}" destId="{ADA2C9CD-3338-440E-8CFE-211E2C1174D5}" srcOrd="7" destOrd="0" presId="urn:microsoft.com/office/officeart/2005/8/layout/vList4"/>
    <dgm:cxn modelId="{ED9A864F-9F78-496F-A6D0-FF7896791085}" type="presParOf" srcId="{EE26F5BD-5BF1-47FD-858D-E475B0B84D36}" destId="{161598B7-E52F-4B6D-BEB4-19672A4FCB33}" srcOrd="8" destOrd="0" presId="urn:microsoft.com/office/officeart/2005/8/layout/vList4"/>
    <dgm:cxn modelId="{BE880F7D-C9A9-41AB-9EB6-01E8B43FD982}" type="presParOf" srcId="{161598B7-E52F-4B6D-BEB4-19672A4FCB33}" destId="{FC3144BB-0FC1-4011-96BB-D56EE8E067DB}" srcOrd="0" destOrd="0" presId="urn:microsoft.com/office/officeart/2005/8/layout/vList4"/>
    <dgm:cxn modelId="{75D5ACD2-D07B-4B15-BBB8-348C851C696E}" type="presParOf" srcId="{161598B7-E52F-4B6D-BEB4-19672A4FCB33}" destId="{B9B4AC59-0DA4-43F4-A7E5-274D244E99D8}" srcOrd="1" destOrd="0" presId="urn:microsoft.com/office/officeart/2005/8/layout/vList4"/>
    <dgm:cxn modelId="{827D8B23-1BEF-400A-A885-C1023027BB51}" type="presParOf" srcId="{161598B7-E52F-4B6D-BEB4-19672A4FCB33}" destId="{2D9D7AD7-EF46-4C36-BEED-2BDE1722387C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9A3E4C8-1956-4F85-AA7D-CD527B1A19CA}" type="doc">
      <dgm:prSet loTypeId="urn:microsoft.com/office/officeart/2009/3/layout/PlusandMinus" loCatId="relationship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PE"/>
        </a:p>
      </dgm:t>
    </dgm:pt>
    <dgm:pt modelId="{A323BBEA-2271-43A8-B5AB-B45A558B8FCF}">
      <dgm:prSet phldrT="[Texto]"/>
      <dgm:spPr/>
      <dgm:t>
        <a:bodyPr anchor="ctr"/>
        <a:lstStyle/>
        <a:p>
          <a:pPr algn="l"/>
          <a:r>
            <a:rPr lang="es-PE" dirty="0"/>
            <a:t>- Flexible (sin esquema obligatorio)</a:t>
          </a:r>
        </a:p>
        <a:p>
          <a:pPr algn="l"/>
          <a:r>
            <a:rPr lang="es-PE" dirty="0"/>
            <a:t>- Escalable horizontalmente</a:t>
          </a:r>
        </a:p>
        <a:p>
          <a:pPr algn="l"/>
          <a:r>
            <a:rPr lang="es-PE" dirty="0"/>
            <a:t>- Alto rendimiento</a:t>
          </a:r>
        </a:p>
        <a:p>
          <a:pPr algn="l"/>
          <a:r>
            <a:rPr lang="es-PE" dirty="0"/>
            <a:t>- Replicación integrada</a:t>
          </a:r>
        </a:p>
        <a:p>
          <a:pPr algn="l"/>
          <a:r>
            <a:rPr lang="es-MX" dirty="0"/>
            <a:t>- Integración sencilla con apps modernas</a:t>
          </a:r>
          <a:endParaRPr lang="es-PE" dirty="0"/>
        </a:p>
      </dgm:t>
    </dgm:pt>
    <dgm:pt modelId="{908EE9A5-DFA1-4110-ACD4-2304BBBD4601}" type="parTrans" cxnId="{E1C79CDC-FC65-4C40-A0F1-09B1DC667D87}">
      <dgm:prSet/>
      <dgm:spPr/>
      <dgm:t>
        <a:bodyPr/>
        <a:lstStyle/>
        <a:p>
          <a:endParaRPr lang="es-PE"/>
        </a:p>
      </dgm:t>
    </dgm:pt>
    <dgm:pt modelId="{09447BD3-2074-40FB-8E27-1701BAA21776}" type="sibTrans" cxnId="{E1C79CDC-FC65-4C40-A0F1-09B1DC667D87}">
      <dgm:prSet/>
      <dgm:spPr/>
      <dgm:t>
        <a:bodyPr/>
        <a:lstStyle/>
        <a:p>
          <a:endParaRPr lang="es-PE"/>
        </a:p>
      </dgm:t>
    </dgm:pt>
    <dgm:pt modelId="{70E68E9A-EA22-4A75-9DEB-8E1F9EAEA61A}">
      <dgm:prSet phldrT="[Texto]"/>
      <dgm:spPr/>
      <dgm:t>
        <a:bodyPr anchor="ctr"/>
        <a:lstStyle/>
        <a:p>
          <a:r>
            <a:rPr lang="es-MX" dirty="0"/>
            <a:t>- No ideal para transacciones complejas</a:t>
          </a:r>
          <a:endParaRPr lang="es-PE" dirty="0"/>
        </a:p>
        <a:p>
          <a:r>
            <a:rPr lang="es-PE" dirty="0"/>
            <a:t>- Más consumo de espacio por documentos</a:t>
          </a:r>
        </a:p>
        <a:p>
          <a:r>
            <a:rPr lang="es-MX" dirty="0"/>
            <a:t>- Menor consistencia estricta comparado con SQL</a:t>
          </a:r>
          <a:endParaRPr lang="es-PE" dirty="0"/>
        </a:p>
      </dgm:t>
    </dgm:pt>
    <dgm:pt modelId="{D9E94439-07C9-4A8B-829C-C606FCD725C0}" type="parTrans" cxnId="{4E60559B-3A7E-4C5D-A078-439D583A9CF6}">
      <dgm:prSet/>
      <dgm:spPr/>
      <dgm:t>
        <a:bodyPr/>
        <a:lstStyle/>
        <a:p>
          <a:endParaRPr lang="es-PE"/>
        </a:p>
      </dgm:t>
    </dgm:pt>
    <dgm:pt modelId="{D1CCBA0D-D0C0-40E3-975B-471F8F90614A}" type="sibTrans" cxnId="{4E60559B-3A7E-4C5D-A078-439D583A9CF6}">
      <dgm:prSet/>
      <dgm:spPr/>
      <dgm:t>
        <a:bodyPr/>
        <a:lstStyle/>
        <a:p>
          <a:endParaRPr lang="es-PE"/>
        </a:p>
      </dgm:t>
    </dgm:pt>
    <dgm:pt modelId="{0608102E-7963-4CE3-8DD2-C5598836AEF8}" type="pres">
      <dgm:prSet presAssocID="{79A3E4C8-1956-4F85-AA7D-CD527B1A19CA}" presName="Name0" presStyleCnt="0">
        <dgm:presLayoutVars>
          <dgm:chMax val="2"/>
          <dgm:chPref val="2"/>
          <dgm:dir/>
          <dgm:animOne/>
          <dgm:resizeHandles val="exact"/>
        </dgm:presLayoutVars>
      </dgm:prSet>
      <dgm:spPr/>
    </dgm:pt>
    <dgm:pt modelId="{E0A4AD49-2FA3-43CF-9B55-AB608D92C5DD}" type="pres">
      <dgm:prSet presAssocID="{79A3E4C8-1956-4F85-AA7D-CD527B1A19CA}" presName="Background" presStyleLbl="bgImgPlace1" presStyleIdx="0" presStyleCnt="1"/>
      <dgm:spPr>
        <a:solidFill>
          <a:schemeClr val="accent2">
            <a:lumMod val="50000"/>
          </a:schemeClr>
        </a:solidFill>
      </dgm:spPr>
    </dgm:pt>
    <dgm:pt modelId="{233B4B33-56DC-49C6-9641-F05B5ED21133}" type="pres">
      <dgm:prSet presAssocID="{79A3E4C8-1956-4F85-AA7D-CD527B1A19CA}" presName="ParentText1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2C2F503D-7C91-48E9-AC1B-9D152DC0DF7F}" type="pres">
      <dgm:prSet presAssocID="{79A3E4C8-1956-4F85-AA7D-CD527B1A19CA}" presName="ParentText2" presStyleLbl="revTx" presStyleIdx="1" presStyleCnt="2">
        <dgm:presLayoutVars>
          <dgm:chMax val="0"/>
          <dgm:chPref val="0"/>
          <dgm:bulletEnabled val="1"/>
        </dgm:presLayoutVars>
      </dgm:prSet>
      <dgm:spPr/>
    </dgm:pt>
    <dgm:pt modelId="{97B325AA-E277-4872-849D-9A18A5D5E336}" type="pres">
      <dgm:prSet presAssocID="{79A3E4C8-1956-4F85-AA7D-CD527B1A19CA}" presName="Plus" presStyleLbl="alignNode1" presStyleIdx="0" presStyleCnt="2"/>
      <dgm:spPr>
        <a:solidFill>
          <a:schemeClr val="tx2">
            <a:lumMod val="10000"/>
          </a:schemeClr>
        </a:solidFill>
      </dgm:spPr>
    </dgm:pt>
    <dgm:pt modelId="{CF2259BA-F2B2-43A2-8511-D6F80EE4EFB6}" type="pres">
      <dgm:prSet presAssocID="{79A3E4C8-1956-4F85-AA7D-CD527B1A19CA}" presName="Minus" presStyleLbl="alignNode1" presStyleIdx="1" presStyleCnt="2"/>
      <dgm:spPr>
        <a:solidFill>
          <a:srgbClr val="FF0000"/>
        </a:solidFill>
      </dgm:spPr>
    </dgm:pt>
    <dgm:pt modelId="{5A3CF293-FAE4-4CC3-BB1C-0C1D99128E9E}" type="pres">
      <dgm:prSet presAssocID="{79A3E4C8-1956-4F85-AA7D-CD527B1A19CA}" presName="Divider" presStyleLbl="parChTrans1D1" presStyleIdx="0" presStyleCnt="1"/>
      <dgm:spPr/>
    </dgm:pt>
  </dgm:ptLst>
  <dgm:cxnLst>
    <dgm:cxn modelId="{72C50E29-F4E2-4875-80B2-523AC0D6D10F}" type="presOf" srcId="{A323BBEA-2271-43A8-B5AB-B45A558B8FCF}" destId="{233B4B33-56DC-49C6-9641-F05B5ED21133}" srcOrd="0" destOrd="0" presId="urn:microsoft.com/office/officeart/2009/3/layout/PlusandMinus"/>
    <dgm:cxn modelId="{62B3AB6D-DC7A-4718-AE3A-BB81B3FBFDF8}" type="presOf" srcId="{70E68E9A-EA22-4A75-9DEB-8E1F9EAEA61A}" destId="{2C2F503D-7C91-48E9-AC1B-9D152DC0DF7F}" srcOrd="0" destOrd="0" presId="urn:microsoft.com/office/officeart/2009/3/layout/PlusandMinus"/>
    <dgm:cxn modelId="{4E60559B-3A7E-4C5D-A078-439D583A9CF6}" srcId="{79A3E4C8-1956-4F85-AA7D-CD527B1A19CA}" destId="{70E68E9A-EA22-4A75-9DEB-8E1F9EAEA61A}" srcOrd="1" destOrd="0" parTransId="{D9E94439-07C9-4A8B-829C-C606FCD725C0}" sibTransId="{D1CCBA0D-D0C0-40E3-975B-471F8F90614A}"/>
    <dgm:cxn modelId="{ACCC07AA-C6B6-420B-AEA9-F33CB29B8A0F}" type="presOf" srcId="{79A3E4C8-1956-4F85-AA7D-CD527B1A19CA}" destId="{0608102E-7963-4CE3-8DD2-C5598836AEF8}" srcOrd="0" destOrd="0" presId="urn:microsoft.com/office/officeart/2009/3/layout/PlusandMinus"/>
    <dgm:cxn modelId="{E1C79CDC-FC65-4C40-A0F1-09B1DC667D87}" srcId="{79A3E4C8-1956-4F85-AA7D-CD527B1A19CA}" destId="{A323BBEA-2271-43A8-B5AB-B45A558B8FCF}" srcOrd="0" destOrd="0" parTransId="{908EE9A5-DFA1-4110-ACD4-2304BBBD4601}" sibTransId="{09447BD3-2074-40FB-8E27-1701BAA21776}"/>
    <dgm:cxn modelId="{96C34260-D02F-4E8B-82BA-F81C4B61DA75}" type="presParOf" srcId="{0608102E-7963-4CE3-8DD2-C5598836AEF8}" destId="{E0A4AD49-2FA3-43CF-9B55-AB608D92C5DD}" srcOrd="0" destOrd="0" presId="urn:microsoft.com/office/officeart/2009/3/layout/PlusandMinus"/>
    <dgm:cxn modelId="{92AC3B4D-ADB2-41F6-AC20-F38116D60E99}" type="presParOf" srcId="{0608102E-7963-4CE3-8DD2-C5598836AEF8}" destId="{233B4B33-56DC-49C6-9641-F05B5ED21133}" srcOrd="1" destOrd="0" presId="urn:microsoft.com/office/officeart/2009/3/layout/PlusandMinus"/>
    <dgm:cxn modelId="{79F985AA-E3F3-4FE2-917D-D2A16557AFB6}" type="presParOf" srcId="{0608102E-7963-4CE3-8DD2-C5598836AEF8}" destId="{2C2F503D-7C91-48E9-AC1B-9D152DC0DF7F}" srcOrd="2" destOrd="0" presId="urn:microsoft.com/office/officeart/2009/3/layout/PlusandMinus"/>
    <dgm:cxn modelId="{A4182D80-BF8E-4A41-BBCD-B3CB40FE9794}" type="presParOf" srcId="{0608102E-7963-4CE3-8DD2-C5598836AEF8}" destId="{97B325AA-E277-4872-849D-9A18A5D5E336}" srcOrd="3" destOrd="0" presId="urn:microsoft.com/office/officeart/2009/3/layout/PlusandMinus"/>
    <dgm:cxn modelId="{108DCD82-A022-45E2-994D-0AD470C5665B}" type="presParOf" srcId="{0608102E-7963-4CE3-8DD2-C5598836AEF8}" destId="{CF2259BA-F2B2-43A2-8511-D6F80EE4EFB6}" srcOrd="4" destOrd="0" presId="urn:microsoft.com/office/officeart/2009/3/layout/PlusandMinus"/>
    <dgm:cxn modelId="{4988FD68-A3C4-4CEE-83DB-3B6F7ED891A6}" type="presParOf" srcId="{0608102E-7963-4CE3-8DD2-C5598836AEF8}" destId="{5A3CF293-FAE4-4CC3-BB1C-0C1D99128E9E}" srcOrd="5" destOrd="0" presId="urn:microsoft.com/office/officeart/2009/3/layout/PlusandMinu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C0F6528-5BD3-4AEF-B65C-E4789458E194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s-PE"/>
        </a:p>
      </dgm:t>
    </dgm:pt>
    <dgm:pt modelId="{22269329-85C5-44F2-95F0-1DAC43948933}">
      <dgm:prSet phldrT="[Texto]" custT="1"/>
      <dgm:spPr/>
      <dgm:t>
        <a:bodyPr/>
        <a:lstStyle/>
        <a:p>
          <a:r>
            <a:rPr lang="es-MX" sz="2000" dirty="0"/>
            <a:t>MongoDB ofrece una arquitectura altamente flexible y escalable, permitiendo manejar grandes volúmenes de información sin sacrificar rendimiento gracias a su modelo documental y su escalabilidad horizontal.</a:t>
          </a:r>
          <a:endParaRPr lang="es-PE" sz="2000" dirty="0"/>
        </a:p>
      </dgm:t>
    </dgm:pt>
    <dgm:pt modelId="{6E17E766-59A5-4B3C-ACDE-2C76AE102AE7}" type="parTrans" cxnId="{D614F675-FEE2-4F38-A976-09F1BE7578EA}">
      <dgm:prSet/>
      <dgm:spPr/>
      <dgm:t>
        <a:bodyPr/>
        <a:lstStyle/>
        <a:p>
          <a:endParaRPr lang="es-PE" sz="1600"/>
        </a:p>
      </dgm:t>
    </dgm:pt>
    <dgm:pt modelId="{63BC5AF9-0442-4534-85AC-301159A4A6EA}" type="sibTrans" cxnId="{D614F675-FEE2-4F38-A976-09F1BE7578EA}">
      <dgm:prSet/>
      <dgm:spPr/>
      <dgm:t>
        <a:bodyPr/>
        <a:lstStyle/>
        <a:p>
          <a:endParaRPr lang="es-PE" sz="1600"/>
        </a:p>
      </dgm:t>
    </dgm:pt>
    <dgm:pt modelId="{DF0E6437-C6AA-4A55-AE9E-7B2C4FEAA0EB}">
      <dgm:prSet phldrT="[Texto]" custT="1"/>
      <dgm:spPr/>
      <dgm:t>
        <a:bodyPr/>
        <a:lstStyle/>
        <a:p>
          <a:r>
            <a:rPr lang="es-MX" sz="2000" dirty="0"/>
            <a:t>Su sistema de replicación y tolerancia a fallos garantiza alta disponibilidad, resiliencia y continuidad operativa, convirtiéndolo en una base de datos confiable para aplicaciones críticas y distribuidas.</a:t>
          </a:r>
          <a:endParaRPr lang="es-PE" sz="2000" dirty="0"/>
        </a:p>
      </dgm:t>
    </dgm:pt>
    <dgm:pt modelId="{89734547-A4FC-448D-8647-9FE903FF8FE8}" type="parTrans" cxnId="{994A3453-0689-4466-B0F7-CC835E4297B6}">
      <dgm:prSet/>
      <dgm:spPr/>
      <dgm:t>
        <a:bodyPr/>
        <a:lstStyle/>
        <a:p>
          <a:endParaRPr lang="es-PE" sz="1600"/>
        </a:p>
      </dgm:t>
    </dgm:pt>
    <dgm:pt modelId="{0594A83E-050F-49C2-ADDD-54F6F21AA3E1}" type="sibTrans" cxnId="{994A3453-0689-4466-B0F7-CC835E4297B6}">
      <dgm:prSet/>
      <dgm:spPr/>
      <dgm:t>
        <a:bodyPr/>
        <a:lstStyle/>
        <a:p>
          <a:endParaRPr lang="es-PE" sz="1600"/>
        </a:p>
      </dgm:t>
    </dgm:pt>
    <dgm:pt modelId="{E5B64949-53F9-47F1-A3B3-C8E2309ABB0A}">
      <dgm:prSet custT="1"/>
      <dgm:spPr/>
      <dgm:t>
        <a:bodyPr/>
        <a:lstStyle/>
        <a:p>
          <a:r>
            <a:rPr lang="es-MX" sz="2000" dirty="0"/>
            <a:t>La adopción global por parte de empresas líderes demuestra su efectividad en el mundo real, consolidándose como una solución moderna para aplicaciones que requieren rapidez, adaptabilidad y análisis eficiente de datos.</a:t>
          </a:r>
          <a:endParaRPr lang="es-PE" sz="2000" dirty="0"/>
        </a:p>
      </dgm:t>
    </dgm:pt>
    <dgm:pt modelId="{D0388B95-2548-4E94-AE0B-785D0CCDC9B9}" type="parTrans" cxnId="{23E3FEE5-B94C-4786-B793-713F978BC899}">
      <dgm:prSet/>
      <dgm:spPr/>
      <dgm:t>
        <a:bodyPr/>
        <a:lstStyle/>
        <a:p>
          <a:endParaRPr lang="es-PE" sz="1600"/>
        </a:p>
      </dgm:t>
    </dgm:pt>
    <dgm:pt modelId="{E2D25C48-577B-459B-BF1A-A47EBFB4D922}" type="sibTrans" cxnId="{23E3FEE5-B94C-4786-B793-713F978BC899}">
      <dgm:prSet/>
      <dgm:spPr/>
      <dgm:t>
        <a:bodyPr/>
        <a:lstStyle/>
        <a:p>
          <a:endParaRPr lang="es-PE" sz="1600"/>
        </a:p>
      </dgm:t>
    </dgm:pt>
    <dgm:pt modelId="{D51A4C42-5817-4497-97BD-1A28982F8006}" type="pres">
      <dgm:prSet presAssocID="{AC0F6528-5BD3-4AEF-B65C-E4789458E194}" presName="linear" presStyleCnt="0">
        <dgm:presLayoutVars>
          <dgm:animLvl val="lvl"/>
          <dgm:resizeHandles val="exact"/>
        </dgm:presLayoutVars>
      </dgm:prSet>
      <dgm:spPr/>
    </dgm:pt>
    <dgm:pt modelId="{C2588C65-392C-4404-8117-D7438579EE56}" type="pres">
      <dgm:prSet presAssocID="{22269329-85C5-44F2-95F0-1DAC4394893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9F6A0A6-93F6-46FA-8840-88A550063EB6}" type="pres">
      <dgm:prSet presAssocID="{63BC5AF9-0442-4534-85AC-301159A4A6EA}" presName="spacer" presStyleCnt="0"/>
      <dgm:spPr/>
    </dgm:pt>
    <dgm:pt modelId="{329DCEBC-5E59-47E4-89C2-3AF6D984B194}" type="pres">
      <dgm:prSet presAssocID="{DF0E6437-C6AA-4A55-AE9E-7B2C4FEAA0E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F3BF623-8DA7-4C27-9726-C10308D8F195}" type="pres">
      <dgm:prSet presAssocID="{0594A83E-050F-49C2-ADDD-54F6F21AA3E1}" presName="spacer" presStyleCnt="0"/>
      <dgm:spPr/>
    </dgm:pt>
    <dgm:pt modelId="{CCF19722-61C7-45FE-B3A0-D45B070A21D9}" type="pres">
      <dgm:prSet presAssocID="{E5B64949-53F9-47F1-A3B3-C8E2309ABB0A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DC95BE20-4457-4FB0-9596-D82435096BBE}" type="presOf" srcId="{AC0F6528-5BD3-4AEF-B65C-E4789458E194}" destId="{D51A4C42-5817-4497-97BD-1A28982F8006}" srcOrd="0" destOrd="0" presId="urn:microsoft.com/office/officeart/2005/8/layout/vList2"/>
    <dgm:cxn modelId="{994A3453-0689-4466-B0F7-CC835E4297B6}" srcId="{AC0F6528-5BD3-4AEF-B65C-E4789458E194}" destId="{DF0E6437-C6AA-4A55-AE9E-7B2C4FEAA0EB}" srcOrd="1" destOrd="0" parTransId="{89734547-A4FC-448D-8647-9FE903FF8FE8}" sibTransId="{0594A83E-050F-49C2-ADDD-54F6F21AA3E1}"/>
    <dgm:cxn modelId="{D614F675-FEE2-4F38-A976-09F1BE7578EA}" srcId="{AC0F6528-5BD3-4AEF-B65C-E4789458E194}" destId="{22269329-85C5-44F2-95F0-1DAC43948933}" srcOrd="0" destOrd="0" parTransId="{6E17E766-59A5-4B3C-ACDE-2C76AE102AE7}" sibTransId="{63BC5AF9-0442-4534-85AC-301159A4A6EA}"/>
    <dgm:cxn modelId="{979FCA8E-5339-40F2-A2C9-1926DD45B93B}" type="presOf" srcId="{DF0E6437-C6AA-4A55-AE9E-7B2C4FEAA0EB}" destId="{329DCEBC-5E59-47E4-89C2-3AF6D984B194}" srcOrd="0" destOrd="0" presId="urn:microsoft.com/office/officeart/2005/8/layout/vList2"/>
    <dgm:cxn modelId="{C90F3093-2951-4F28-BE7D-DF7C81BA2504}" type="presOf" srcId="{22269329-85C5-44F2-95F0-1DAC43948933}" destId="{C2588C65-392C-4404-8117-D7438579EE56}" srcOrd="0" destOrd="0" presId="urn:microsoft.com/office/officeart/2005/8/layout/vList2"/>
    <dgm:cxn modelId="{7BE78EB5-0C97-4FA4-A47F-5EE24A0A8533}" type="presOf" srcId="{E5B64949-53F9-47F1-A3B3-C8E2309ABB0A}" destId="{CCF19722-61C7-45FE-B3A0-D45B070A21D9}" srcOrd="0" destOrd="0" presId="urn:microsoft.com/office/officeart/2005/8/layout/vList2"/>
    <dgm:cxn modelId="{23E3FEE5-B94C-4786-B793-713F978BC899}" srcId="{AC0F6528-5BD3-4AEF-B65C-E4789458E194}" destId="{E5B64949-53F9-47F1-A3B3-C8E2309ABB0A}" srcOrd="2" destOrd="0" parTransId="{D0388B95-2548-4E94-AE0B-785D0CCDC9B9}" sibTransId="{E2D25C48-577B-459B-BF1A-A47EBFB4D922}"/>
    <dgm:cxn modelId="{7A6C93C5-E821-4AB0-AAB2-C682CCB0FD20}" type="presParOf" srcId="{D51A4C42-5817-4497-97BD-1A28982F8006}" destId="{C2588C65-392C-4404-8117-D7438579EE56}" srcOrd="0" destOrd="0" presId="urn:microsoft.com/office/officeart/2005/8/layout/vList2"/>
    <dgm:cxn modelId="{53D88126-0C50-4D5C-8857-D195178FC4A7}" type="presParOf" srcId="{D51A4C42-5817-4497-97BD-1A28982F8006}" destId="{B9F6A0A6-93F6-46FA-8840-88A550063EB6}" srcOrd="1" destOrd="0" presId="urn:microsoft.com/office/officeart/2005/8/layout/vList2"/>
    <dgm:cxn modelId="{5937BE80-10A2-4E47-9E1E-4BD06D25E793}" type="presParOf" srcId="{D51A4C42-5817-4497-97BD-1A28982F8006}" destId="{329DCEBC-5E59-47E4-89C2-3AF6D984B194}" srcOrd="2" destOrd="0" presId="urn:microsoft.com/office/officeart/2005/8/layout/vList2"/>
    <dgm:cxn modelId="{0AF34EC5-6647-48F4-8401-E1CC4C06DDFA}" type="presParOf" srcId="{D51A4C42-5817-4497-97BD-1A28982F8006}" destId="{EF3BF623-8DA7-4C27-9726-C10308D8F195}" srcOrd="3" destOrd="0" presId="urn:microsoft.com/office/officeart/2005/8/layout/vList2"/>
    <dgm:cxn modelId="{F83BB77F-D130-4956-9462-4BACB445AEBB}" type="presParOf" srcId="{D51A4C42-5817-4497-97BD-1A28982F8006}" destId="{CCF19722-61C7-45FE-B3A0-D45B070A21D9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BA8754-C83C-4F3A-9F11-ABF8A3C7139C}">
      <dsp:nvSpPr>
        <dsp:cNvPr id="0" name=""/>
        <dsp:cNvSpPr/>
      </dsp:nvSpPr>
      <dsp:spPr>
        <a:xfrm>
          <a:off x="852757" y="63"/>
          <a:ext cx="3203500" cy="192210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48000"/>
                <a:alpha val="88000"/>
                <a:satMod val="105000"/>
                <a:lumMod val="11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400" kern="1200" dirty="0"/>
            <a:t>Base de datos NoSQL orientada a documentos (JSON/BSON)</a:t>
          </a:r>
        </a:p>
      </dsp:txBody>
      <dsp:txXfrm>
        <a:off x="852757" y="63"/>
        <a:ext cx="3203500" cy="1922100"/>
      </dsp:txXfrm>
    </dsp:sp>
    <dsp:sp modelId="{4C69ACB6-8F17-4391-89DA-1396A34817A5}">
      <dsp:nvSpPr>
        <dsp:cNvPr id="0" name=""/>
        <dsp:cNvSpPr/>
      </dsp:nvSpPr>
      <dsp:spPr>
        <a:xfrm>
          <a:off x="4376607" y="63"/>
          <a:ext cx="3203500" cy="192210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48000"/>
                <a:alpha val="88000"/>
                <a:satMod val="105000"/>
                <a:lumMod val="11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 dirty="0"/>
            <a:t>No usa tablas ni filas, sino colecciones y documentos</a:t>
          </a:r>
          <a:endParaRPr lang="es-PE" sz="2400" kern="1200" dirty="0"/>
        </a:p>
      </dsp:txBody>
      <dsp:txXfrm>
        <a:off x="4376607" y="63"/>
        <a:ext cx="3203500" cy="1922100"/>
      </dsp:txXfrm>
    </dsp:sp>
    <dsp:sp modelId="{E889416D-9CBC-44C4-8C0E-D045585936C9}">
      <dsp:nvSpPr>
        <dsp:cNvPr id="0" name=""/>
        <dsp:cNvSpPr/>
      </dsp:nvSpPr>
      <dsp:spPr>
        <a:xfrm>
          <a:off x="852757" y="2242514"/>
          <a:ext cx="3203500" cy="192210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48000"/>
                <a:alpha val="88000"/>
                <a:satMod val="105000"/>
                <a:lumMod val="11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 dirty="0"/>
            <a:t>Es esquema flexible, no requiere estructura fija</a:t>
          </a:r>
          <a:endParaRPr lang="es-PE" sz="2400" kern="1200" dirty="0"/>
        </a:p>
      </dsp:txBody>
      <dsp:txXfrm>
        <a:off x="852757" y="2242514"/>
        <a:ext cx="3203500" cy="1922100"/>
      </dsp:txXfrm>
    </dsp:sp>
    <dsp:sp modelId="{F17BA98B-C72F-4F35-A0F7-DD725A1F5D8B}">
      <dsp:nvSpPr>
        <dsp:cNvPr id="0" name=""/>
        <dsp:cNvSpPr/>
      </dsp:nvSpPr>
      <dsp:spPr>
        <a:xfrm>
          <a:off x="4376607" y="2242514"/>
          <a:ext cx="3203500" cy="192210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48000"/>
                <a:alpha val="88000"/>
                <a:satMod val="105000"/>
                <a:lumMod val="11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 dirty="0"/>
            <a:t>Ideal para Big Data, microservicios y aplicaciones en tiempo real</a:t>
          </a:r>
          <a:endParaRPr lang="es-PE" sz="2400" kern="1200" dirty="0"/>
        </a:p>
      </dsp:txBody>
      <dsp:txXfrm>
        <a:off x="4376607" y="2242514"/>
        <a:ext cx="3203500" cy="19221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618290-8E13-4121-9463-A10CCE141623}">
      <dsp:nvSpPr>
        <dsp:cNvPr id="0" name=""/>
        <dsp:cNvSpPr/>
      </dsp:nvSpPr>
      <dsp:spPr>
        <a:xfrm>
          <a:off x="3908" y="1102078"/>
          <a:ext cx="1708909" cy="212403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2010–2014: mejoras de estabilidad, replicación y </a:t>
          </a:r>
          <a:r>
            <a:rPr lang="es-MX" sz="1600" kern="1200" dirty="0" err="1"/>
            <a:t>sharding</a:t>
          </a:r>
          <a:endParaRPr lang="es-PE" sz="1600" kern="1200" dirty="0"/>
        </a:p>
      </dsp:txBody>
      <dsp:txXfrm>
        <a:off x="53960" y="1152130"/>
        <a:ext cx="1608805" cy="2023933"/>
      </dsp:txXfrm>
    </dsp:sp>
    <dsp:sp modelId="{6EEC06EE-551F-4F62-A612-B9E366E35493}">
      <dsp:nvSpPr>
        <dsp:cNvPr id="0" name=""/>
        <dsp:cNvSpPr/>
      </dsp:nvSpPr>
      <dsp:spPr>
        <a:xfrm>
          <a:off x="1883709" y="1952192"/>
          <a:ext cx="362288" cy="423809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PE" sz="1300" kern="1200"/>
        </a:p>
      </dsp:txBody>
      <dsp:txXfrm>
        <a:off x="1883709" y="2036954"/>
        <a:ext cx="253602" cy="254285"/>
      </dsp:txXfrm>
    </dsp:sp>
    <dsp:sp modelId="{5843B522-4F27-42D9-9705-C99D407838FC}">
      <dsp:nvSpPr>
        <dsp:cNvPr id="0" name=""/>
        <dsp:cNvSpPr/>
      </dsp:nvSpPr>
      <dsp:spPr>
        <a:xfrm>
          <a:off x="2396381" y="1102078"/>
          <a:ext cx="1708909" cy="212403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2015: Lanza </a:t>
          </a:r>
          <a:r>
            <a:rPr lang="es-MX" sz="1600" kern="1200" dirty="0" err="1"/>
            <a:t>WiredTiger</a:t>
          </a:r>
          <a:r>
            <a:rPr lang="es-MX" sz="1600" kern="1200" dirty="0"/>
            <a:t> → motor de almacenamiento más rápido</a:t>
          </a:r>
          <a:endParaRPr lang="es-PE" sz="1600" kern="1200" dirty="0"/>
        </a:p>
      </dsp:txBody>
      <dsp:txXfrm>
        <a:off x="2446433" y="1152130"/>
        <a:ext cx="1608805" cy="2023933"/>
      </dsp:txXfrm>
    </dsp:sp>
    <dsp:sp modelId="{623951C7-4344-4F07-B30E-4FB03BAF9DA0}">
      <dsp:nvSpPr>
        <dsp:cNvPr id="0" name=""/>
        <dsp:cNvSpPr/>
      </dsp:nvSpPr>
      <dsp:spPr>
        <a:xfrm>
          <a:off x="4276182" y="1952192"/>
          <a:ext cx="362288" cy="423809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PE" sz="1300" kern="1200"/>
        </a:p>
      </dsp:txBody>
      <dsp:txXfrm>
        <a:off x="4276182" y="2036954"/>
        <a:ext cx="253602" cy="254285"/>
      </dsp:txXfrm>
    </dsp:sp>
    <dsp:sp modelId="{8AD7D739-C4B0-4EB5-8DDA-C32823659E77}">
      <dsp:nvSpPr>
        <dsp:cNvPr id="0" name=""/>
        <dsp:cNvSpPr/>
      </dsp:nvSpPr>
      <dsp:spPr>
        <a:xfrm>
          <a:off x="4788855" y="1102078"/>
          <a:ext cx="1708909" cy="212403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600" kern="1200" dirty="0"/>
            <a:t>2016–2019: Agrega </a:t>
          </a:r>
          <a:r>
            <a:rPr lang="es-PE" sz="1600" kern="1200" dirty="0" err="1"/>
            <a:t>multi-document</a:t>
          </a:r>
          <a:r>
            <a:rPr lang="es-PE" sz="1600" kern="1200" dirty="0"/>
            <a:t> </a:t>
          </a:r>
          <a:r>
            <a:rPr lang="es-PE" sz="1600" kern="1200" dirty="0" err="1"/>
            <a:t>transactions</a:t>
          </a:r>
          <a:r>
            <a:rPr lang="es-PE" sz="1600" kern="1200" dirty="0"/>
            <a:t> (transacciones reales)</a:t>
          </a:r>
        </a:p>
      </dsp:txBody>
      <dsp:txXfrm>
        <a:off x="4838907" y="1152130"/>
        <a:ext cx="1608805" cy="2023933"/>
      </dsp:txXfrm>
    </dsp:sp>
    <dsp:sp modelId="{69CFA116-3981-495E-9E1E-235B112F97BB}">
      <dsp:nvSpPr>
        <dsp:cNvPr id="0" name=""/>
        <dsp:cNvSpPr/>
      </dsp:nvSpPr>
      <dsp:spPr>
        <a:xfrm>
          <a:off x="6668655" y="1952192"/>
          <a:ext cx="362288" cy="423809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PE" sz="1300" kern="1200"/>
        </a:p>
      </dsp:txBody>
      <dsp:txXfrm>
        <a:off x="6668655" y="2036954"/>
        <a:ext cx="253602" cy="254285"/>
      </dsp:txXfrm>
    </dsp:sp>
    <dsp:sp modelId="{F20953A1-AD98-4930-8792-5743B31F9A66}">
      <dsp:nvSpPr>
        <dsp:cNvPr id="0" name=""/>
        <dsp:cNvSpPr/>
      </dsp:nvSpPr>
      <dsp:spPr>
        <a:xfrm>
          <a:off x="7181328" y="1102078"/>
          <a:ext cx="1708909" cy="2124037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600" kern="1200" dirty="0"/>
            <a:t>2020–2024: Mejoras de performance, Consultas distribuidas, </a:t>
          </a:r>
          <a:r>
            <a:rPr lang="es-PE" sz="1600" kern="1200" dirty="0" err="1"/>
            <a:t>Serverless</a:t>
          </a:r>
          <a:r>
            <a:rPr lang="es-PE" sz="1600" kern="1200" dirty="0"/>
            <a:t>, time-series, full-</a:t>
          </a:r>
          <a:r>
            <a:rPr lang="es-PE" sz="1600" kern="1200" dirty="0" err="1"/>
            <a:t>text</a:t>
          </a:r>
          <a:r>
            <a:rPr lang="es-PE" sz="1600" kern="1200" dirty="0"/>
            <a:t> </a:t>
          </a:r>
          <a:r>
            <a:rPr lang="es-PE" sz="1600" kern="1200" dirty="0" err="1"/>
            <a:t>search</a:t>
          </a:r>
          <a:r>
            <a:rPr lang="es-PE" sz="1600" kern="1200" dirty="0"/>
            <a:t> integrado</a:t>
          </a:r>
        </a:p>
      </dsp:txBody>
      <dsp:txXfrm>
        <a:off x="7231380" y="1152130"/>
        <a:ext cx="1608805" cy="202393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C0E2AF-35FD-4819-8D33-15ED8BF52C99}">
      <dsp:nvSpPr>
        <dsp:cNvPr id="0" name=""/>
        <dsp:cNvSpPr/>
      </dsp:nvSpPr>
      <dsp:spPr>
        <a:xfrm>
          <a:off x="0" y="464907"/>
          <a:ext cx="2836637" cy="170198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800" kern="1200" dirty="0"/>
            <a:t>Replica Set con </a:t>
          </a:r>
          <a:r>
            <a:rPr lang="es-PE" sz="2800" kern="1200" dirty="0" err="1"/>
            <a:t>failover</a:t>
          </a:r>
          <a:r>
            <a:rPr lang="es-PE" sz="2800" kern="1200" dirty="0"/>
            <a:t> automático</a:t>
          </a:r>
        </a:p>
      </dsp:txBody>
      <dsp:txXfrm>
        <a:off x="0" y="464907"/>
        <a:ext cx="2836637" cy="1701982"/>
      </dsp:txXfrm>
    </dsp:sp>
    <dsp:sp modelId="{C748EBD4-EF22-44C7-B937-70103E11B8E5}">
      <dsp:nvSpPr>
        <dsp:cNvPr id="0" name=""/>
        <dsp:cNvSpPr/>
      </dsp:nvSpPr>
      <dsp:spPr>
        <a:xfrm>
          <a:off x="3120301" y="464907"/>
          <a:ext cx="2836637" cy="1701982"/>
        </a:xfrm>
        <a:prstGeom prst="rect">
          <a:avLst/>
        </a:prstGeom>
        <a:solidFill>
          <a:schemeClr val="accent5">
            <a:hueOff val="2183923"/>
            <a:satOff val="-11410"/>
            <a:lumOff val="2696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/>
            <a:t>Votación para elegir un nuevo </a:t>
          </a:r>
          <a:r>
            <a:rPr lang="es-MX" sz="2800" kern="1200" dirty="0" err="1"/>
            <a:t>Primary</a:t>
          </a:r>
          <a:endParaRPr lang="es-PE" sz="2800" kern="1200" dirty="0"/>
        </a:p>
      </dsp:txBody>
      <dsp:txXfrm>
        <a:off x="3120301" y="464907"/>
        <a:ext cx="2836637" cy="1701982"/>
      </dsp:txXfrm>
    </dsp:sp>
    <dsp:sp modelId="{FFA5E49F-63CD-4C03-B6F8-74D686278B45}">
      <dsp:nvSpPr>
        <dsp:cNvPr id="0" name=""/>
        <dsp:cNvSpPr/>
      </dsp:nvSpPr>
      <dsp:spPr>
        <a:xfrm>
          <a:off x="6240602" y="464907"/>
          <a:ext cx="2836637" cy="1701982"/>
        </a:xfrm>
        <a:prstGeom prst="rect">
          <a:avLst/>
        </a:prstGeom>
        <a:solidFill>
          <a:schemeClr val="accent5">
            <a:hueOff val="4367846"/>
            <a:satOff val="-22820"/>
            <a:lumOff val="5392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/>
            <a:t>Sin tiempo de inactividad en la mayoría de casos</a:t>
          </a:r>
          <a:endParaRPr lang="es-PE" sz="2800" kern="1200" dirty="0"/>
        </a:p>
      </dsp:txBody>
      <dsp:txXfrm>
        <a:off x="6240602" y="464907"/>
        <a:ext cx="2836637" cy="1701982"/>
      </dsp:txXfrm>
    </dsp:sp>
    <dsp:sp modelId="{DDFCB282-B641-4914-A871-2D5961D25A3E}">
      <dsp:nvSpPr>
        <dsp:cNvPr id="0" name=""/>
        <dsp:cNvSpPr/>
      </dsp:nvSpPr>
      <dsp:spPr>
        <a:xfrm>
          <a:off x="1560150" y="2450553"/>
          <a:ext cx="2836637" cy="1701982"/>
        </a:xfrm>
        <a:prstGeom prst="rect">
          <a:avLst/>
        </a:prstGeom>
        <a:solidFill>
          <a:schemeClr val="accent5">
            <a:hueOff val="6551770"/>
            <a:satOff val="-34229"/>
            <a:lumOff val="8088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/>
            <a:t>Escritos con </a:t>
          </a:r>
          <a:r>
            <a:rPr lang="es-MX" sz="2800" kern="1200" dirty="0" err="1"/>
            <a:t>majority</a:t>
          </a:r>
          <a:r>
            <a:rPr lang="es-MX" sz="2800" kern="1200" dirty="0"/>
            <a:t> permanecen seguros</a:t>
          </a:r>
          <a:endParaRPr lang="es-PE" sz="2800" kern="1200" dirty="0"/>
        </a:p>
      </dsp:txBody>
      <dsp:txXfrm>
        <a:off x="1560150" y="2450553"/>
        <a:ext cx="2836637" cy="1701982"/>
      </dsp:txXfrm>
    </dsp:sp>
    <dsp:sp modelId="{7BBC7BD0-D318-46CE-921C-84846E092125}">
      <dsp:nvSpPr>
        <dsp:cNvPr id="0" name=""/>
        <dsp:cNvSpPr/>
      </dsp:nvSpPr>
      <dsp:spPr>
        <a:xfrm>
          <a:off x="4680451" y="2450553"/>
          <a:ext cx="2836637" cy="1701982"/>
        </a:xfrm>
        <a:prstGeom prst="rect">
          <a:avLst/>
        </a:prstGeom>
        <a:solidFill>
          <a:schemeClr val="accent5">
            <a:hueOff val="8735693"/>
            <a:satOff val="-45639"/>
            <a:lumOff val="10784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800" kern="1200" dirty="0" err="1"/>
            <a:t>Backups</a:t>
          </a:r>
          <a:r>
            <a:rPr lang="es-PE" sz="2800" kern="1200" dirty="0"/>
            <a:t> automáticos en Atlas</a:t>
          </a:r>
        </a:p>
      </dsp:txBody>
      <dsp:txXfrm>
        <a:off x="4680451" y="2450553"/>
        <a:ext cx="2836637" cy="170198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4213BF-19EE-4D9C-A64A-AA69216E9ACF}">
      <dsp:nvSpPr>
        <dsp:cNvPr id="0" name=""/>
        <dsp:cNvSpPr/>
      </dsp:nvSpPr>
      <dsp:spPr>
        <a:xfrm>
          <a:off x="0" y="0"/>
          <a:ext cx="5243805" cy="91665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kern="1200" dirty="0"/>
            <a:t>Manejo de perfiles, catálogos y actividades de usuarios.</a:t>
          </a:r>
          <a:endParaRPr lang="es-PE" sz="1900" kern="1200" dirty="0"/>
        </a:p>
      </dsp:txBody>
      <dsp:txXfrm>
        <a:off x="1140426" y="0"/>
        <a:ext cx="4103378" cy="916658"/>
      </dsp:txXfrm>
    </dsp:sp>
    <dsp:sp modelId="{406D7094-3813-46BD-88D5-49A2E38EC0DF}">
      <dsp:nvSpPr>
        <dsp:cNvPr id="0" name=""/>
        <dsp:cNvSpPr/>
      </dsp:nvSpPr>
      <dsp:spPr>
        <a:xfrm>
          <a:off x="91665" y="91665"/>
          <a:ext cx="1048761" cy="733327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/>
          <a:srcRect/>
          <a:stretch>
            <a:fillRect l="-24000" r="-24000"/>
          </a:stretch>
        </a:blip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2265EE-2336-451E-A685-6E368D9D41B4}">
      <dsp:nvSpPr>
        <dsp:cNvPr id="0" name=""/>
        <dsp:cNvSpPr/>
      </dsp:nvSpPr>
      <dsp:spPr>
        <a:xfrm>
          <a:off x="0" y="1008324"/>
          <a:ext cx="5243805" cy="91665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kern="1200" dirty="0"/>
            <a:t>Microservicios y aplicaciones de IA.</a:t>
          </a:r>
          <a:endParaRPr lang="es-PE" sz="1900" kern="1200" dirty="0"/>
        </a:p>
      </dsp:txBody>
      <dsp:txXfrm>
        <a:off x="1140426" y="1008324"/>
        <a:ext cx="4103378" cy="916658"/>
      </dsp:txXfrm>
    </dsp:sp>
    <dsp:sp modelId="{C3591FF8-ADB1-49AF-8F0A-0C6A2CE37028}">
      <dsp:nvSpPr>
        <dsp:cNvPr id="0" name=""/>
        <dsp:cNvSpPr/>
      </dsp:nvSpPr>
      <dsp:spPr>
        <a:xfrm>
          <a:off x="91665" y="1099990"/>
          <a:ext cx="1048761" cy="733327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/>
          <a:srcRect/>
          <a:stretch>
            <a:fillRect t="-8000" b="-8000"/>
          </a:stretch>
        </a:blip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10F381-2F65-45C1-BB21-26D4F8892026}">
      <dsp:nvSpPr>
        <dsp:cNvPr id="0" name=""/>
        <dsp:cNvSpPr/>
      </dsp:nvSpPr>
      <dsp:spPr>
        <a:xfrm>
          <a:off x="0" y="2016649"/>
          <a:ext cx="5243805" cy="91665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900" kern="1200" dirty="0"/>
            <a:t>Administración de contenido dinámico</a:t>
          </a:r>
          <a:r>
            <a:rPr lang="es-MX" sz="1900" kern="1200" dirty="0"/>
            <a:t>.</a:t>
          </a:r>
          <a:endParaRPr lang="es-PE" sz="1900" kern="1200" dirty="0"/>
        </a:p>
      </dsp:txBody>
      <dsp:txXfrm>
        <a:off x="1140426" y="2016649"/>
        <a:ext cx="4103378" cy="916658"/>
      </dsp:txXfrm>
    </dsp:sp>
    <dsp:sp modelId="{63CECBCE-850D-440E-AC2F-A1C7D8FF5B59}">
      <dsp:nvSpPr>
        <dsp:cNvPr id="0" name=""/>
        <dsp:cNvSpPr/>
      </dsp:nvSpPr>
      <dsp:spPr>
        <a:xfrm>
          <a:off x="91665" y="2108315"/>
          <a:ext cx="1048761" cy="733327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3"/>
          <a:srcRect/>
          <a:stretch>
            <a:fillRect t="-22000" b="-22000"/>
          </a:stretch>
        </a:blip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D8A366-698A-43C7-BA17-14745C030C56}">
      <dsp:nvSpPr>
        <dsp:cNvPr id="0" name=""/>
        <dsp:cNvSpPr/>
      </dsp:nvSpPr>
      <dsp:spPr>
        <a:xfrm>
          <a:off x="0" y="3024974"/>
          <a:ext cx="5243805" cy="91665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kern="1200" dirty="0"/>
            <a:t>Almacenamiento de viajes, seguimiento y </a:t>
          </a:r>
          <a:r>
            <a:rPr lang="es-MX" sz="1900" kern="1200" dirty="0" err="1"/>
            <a:t>matching</a:t>
          </a:r>
          <a:r>
            <a:rPr lang="es-MX" sz="1900" kern="1200" dirty="0"/>
            <a:t> en tiempo real.</a:t>
          </a:r>
          <a:endParaRPr lang="es-PE" sz="1900" kern="1200" dirty="0"/>
        </a:p>
      </dsp:txBody>
      <dsp:txXfrm>
        <a:off x="1140426" y="3024974"/>
        <a:ext cx="4103378" cy="916658"/>
      </dsp:txXfrm>
    </dsp:sp>
    <dsp:sp modelId="{D970F850-8290-497A-ACA7-DBD8C0688281}">
      <dsp:nvSpPr>
        <dsp:cNvPr id="0" name=""/>
        <dsp:cNvSpPr/>
      </dsp:nvSpPr>
      <dsp:spPr>
        <a:xfrm>
          <a:off x="91665" y="3116640"/>
          <a:ext cx="1048761" cy="733327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4"/>
          <a:srcRect/>
          <a:stretch>
            <a:fillRect t="-10000" b="-10000"/>
          </a:stretch>
        </a:blip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3144BB-0FC1-4011-96BB-D56EE8E067DB}">
      <dsp:nvSpPr>
        <dsp:cNvPr id="0" name=""/>
        <dsp:cNvSpPr/>
      </dsp:nvSpPr>
      <dsp:spPr>
        <a:xfrm>
          <a:off x="0" y="4033299"/>
          <a:ext cx="5243805" cy="91665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900" kern="1200" dirty="0"/>
            <a:t>Estadísticas de millones de jugadores simultáneamente.</a:t>
          </a:r>
        </a:p>
      </dsp:txBody>
      <dsp:txXfrm>
        <a:off x="1140426" y="4033299"/>
        <a:ext cx="4103378" cy="916658"/>
      </dsp:txXfrm>
    </dsp:sp>
    <dsp:sp modelId="{B9B4AC59-0DA4-43F4-A7E5-274D244E99D8}">
      <dsp:nvSpPr>
        <dsp:cNvPr id="0" name=""/>
        <dsp:cNvSpPr/>
      </dsp:nvSpPr>
      <dsp:spPr>
        <a:xfrm>
          <a:off x="91665" y="4124964"/>
          <a:ext cx="1048761" cy="733327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5"/>
          <a:srcRect/>
          <a:stretch>
            <a:fillRect t="-10000" b="-10000"/>
          </a:stretch>
        </a:blip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A4AD49-2FA3-43CF-9B55-AB608D92C5DD}">
      <dsp:nvSpPr>
        <dsp:cNvPr id="0" name=""/>
        <dsp:cNvSpPr/>
      </dsp:nvSpPr>
      <dsp:spPr>
        <a:xfrm>
          <a:off x="692704" y="1008697"/>
          <a:ext cx="6696144" cy="3460526"/>
        </a:xfrm>
        <a:prstGeom prst="rect">
          <a:avLst/>
        </a:prstGeom>
        <a:solidFill>
          <a:schemeClr val="accent2">
            <a:lumMod val="50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3B4B33-56DC-49C6-9641-F05B5ED21133}">
      <dsp:nvSpPr>
        <dsp:cNvPr id="0" name=""/>
        <dsp:cNvSpPr/>
      </dsp:nvSpPr>
      <dsp:spPr>
        <a:xfrm>
          <a:off x="892819" y="1413410"/>
          <a:ext cx="3109474" cy="29604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200" kern="1200" dirty="0"/>
            <a:t>- Flexible (sin esquema obligatorio)</a:t>
          </a:r>
        </a:p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200" kern="1200" dirty="0"/>
            <a:t>- Escalable horizontalmente</a:t>
          </a:r>
        </a:p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200" kern="1200" dirty="0"/>
            <a:t>- Alto rendimiento</a:t>
          </a:r>
        </a:p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200" kern="1200" dirty="0"/>
            <a:t>- Replicación integrada</a:t>
          </a:r>
        </a:p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200" kern="1200" dirty="0"/>
            <a:t>- Integración sencilla con apps modernas</a:t>
          </a:r>
          <a:endParaRPr lang="es-PE" sz="2200" kern="1200" dirty="0"/>
        </a:p>
      </dsp:txBody>
      <dsp:txXfrm>
        <a:off x="892819" y="1413410"/>
        <a:ext cx="3109474" cy="2960438"/>
      </dsp:txXfrm>
    </dsp:sp>
    <dsp:sp modelId="{2C2F503D-7C91-48E9-AC1B-9D152DC0DF7F}">
      <dsp:nvSpPr>
        <dsp:cNvPr id="0" name=""/>
        <dsp:cNvSpPr/>
      </dsp:nvSpPr>
      <dsp:spPr>
        <a:xfrm>
          <a:off x="4071563" y="1413410"/>
          <a:ext cx="3109474" cy="29604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200" kern="1200" dirty="0"/>
            <a:t>- No ideal para transacciones complejas</a:t>
          </a:r>
          <a:endParaRPr lang="es-PE" sz="2200" kern="1200" dirty="0"/>
        </a:p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200" kern="1200" dirty="0"/>
            <a:t>- Más consumo de espacio por documentos</a:t>
          </a:r>
        </a:p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200" kern="1200" dirty="0"/>
            <a:t>- Menor consistencia estricta comparado con SQL</a:t>
          </a:r>
          <a:endParaRPr lang="es-PE" sz="2200" kern="1200" dirty="0"/>
        </a:p>
      </dsp:txBody>
      <dsp:txXfrm>
        <a:off x="4071563" y="1413410"/>
        <a:ext cx="3109474" cy="2960438"/>
      </dsp:txXfrm>
    </dsp:sp>
    <dsp:sp modelId="{97B325AA-E277-4872-849D-9A18A5D5E336}">
      <dsp:nvSpPr>
        <dsp:cNvPr id="0" name=""/>
        <dsp:cNvSpPr/>
      </dsp:nvSpPr>
      <dsp:spPr>
        <a:xfrm>
          <a:off x="0" y="316169"/>
          <a:ext cx="1308442" cy="1308442"/>
        </a:xfrm>
        <a:prstGeom prst="plus">
          <a:avLst>
            <a:gd name="adj" fmla="val 32810"/>
          </a:avLst>
        </a:prstGeom>
        <a:solidFill>
          <a:schemeClr val="tx2">
            <a:lumMod val="1000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2259BA-F2B2-43A2-8511-D6F80EE4EFB6}">
      <dsp:nvSpPr>
        <dsp:cNvPr id="0" name=""/>
        <dsp:cNvSpPr/>
      </dsp:nvSpPr>
      <dsp:spPr>
        <a:xfrm>
          <a:off x="6465243" y="786717"/>
          <a:ext cx="1231474" cy="422015"/>
        </a:xfrm>
        <a:prstGeom prst="rect">
          <a:avLst/>
        </a:prstGeom>
        <a:solidFill>
          <a:srgbClr val="FF0000"/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3CF293-FAE4-4CC3-BB1C-0C1D99128E9E}">
      <dsp:nvSpPr>
        <dsp:cNvPr id="0" name=""/>
        <dsp:cNvSpPr/>
      </dsp:nvSpPr>
      <dsp:spPr>
        <a:xfrm>
          <a:off x="4040776" y="1419740"/>
          <a:ext cx="769" cy="2827503"/>
        </a:xfrm>
        <a:prstGeom prst="line">
          <a:avLst/>
        </a:prstGeom>
        <a:noFill/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588C65-392C-4404-8117-D7438579EE56}">
      <dsp:nvSpPr>
        <dsp:cNvPr id="0" name=""/>
        <dsp:cNvSpPr/>
      </dsp:nvSpPr>
      <dsp:spPr>
        <a:xfrm>
          <a:off x="0" y="348090"/>
          <a:ext cx="8128000" cy="13689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000" kern="1200" dirty="0"/>
            <a:t>MongoDB ofrece una arquitectura altamente flexible y escalable, permitiendo manejar grandes volúmenes de información sin sacrificar rendimiento gracias a su modelo documental y su escalabilidad horizontal.</a:t>
          </a:r>
          <a:endParaRPr lang="es-PE" sz="2000" kern="1200" dirty="0"/>
        </a:p>
      </dsp:txBody>
      <dsp:txXfrm>
        <a:off x="66824" y="414914"/>
        <a:ext cx="7994352" cy="1235252"/>
      </dsp:txXfrm>
    </dsp:sp>
    <dsp:sp modelId="{329DCEBC-5E59-47E4-89C2-3AF6D984B194}">
      <dsp:nvSpPr>
        <dsp:cNvPr id="0" name=""/>
        <dsp:cNvSpPr/>
      </dsp:nvSpPr>
      <dsp:spPr>
        <a:xfrm>
          <a:off x="0" y="1904190"/>
          <a:ext cx="8128000" cy="1368900"/>
        </a:xfrm>
        <a:prstGeom prst="roundRect">
          <a:avLst/>
        </a:prstGeom>
        <a:solidFill>
          <a:schemeClr val="accent5">
            <a:hueOff val="4367846"/>
            <a:satOff val="-22820"/>
            <a:lumOff val="5392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000" kern="1200" dirty="0"/>
            <a:t>Su sistema de replicación y tolerancia a fallos garantiza alta disponibilidad, resiliencia y continuidad operativa, convirtiéndolo en una base de datos confiable para aplicaciones críticas y distribuidas.</a:t>
          </a:r>
          <a:endParaRPr lang="es-PE" sz="2000" kern="1200" dirty="0"/>
        </a:p>
      </dsp:txBody>
      <dsp:txXfrm>
        <a:off x="66824" y="1971014"/>
        <a:ext cx="7994352" cy="1235252"/>
      </dsp:txXfrm>
    </dsp:sp>
    <dsp:sp modelId="{CCF19722-61C7-45FE-B3A0-D45B070A21D9}">
      <dsp:nvSpPr>
        <dsp:cNvPr id="0" name=""/>
        <dsp:cNvSpPr/>
      </dsp:nvSpPr>
      <dsp:spPr>
        <a:xfrm>
          <a:off x="0" y="3460290"/>
          <a:ext cx="8128000" cy="1368900"/>
        </a:xfrm>
        <a:prstGeom prst="roundRect">
          <a:avLst/>
        </a:prstGeom>
        <a:solidFill>
          <a:schemeClr val="accent5">
            <a:hueOff val="8735693"/>
            <a:satOff val="-45639"/>
            <a:lumOff val="10784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000" kern="1200" dirty="0"/>
            <a:t>La adopción global por parte de empresas líderes demuestra su efectividad en el mundo real, consolidándose como una solución moderna para aplicaciones que requieren rapidez, adaptabilidad y análisis eficiente de datos.</a:t>
          </a:r>
          <a:endParaRPr lang="es-PE" sz="2000" kern="1200" dirty="0"/>
        </a:p>
      </dsp:txBody>
      <dsp:txXfrm>
        <a:off x="66824" y="3527114"/>
        <a:ext cx="7994352" cy="12352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9/3/layout/PlusandMinus">
  <dgm:title val=""/>
  <dgm:desc val=""/>
  <dgm:catLst>
    <dgm:cat type="relationship" pri="36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clrData>
  <dgm:layoutNode name="Name0">
    <dgm:varLst>
      <dgm:chMax val="2"/>
      <dgm:chPref val="2"/>
      <dgm:dir/>
      <dgm:animOne/>
      <dgm:resizeHandles val="exact"/>
    </dgm:varLst>
    <dgm:alg type="composite">
      <dgm:param type="ar" val="1.8238"/>
    </dgm:alg>
    <dgm:shape xmlns:r="http://schemas.openxmlformats.org/officeDocument/2006/relationships" r:blip="">
      <dgm:adjLst/>
    </dgm:shape>
    <dgm:choose name="Name1">
      <dgm:if name="Name2" func="var" arg="dir" op="equ" val="norm">
        <dgm:constrLst>
          <dgm:constr type="primFontSz" for="des" ptType="node" op="equ" val="65"/>
          <dgm:constr type="l" for="ch" forName="Background" refType="w" fact="0.09"/>
          <dgm:constr type="t" for="ch" forName="Background" refType="h" fact="0.1641"/>
          <dgm:constr type="w" for="ch" forName="Background" refType="w" fact="0.87"/>
          <dgm:constr type="h" for="ch" forName="Background" refType="h" fact="0.82"/>
          <dgm:constr type="l" for="ch" forName="ParentText1" refType="w" fact="0.116"/>
          <dgm:constr type="t" for="ch" forName="ParentText1" refType="h" fact="0.26"/>
          <dgm:constr type="w" for="ch" forName="ParentText1" refType="w" fact="0.404"/>
          <dgm:constr type="h" for="ch" forName="ParentText1" refType="h" fact="0.7015"/>
          <dgm:constr type="l" for="ch" forName="ParentText2" refType="w" fact="0.529"/>
          <dgm:constr type="t" for="ch" forName="ParentText2" refType="h" fact="0.26"/>
          <dgm:constr type="w" for="ch" forName="ParentText2" refType="w" fact="0.404"/>
          <dgm:constr type="h" for="ch" forName="ParentText2" refType="h" fact="0.7015"/>
          <dgm:constr type="l" for="ch" forName="Plus" refType="w" fact="0"/>
          <dgm:constr type="t" for="ch" forName="Plus" refType="h" fact="0"/>
          <dgm:constr type="w" for="ch" forName="Plus" refType="w" fact="0.17"/>
          <dgm:constr type="h" for="ch" forName="Plus" refType="w" refFor="ch" refForName="Plus"/>
          <dgm:constr type="l" for="ch" forName="Minus" refType="w" fact="0.84"/>
          <dgm:constr type="t" for="ch" forName="Minus" refType="h" fact="0.1115"/>
          <dgm:constr type="w" for="ch" forName="Minus" refType="w" fact="0.16"/>
          <dgm:constr type="h" for="ch" forName="Minus" refType="h" fact="0.1"/>
          <dgm:constr type="l" for="ch" forName="Divider" refType="w" fact="0.525"/>
          <dgm:constr type="t" for="ch" forName="Divider" refType="h" fact="0.2615"/>
          <dgm:constr type="w" for="ch" forName="Divider" refType="w" fact="0.0001"/>
          <dgm:constr type="h" for="ch" forName="Divider" refType="h" fact="0.67"/>
        </dgm:constrLst>
      </dgm:if>
      <dgm:else name="Name3">
        <dgm:constrLst>
          <dgm:constr type="primFontSz" for="des" ptType="node" op="equ" val="65"/>
          <dgm:constr type="r" for="ch" forName="Background" refType="w" fact="-0.09"/>
          <dgm:constr type="t" for="ch" forName="Background" refType="h" fact="0.1641"/>
          <dgm:constr type="w" for="ch" forName="Background" refType="w" fact="0.87"/>
          <dgm:constr type="h" for="ch" forName="Background" refType="h" fact="0.82"/>
          <dgm:constr type="r" for="ch" forName="ParentText1" refType="w" fact="-0.116"/>
          <dgm:constr type="t" for="ch" forName="ParentText1" refType="h" fact="0.26"/>
          <dgm:constr type="w" for="ch" forName="ParentText1" refType="w" fact="0.404"/>
          <dgm:constr type="h" for="ch" forName="ParentText1" refType="h" fact="0.7015"/>
          <dgm:constr type="r" for="ch" forName="ParentText2" refType="w" fact="-0.529"/>
          <dgm:constr type="t" for="ch" forName="ParentText2" refType="h" fact="0.26"/>
          <dgm:constr type="w" for="ch" forName="ParentText2" refType="w" fact="0.404"/>
          <dgm:constr type="h" for="ch" forName="ParentText2" refType="h" fact="0.7015"/>
          <dgm:constr type="r" for="ch" forName="Plus" refType="w" fact="0"/>
          <dgm:constr type="t" for="ch" forName="Plus" refType="h" fact="0"/>
          <dgm:constr type="w" for="ch" forName="Plus" refType="w" fact="0.17"/>
          <dgm:constr type="h" for="ch" forName="Plus" refType="w" refFor="ch" refForName="Plus"/>
          <dgm:constr type="r" for="ch" forName="Minus" refType="w" fact="-0.84"/>
          <dgm:constr type="t" for="ch" forName="Minus" refType="h" fact="0.1115"/>
          <dgm:constr type="w" for="ch" forName="Minus" refType="w" fact="0.16"/>
          <dgm:constr type="h" for="ch" forName="Minus" refType="h" fact="0.1"/>
          <dgm:constr type="r" for="ch" forName="Divider" refType="w" fact="-0.525"/>
          <dgm:constr type="t" for="ch" forName="Divider" refType="h" fact="0.2615"/>
          <dgm:constr type="w" for="ch" forName="Divider" refType="w" fact="0.0001"/>
          <dgm:constr type="h" for="ch" forName="Divider" refType="h" fact="0.67"/>
        </dgm:constrLst>
      </dgm:else>
    </dgm:choose>
    <dgm:layoutNode name="Background" styleLbl="bgImgPlace1">
      <dgm:alg type="sp"/>
      <dgm:shape xmlns:r="http://schemas.openxmlformats.org/officeDocument/2006/relationships" type="rect" r:blip="">
        <dgm:adjLst/>
      </dgm:shape>
      <dgm:presOf/>
    </dgm:layoutNode>
    <dgm:layoutNode name="ParentText1" styleLbl="revTx">
      <dgm:varLst>
        <dgm:chMax val="0"/>
        <dgm:chPref val="0"/>
        <dgm:bulletEnabled val="1"/>
      </dgm:varLst>
      <dgm:alg type="tx">
        <dgm:param type="parTxLTRAlign" val="l"/>
        <dgm:param type="txAnchorVert" val="t"/>
      </dgm:alg>
      <dgm:shape xmlns:r="http://schemas.openxmlformats.org/officeDocument/2006/relationships" type="rect" r:blip="">
        <dgm:adjLst/>
      </dgm:shape>
      <dgm:presOf axis="ch desOrSelf" ptType="node node" st="1 1" cnt="1 0"/>
      <dgm:constrLst>
        <dgm:constr type="lMarg" refType="primFontSz" fact="0.15"/>
        <dgm:constr type="rMarg" refType="primFontSz" fact="0.15"/>
        <dgm:constr type="tMarg" refType="primFontSz" fact="0.15"/>
        <dgm:constr type="bMarg" refType="primFontSz" fact="0.15"/>
      </dgm:constrLst>
      <dgm:ruleLst>
        <dgm:rule type="primFontSz" val="5" fact="NaN" max="NaN"/>
      </dgm:ruleLst>
    </dgm:layoutNode>
    <dgm:layoutNode name="ParentText2" styleLbl="revTx">
      <dgm:varLst>
        <dgm:chMax val="0"/>
        <dgm:chPref val="0"/>
        <dgm:bulletEnabled val="1"/>
      </dgm:varLst>
      <dgm:alg type="tx">
        <dgm:param type="parTxLTRAlign" val="l"/>
        <dgm:param type="txAnchorVert" val="t"/>
      </dgm:alg>
      <dgm:shape xmlns:r="http://schemas.openxmlformats.org/officeDocument/2006/relationships" type="rect" r:blip="">
        <dgm:adjLst/>
      </dgm:shape>
      <dgm:presOf axis="ch desOrSelf" ptType="node node" st="2 1" cnt="1 0"/>
      <dgm:constrLst>
        <dgm:constr type="lMarg" refType="primFontSz" fact="0.15"/>
        <dgm:constr type="rMarg" refType="primFontSz" fact="0.15"/>
        <dgm:constr type="tMarg" refType="primFontSz" fact="0.15"/>
        <dgm:constr type="bMarg" refType="primFontSz" fact="0.15"/>
      </dgm:constrLst>
      <dgm:ruleLst>
        <dgm:rule type="primFontSz" val="5" fact="NaN" max="NaN"/>
      </dgm:ruleLst>
    </dgm:layoutNode>
    <dgm:layoutNode name="Plus" styleLbl="alignNode1">
      <dgm:alg type="sp"/>
      <dgm:shape xmlns:r="http://schemas.openxmlformats.org/officeDocument/2006/relationships" type="plus" r:blip="">
        <dgm:adjLst>
          <dgm:adj idx="1" val="0.3281"/>
        </dgm:adjLst>
      </dgm:shape>
      <dgm:presOf/>
    </dgm:layoutNode>
    <dgm:layoutNode name="Minus" styleLbl="alignNode1">
      <dgm:alg type="sp"/>
      <dgm:shape xmlns:r="http://schemas.openxmlformats.org/officeDocument/2006/relationships" type="rect" r:blip="">
        <dgm:adjLst/>
      </dgm:shape>
      <dgm:presOf/>
    </dgm:layoutNode>
    <dgm:layoutNode name="Divider" styleLbl="parChTrans1D1">
      <dgm:alg type="sp"/>
      <dgm:shape xmlns:r="http://schemas.openxmlformats.org/officeDocument/2006/relationships" type="line" r:blip="">
        <dgm:adjLst/>
      </dgm:shape>
      <dgm:presOf/>
    </dgm:layoutNod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4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4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4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4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7" Type="http://schemas.openxmlformats.org/officeDocument/2006/relationships/image" Target="../media/image4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3F8829-9050-1457-0BE5-493815FF2C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PE" b="1" dirty="0"/>
              <a:t>MONGODB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23ACD5F-997C-A0F2-48A7-98D106B536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/>
              <a:t>Base de Datos</a:t>
            </a:r>
            <a:endParaRPr lang="es-PE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03DD26B-71F0-7735-E7FA-2A431518FC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6718" y="5790073"/>
            <a:ext cx="3225282" cy="870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49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23A14D-73ED-C582-1346-A66A77294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b="1" dirty="0"/>
              <a:t>¿QUÉ ES MONGODB?</a:t>
            </a:r>
          </a:p>
        </p:txBody>
      </p:sp>
      <p:graphicFrame>
        <p:nvGraphicFramePr>
          <p:cNvPr id="5" name="Marcador de contenido 4">
            <a:extLst>
              <a:ext uri="{FF2B5EF4-FFF2-40B4-BE49-F238E27FC236}">
                <a16:creationId xmlns:a16="http://schemas.microsoft.com/office/drawing/2014/main" id="{AF079415-E184-D7C1-102C-760784E56A3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0861978"/>
              </p:ext>
            </p:extLst>
          </p:nvPr>
        </p:nvGraphicFramePr>
        <p:xfrm>
          <a:off x="2137274" y="1959931"/>
          <a:ext cx="8432865" cy="41646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Imagen 5">
            <a:extLst>
              <a:ext uri="{FF2B5EF4-FFF2-40B4-BE49-F238E27FC236}">
                <a16:creationId xmlns:a16="http://schemas.microsoft.com/office/drawing/2014/main" id="{A6691C6D-4B04-FC90-E0A7-884CF8D95F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6285" y="372769"/>
            <a:ext cx="3225282" cy="87057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2814262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92F101-B466-9B49-5EC3-CE41984B7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b="1" dirty="0"/>
              <a:t>HISTORIA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F0C4D1B-88AF-84AC-2FD9-EAB83C291966}"/>
              </a:ext>
            </a:extLst>
          </p:cNvPr>
          <p:cNvSpPr txBox="1"/>
          <p:nvPr/>
        </p:nvSpPr>
        <p:spPr>
          <a:xfrm>
            <a:off x="1884784" y="1978546"/>
            <a:ext cx="868535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Creado por Dwight </a:t>
            </a:r>
            <a:r>
              <a:rPr lang="es-MX" dirty="0" err="1"/>
              <a:t>Merriman</a:t>
            </a:r>
            <a:r>
              <a:rPr lang="es-MX" dirty="0"/>
              <a:t> y Eliot Horowitz en 2007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Nace dentro de la empresa 10gen, que luego se renombra a MongoDB Inc.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Surge para resolver los problemas de escalabilidad de grandes plataformas web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Primera versión pública: 2009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Actualmente uno de los motores NoSQL más usados del mundo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dirty="0"/>
              <a:t>Mongo viene de “</a:t>
            </a:r>
            <a:r>
              <a:rPr lang="es-PE" dirty="0" err="1"/>
              <a:t>humongous</a:t>
            </a:r>
            <a:r>
              <a:rPr lang="es-PE" dirty="0"/>
              <a:t>”, que significa </a:t>
            </a:r>
            <a:r>
              <a:rPr lang="es-PE" i="1" dirty="0"/>
              <a:t>enorme</a:t>
            </a:r>
            <a:r>
              <a:rPr lang="es-PE" dirty="0"/>
              <a:t>, por manejar grandes volúmenes de datos.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5998B61-690C-F000-2D4A-BFE1C39702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0971" y="372769"/>
            <a:ext cx="3225282" cy="87057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7E74068-BDA1-A459-7CDB-79CC415A8C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1808" y="4224430"/>
            <a:ext cx="6972355" cy="226080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50877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92F101-B466-9B49-5EC3-CE41984B7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b="1" dirty="0"/>
              <a:t>EVOLUCIÓN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5998B61-690C-F000-2D4A-BFE1C39702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0971" y="372769"/>
            <a:ext cx="3225282" cy="87057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graphicFrame>
        <p:nvGraphicFramePr>
          <p:cNvPr id="9" name="Diagrama 8">
            <a:extLst>
              <a:ext uri="{FF2B5EF4-FFF2-40B4-BE49-F238E27FC236}">
                <a16:creationId xmlns:a16="http://schemas.microsoft.com/office/drawing/2014/main" id="{5F8DF7A4-324C-A455-2BF9-97FA0585730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67192579"/>
              </p:ext>
            </p:extLst>
          </p:nvPr>
        </p:nvGraphicFramePr>
        <p:xfrm>
          <a:off x="1675992" y="1885285"/>
          <a:ext cx="8894147" cy="43281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545886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92F101-B466-9B49-5EC3-CE41984B7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8735" y="808056"/>
            <a:ext cx="6231404" cy="1077229"/>
          </a:xfrm>
        </p:spPr>
        <p:txBody>
          <a:bodyPr/>
          <a:lstStyle/>
          <a:p>
            <a:r>
              <a:rPr lang="es-MX" b="1" dirty="0"/>
              <a:t>MODELO DE DATOS</a:t>
            </a:r>
            <a:endParaRPr lang="es-PE" b="1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F0C4D1B-88AF-84AC-2FD9-EAB83C291966}"/>
              </a:ext>
            </a:extLst>
          </p:cNvPr>
          <p:cNvSpPr txBox="1"/>
          <p:nvPr/>
        </p:nvSpPr>
        <p:spPr>
          <a:xfrm>
            <a:off x="1753322" y="1997839"/>
            <a:ext cx="868535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b="1" dirty="0"/>
              <a:t>Documentos (JSON/BSON): </a:t>
            </a:r>
            <a:r>
              <a:rPr lang="es-MX" dirty="0"/>
              <a:t>Un documento es como un objeto JSON</a:t>
            </a:r>
          </a:p>
          <a:p>
            <a:endParaRPr lang="es-MX" dirty="0"/>
          </a:p>
          <a:p>
            <a:r>
              <a:rPr lang="es-MX" dirty="0"/>
              <a:t>{</a:t>
            </a:r>
          </a:p>
          <a:p>
            <a:r>
              <a:rPr lang="es-MX" dirty="0"/>
              <a:t>  "nombre": "Max",</a:t>
            </a:r>
          </a:p>
          <a:p>
            <a:r>
              <a:rPr lang="es-MX" dirty="0"/>
              <a:t>  "edad": 20,</a:t>
            </a:r>
          </a:p>
          <a:p>
            <a:r>
              <a:rPr lang="es-MX" dirty="0"/>
              <a:t>  "</a:t>
            </a:r>
            <a:r>
              <a:rPr lang="es-MX" dirty="0" err="1"/>
              <a:t>skills</a:t>
            </a:r>
            <a:r>
              <a:rPr lang="es-MX" dirty="0"/>
              <a:t>": ["Java", "SQL"]</a:t>
            </a:r>
          </a:p>
          <a:p>
            <a:r>
              <a:rPr lang="es-MX" dirty="0"/>
              <a:t>}</a:t>
            </a:r>
          </a:p>
          <a:p>
            <a:endParaRPr lang="es-MX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b="1" dirty="0"/>
              <a:t>Colecciones:</a:t>
            </a:r>
            <a:r>
              <a:rPr lang="es-MX" dirty="0"/>
              <a:t> Conjunto de documentos (similar a una tabla, pero sin esquema fijo).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b="1" dirty="0"/>
              <a:t>Base de datos: </a:t>
            </a:r>
            <a:r>
              <a:rPr lang="es-MX" dirty="0"/>
              <a:t>Conjunto de colecciones.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5998B61-690C-F000-2D4A-BFE1C39702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979" y="372769"/>
            <a:ext cx="3225282" cy="87057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338694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92F101-B466-9B49-5EC3-CE41984B7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6767" y="808056"/>
            <a:ext cx="6343372" cy="1077229"/>
          </a:xfrm>
        </p:spPr>
        <p:txBody>
          <a:bodyPr/>
          <a:lstStyle/>
          <a:p>
            <a:r>
              <a:rPr lang="es-MX" b="1" dirty="0"/>
              <a:t>CONCEPTOS AVANZADOS DE MODELO DE DATOS</a:t>
            </a:r>
            <a:endParaRPr lang="es-PE" b="1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F0C4D1B-88AF-84AC-2FD9-EAB83C291966}"/>
              </a:ext>
            </a:extLst>
          </p:cNvPr>
          <p:cNvSpPr txBox="1"/>
          <p:nvPr/>
        </p:nvSpPr>
        <p:spPr>
          <a:xfrm>
            <a:off x="1753322" y="1997839"/>
            <a:ext cx="868535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b="1" dirty="0"/>
              <a:t>Embebido vs Referenciado: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s-MX" dirty="0"/>
              <a:t>Embebido: documento dentro de otro (más rápido)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s-MX" dirty="0"/>
              <a:t>Referenciado: documentos separados con relación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b="1" dirty="0"/>
              <a:t>BSON: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s-MX" dirty="0"/>
              <a:t>Formato binario optimizado para velocidad.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b="1" dirty="0"/>
              <a:t>Índices: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s-MX" dirty="0"/>
              <a:t>Single </a:t>
            </a:r>
            <a:r>
              <a:rPr lang="es-MX" dirty="0" err="1"/>
              <a:t>field</a:t>
            </a:r>
            <a:endParaRPr lang="es-MX" dirty="0"/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s-MX" dirty="0" err="1"/>
              <a:t>Compound</a:t>
            </a:r>
            <a:endParaRPr lang="es-MX" dirty="0"/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s-MX" dirty="0"/>
              <a:t>TTL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s-MX" dirty="0"/>
              <a:t>Full-</a:t>
            </a:r>
            <a:r>
              <a:rPr lang="es-MX" dirty="0" err="1"/>
              <a:t>text</a:t>
            </a:r>
            <a:r>
              <a:rPr lang="es-MX" dirty="0"/>
              <a:t> </a:t>
            </a:r>
            <a:r>
              <a:rPr lang="es-MX" dirty="0" err="1"/>
              <a:t>search</a:t>
            </a:r>
            <a:endParaRPr lang="es-MX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3E943AA-C43F-F72D-D8BF-F56363A78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317" y="316492"/>
            <a:ext cx="3225282" cy="87057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1440042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92F101-B466-9B49-5EC3-CE41984B7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6057" y="808056"/>
            <a:ext cx="6194082" cy="1077229"/>
          </a:xfrm>
        </p:spPr>
        <p:txBody>
          <a:bodyPr/>
          <a:lstStyle/>
          <a:p>
            <a:r>
              <a:rPr lang="es-PE" b="1" dirty="0"/>
              <a:t>CONSISTENCIA Y REPLICACIÓN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F0C4D1B-88AF-84AC-2FD9-EAB83C291966}"/>
              </a:ext>
            </a:extLst>
          </p:cNvPr>
          <p:cNvSpPr txBox="1"/>
          <p:nvPr/>
        </p:nvSpPr>
        <p:spPr>
          <a:xfrm>
            <a:off x="1753322" y="1997839"/>
            <a:ext cx="868535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/>
              <a:t>Teorema CAP aplicado a MongoDB</a:t>
            </a:r>
          </a:p>
          <a:p>
            <a:r>
              <a:rPr lang="es-MX" dirty="0"/>
              <a:t>MongoDB prioriza: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Disponibilidad (A)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Tolerancia a particiones (P)</a:t>
            </a:r>
          </a:p>
          <a:p>
            <a:r>
              <a:rPr lang="es-MX" dirty="0"/>
              <a:t>Aunque permite acercarse a la consistencia fuerte con opciones de escritura.</a:t>
            </a:r>
          </a:p>
          <a:p>
            <a:endParaRPr lang="es-MX" dirty="0"/>
          </a:p>
          <a:p>
            <a:r>
              <a:rPr lang="es-MX" b="1" dirty="0"/>
              <a:t>Replica 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Grupo de nodos con replicación automática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Hay un </a:t>
            </a:r>
            <a:r>
              <a:rPr lang="es-MX" dirty="0" err="1"/>
              <a:t>Primary</a:t>
            </a:r>
            <a:r>
              <a:rPr lang="es-MX" dirty="0"/>
              <a:t> y varios </a:t>
            </a:r>
            <a:r>
              <a:rPr lang="es-MX" dirty="0" err="1"/>
              <a:t>Secondary</a:t>
            </a:r>
            <a:endParaRPr lang="es-MX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Si el </a:t>
            </a:r>
            <a:r>
              <a:rPr lang="es-MX" dirty="0" err="1"/>
              <a:t>Primary</a:t>
            </a:r>
            <a:r>
              <a:rPr lang="es-MX" dirty="0"/>
              <a:t> cae → se elige uno nuevo automáticamente</a:t>
            </a:r>
          </a:p>
          <a:p>
            <a:endParaRPr lang="es-MX" dirty="0"/>
          </a:p>
          <a:p>
            <a:r>
              <a:rPr lang="es-MX" b="1" dirty="0"/>
              <a:t>Ventajas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Alta disponibilidad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err="1"/>
              <a:t>Failover</a:t>
            </a:r>
            <a:r>
              <a:rPr lang="es-MX" dirty="0"/>
              <a:t> automático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Lecturas distribuidas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7154FC5-F850-517E-C582-D77C90ECA1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979" y="372769"/>
            <a:ext cx="3225282" cy="87057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4804738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92F101-B466-9B49-5EC3-CE41984B7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b="1" dirty="0"/>
              <a:t>ESCALABILIDAD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F0C4D1B-88AF-84AC-2FD9-EAB83C291966}"/>
              </a:ext>
            </a:extLst>
          </p:cNvPr>
          <p:cNvSpPr txBox="1"/>
          <p:nvPr/>
        </p:nvSpPr>
        <p:spPr>
          <a:xfrm>
            <a:off x="1753322" y="1997839"/>
            <a:ext cx="868535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/>
              <a:t>Escalabilidad Vertical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Más CPU, más RAM → motor </a:t>
            </a:r>
            <a:r>
              <a:rPr lang="es-MX" dirty="0" err="1"/>
              <a:t>WiredTiger</a:t>
            </a:r>
            <a:r>
              <a:rPr lang="es-MX" dirty="0"/>
              <a:t> optimiza el rendimiento.</a:t>
            </a:r>
          </a:p>
          <a:p>
            <a:endParaRPr lang="es-MX" dirty="0"/>
          </a:p>
          <a:p>
            <a:r>
              <a:rPr lang="es-MX" b="1" dirty="0"/>
              <a:t>Escalabilidad Horizontal (</a:t>
            </a:r>
            <a:r>
              <a:rPr lang="es-MX" b="1" dirty="0" err="1"/>
              <a:t>Sharding</a:t>
            </a:r>
            <a:r>
              <a:rPr lang="es-MX" b="1" dirty="0"/>
              <a:t>)</a:t>
            </a:r>
          </a:p>
          <a:p>
            <a:r>
              <a:rPr lang="es-MX" dirty="0"/>
              <a:t>MongoDB divide datos en </a:t>
            </a:r>
            <a:r>
              <a:rPr lang="es-MX" dirty="0" err="1"/>
              <a:t>shards</a:t>
            </a:r>
            <a:r>
              <a:rPr lang="es-MX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Cada </a:t>
            </a:r>
            <a:r>
              <a:rPr lang="es-MX" dirty="0" err="1"/>
              <a:t>shard</a:t>
            </a:r>
            <a:r>
              <a:rPr lang="es-MX" dirty="0"/>
              <a:t> almacena una parte del </a:t>
            </a:r>
            <a:r>
              <a:rPr lang="es-MX" dirty="0" err="1"/>
              <a:t>dataset</a:t>
            </a:r>
            <a:endParaRPr lang="es-MX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Se usa una </a:t>
            </a:r>
            <a:r>
              <a:rPr lang="es-MX" dirty="0" err="1"/>
              <a:t>shard</a:t>
            </a:r>
            <a:r>
              <a:rPr lang="es-MX" dirty="0"/>
              <a:t> </a:t>
            </a:r>
            <a:r>
              <a:rPr lang="es-MX" dirty="0" err="1"/>
              <a:t>key</a:t>
            </a:r>
            <a:endParaRPr lang="es-MX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Recomendado para Big Data y alta carga</a:t>
            </a:r>
          </a:p>
          <a:p>
            <a:endParaRPr lang="es-MX" dirty="0"/>
          </a:p>
          <a:p>
            <a:r>
              <a:rPr lang="es-MX" b="1" dirty="0"/>
              <a:t>Balanceo automático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Si un </a:t>
            </a:r>
            <a:r>
              <a:rPr lang="es-MX" dirty="0" err="1"/>
              <a:t>shard</a:t>
            </a:r>
            <a:r>
              <a:rPr lang="es-MX" dirty="0"/>
              <a:t> está cargado, distribuye datos automáticamente.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CBFCB5E-94C2-CDD2-D226-1460B19A0A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285" y="372769"/>
            <a:ext cx="3225282" cy="87057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2661020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92F101-B466-9B49-5EC3-CE41984B7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PE" sz="3200" b="1" dirty="0"/>
              <a:t>TOLERANCIA A FALLOS</a:t>
            </a:r>
          </a:p>
        </p:txBody>
      </p:sp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F06EA9A7-BB76-920C-407C-5E7284298E4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6949990"/>
              </p:ext>
            </p:extLst>
          </p:nvPr>
        </p:nvGraphicFramePr>
        <p:xfrm>
          <a:off x="1492899" y="1520891"/>
          <a:ext cx="9077240" cy="46174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Imagen 3">
            <a:extLst>
              <a:ext uri="{FF2B5EF4-FFF2-40B4-BE49-F238E27FC236}">
                <a16:creationId xmlns:a16="http://schemas.microsoft.com/office/drawing/2014/main" id="{9FEE48A1-BE30-5F56-3BB9-101A2FEDAA0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6285" y="372769"/>
            <a:ext cx="3225282" cy="87057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8683806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92F101-B466-9B49-5EC3-CE41984B7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7535" y="191735"/>
            <a:ext cx="6035461" cy="1077229"/>
          </a:xfrm>
        </p:spPr>
        <p:txBody>
          <a:bodyPr/>
          <a:lstStyle/>
          <a:p>
            <a:r>
              <a:rPr lang="es-MX" b="1" dirty="0"/>
              <a:t>CASOS PRÁCTICOS EN EMPRESAS REALES</a:t>
            </a:r>
            <a:endParaRPr lang="es-PE" b="1" dirty="0"/>
          </a:p>
        </p:txBody>
      </p:sp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51DB052B-9A10-B237-4C4F-CF21BB01505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56799886"/>
              </p:ext>
            </p:extLst>
          </p:nvPr>
        </p:nvGraphicFramePr>
        <p:xfrm>
          <a:off x="3474097" y="1531887"/>
          <a:ext cx="5243805" cy="49533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Imagen 3">
            <a:extLst>
              <a:ext uri="{FF2B5EF4-FFF2-40B4-BE49-F238E27FC236}">
                <a16:creationId xmlns:a16="http://schemas.microsoft.com/office/drawing/2014/main" id="{E83D1D60-12C8-FA77-4086-4646D8B532E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6285" y="372769"/>
            <a:ext cx="3225282" cy="87057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9404081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92F101-B466-9B49-5EC3-CE41984B7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6866" y="553067"/>
            <a:ext cx="6035461" cy="1077229"/>
          </a:xfrm>
        </p:spPr>
        <p:txBody>
          <a:bodyPr/>
          <a:lstStyle/>
          <a:p>
            <a:r>
              <a:rPr lang="es-MX" b="1" dirty="0"/>
              <a:t>CONSULTAS</a:t>
            </a:r>
            <a:endParaRPr lang="es-PE" b="1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AEC4EC5-0074-2565-1745-E8B8A7B2D126}"/>
              </a:ext>
            </a:extLst>
          </p:cNvPr>
          <p:cNvSpPr txBox="1"/>
          <p:nvPr/>
        </p:nvSpPr>
        <p:spPr>
          <a:xfrm>
            <a:off x="1595535" y="1520889"/>
            <a:ext cx="9190653" cy="507831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PE" dirty="0"/>
              <a:t>Seleccionar la base de datos: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dirty="0"/>
              <a:t>use </a:t>
            </a:r>
            <a:r>
              <a:rPr lang="es-PE" dirty="0" err="1"/>
              <a:t>NombreBD</a:t>
            </a:r>
            <a:r>
              <a:rPr lang="es-PE" dirty="0"/>
              <a:t>.</a:t>
            </a:r>
          </a:p>
          <a:p>
            <a:r>
              <a:rPr lang="es-PE" dirty="0"/>
              <a:t>Insertar documentos: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dirty="0" err="1"/>
              <a:t>db.usuarios.insertOne</a:t>
            </a:r>
            <a:r>
              <a:rPr lang="es-PE" dirty="0"/>
              <a:t>({ nombre: "Max", edad: 20 })</a:t>
            </a:r>
          </a:p>
          <a:p>
            <a:r>
              <a:rPr lang="es-PE" dirty="0"/>
              <a:t>Buscar documentos: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dirty="0" err="1"/>
              <a:t>db.usuarios.find</a:t>
            </a:r>
            <a:r>
              <a:rPr lang="es-PE" dirty="0"/>
              <a:t>({ edad: { $</a:t>
            </a:r>
            <a:r>
              <a:rPr lang="es-PE" dirty="0" err="1"/>
              <a:t>gt</a:t>
            </a:r>
            <a:r>
              <a:rPr lang="es-PE" dirty="0"/>
              <a:t>: 18 } })</a:t>
            </a:r>
          </a:p>
          <a:p>
            <a:r>
              <a:rPr lang="es-PE" dirty="0"/>
              <a:t>Actualizar:</a:t>
            </a:r>
          </a:p>
          <a:p>
            <a:r>
              <a:rPr lang="es-PE" dirty="0" err="1"/>
              <a:t>db.usuarios.updateOne</a:t>
            </a:r>
            <a:r>
              <a:rPr lang="es-PE" dirty="0"/>
              <a:t>(</a:t>
            </a:r>
          </a:p>
          <a:p>
            <a:r>
              <a:rPr lang="es-PE" dirty="0"/>
              <a:t>    { nombre: "Max" },</a:t>
            </a:r>
          </a:p>
          <a:p>
            <a:r>
              <a:rPr lang="es-PE" dirty="0"/>
              <a:t>    { $set: { edad: 21 } }</a:t>
            </a:r>
          </a:p>
          <a:p>
            <a:r>
              <a:rPr lang="es-PE" dirty="0"/>
              <a:t>)</a:t>
            </a:r>
          </a:p>
          <a:p>
            <a:r>
              <a:rPr lang="es-PE" dirty="0"/>
              <a:t>Eliminar:</a:t>
            </a:r>
          </a:p>
          <a:p>
            <a:r>
              <a:rPr lang="es-MX" dirty="0" err="1"/>
              <a:t>db.usuarios.deleteOne</a:t>
            </a:r>
            <a:r>
              <a:rPr lang="es-MX" dirty="0"/>
              <a:t>({ nombre: "Max" })</a:t>
            </a:r>
          </a:p>
          <a:p>
            <a:endParaRPr lang="es-PE" dirty="0"/>
          </a:p>
          <a:p>
            <a:endParaRPr lang="es-MX" i="1" dirty="0"/>
          </a:p>
          <a:p>
            <a:r>
              <a:rPr lang="es-MX" i="1" dirty="0"/>
              <a:t>Las consultas usan operadores especiales como $</a:t>
            </a:r>
            <a:r>
              <a:rPr lang="es-MX" i="1" dirty="0" err="1"/>
              <a:t>gt</a:t>
            </a:r>
            <a:r>
              <a:rPr lang="es-MX" i="1" dirty="0"/>
              <a:t>, $</a:t>
            </a:r>
            <a:r>
              <a:rPr lang="es-MX" i="1" dirty="0" err="1"/>
              <a:t>lt</a:t>
            </a:r>
            <a:r>
              <a:rPr lang="es-MX" i="1" dirty="0"/>
              <a:t>, $match, $</a:t>
            </a:r>
            <a:r>
              <a:rPr lang="es-MX" i="1" dirty="0" err="1"/>
              <a:t>group</a:t>
            </a:r>
            <a:endParaRPr lang="es-PE" i="1" dirty="0"/>
          </a:p>
          <a:p>
            <a:endParaRPr lang="es-PE" dirty="0"/>
          </a:p>
          <a:p>
            <a:endParaRPr lang="es-PE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6CABB7C8-E08E-73F7-5854-09626C4FE7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285" y="372769"/>
            <a:ext cx="3225282" cy="87057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1180704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92F101-B466-9B49-5EC3-CE41984B7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6866" y="553067"/>
            <a:ext cx="6035461" cy="1077229"/>
          </a:xfrm>
        </p:spPr>
        <p:txBody>
          <a:bodyPr/>
          <a:lstStyle/>
          <a:p>
            <a:r>
              <a:rPr lang="es-MX" b="1" dirty="0"/>
              <a:t>CONSULTAS AVANZADAS</a:t>
            </a:r>
            <a:endParaRPr lang="es-PE" b="1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AEC4EC5-0074-2565-1745-E8B8A7B2D126}"/>
              </a:ext>
            </a:extLst>
          </p:cNvPr>
          <p:cNvSpPr txBox="1"/>
          <p:nvPr/>
        </p:nvSpPr>
        <p:spPr>
          <a:xfrm>
            <a:off x="1595535" y="1520889"/>
            <a:ext cx="9190653" cy="397031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PE" dirty="0"/>
              <a:t>Proyección: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dirty="0" err="1"/>
              <a:t>db.usuarios.find</a:t>
            </a:r>
            <a:r>
              <a:rPr lang="es-PE" dirty="0"/>
              <a:t>({}, { nombre: 1, edad: 1 })</a:t>
            </a:r>
          </a:p>
          <a:p>
            <a:endParaRPr lang="es-PE" dirty="0"/>
          </a:p>
          <a:p>
            <a:r>
              <a:rPr lang="es-PE" dirty="0"/>
              <a:t>Ordenar: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dirty="0" err="1"/>
              <a:t>db.usuarios.find</a:t>
            </a:r>
            <a:r>
              <a:rPr lang="es-PE" dirty="0"/>
              <a:t>().</a:t>
            </a:r>
            <a:r>
              <a:rPr lang="es-PE" dirty="0" err="1"/>
              <a:t>sort</a:t>
            </a:r>
            <a:r>
              <a:rPr lang="es-PE" dirty="0"/>
              <a:t>({ edad: -1 })</a:t>
            </a:r>
          </a:p>
          <a:p>
            <a:endParaRPr lang="es-PE" dirty="0"/>
          </a:p>
          <a:p>
            <a:r>
              <a:rPr lang="es-PE" dirty="0"/>
              <a:t>Agregaciones (pipeline):</a:t>
            </a:r>
          </a:p>
          <a:p>
            <a:r>
              <a:rPr lang="es-PE" dirty="0" err="1"/>
              <a:t>db.ventas.aggregate</a:t>
            </a:r>
            <a:r>
              <a:rPr lang="es-PE" dirty="0"/>
              <a:t>([</a:t>
            </a:r>
          </a:p>
          <a:p>
            <a:r>
              <a:rPr lang="es-PE" dirty="0"/>
              <a:t> { $match: { </a:t>
            </a:r>
            <a:r>
              <a:rPr lang="es-PE" dirty="0" err="1"/>
              <a:t>categoria</a:t>
            </a:r>
            <a:r>
              <a:rPr lang="es-PE" dirty="0"/>
              <a:t>: "</a:t>
            </a:r>
            <a:r>
              <a:rPr lang="es-PE" dirty="0" err="1"/>
              <a:t>tecnologia</a:t>
            </a:r>
            <a:r>
              <a:rPr lang="es-PE" dirty="0"/>
              <a:t>" }},</a:t>
            </a:r>
          </a:p>
          <a:p>
            <a:r>
              <a:rPr lang="es-PE" dirty="0"/>
              <a:t> { $</a:t>
            </a:r>
            <a:r>
              <a:rPr lang="es-PE" dirty="0" err="1"/>
              <a:t>group</a:t>
            </a:r>
            <a:r>
              <a:rPr lang="es-PE" dirty="0"/>
              <a:t>: { _id: "$producto", total: { $sum: "$precio" }}}</a:t>
            </a:r>
          </a:p>
          <a:p>
            <a:r>
              <a:rPr lang="es-PE" dirty="0"/>
              <a:t>])</a:t>
            </a:r>
          </a:p>
          <a:p>
            <a:endParaRPr lang="es-MX" i="1" dirty="0"/>
          </a:p>
          <a:p>
            <a:endParaRPr lang="es-PE" dirty="0"/>
          </a:p>
          <a:p>
            <a:endParaRPr lang="es-PE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5715072-75D8-FB7B-D954-F8A7CE350A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285" y="372769"/>
            <a:ext cx="3225282" cy="87057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2310080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92F101-B466-9B49-5EC3-CE41984B7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6866" y="553067"/>
            <a:ext cx="6035461" cy="1077229"/>
          </a:xfrm>
        </p:spPr>
        <p:txBody>
          <a:bodyPr/>
          <a:lstStyle/>
          <a:p>
            <a:r>
              <a:rPr lang="es-MX" b="1" dirty="0"/>
              <a:t>VENTAJAS Y DESVENTAJAS</a:t>
            </a:r>
            <a:endParaRPr lang="es-PE" b="1" dirty="0"/>
          </a:p>
        </p:txBody>
      </p:sp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21714182-DDBF-DF16-8D4B-43EBB07059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5731807"/>
              </p:ext>
            </p:extLst>
          </p:nvPr>
        </p:nvGraphicFramePr>
        <p:xfrm>
          <a:off x="2247641" y="1519539"/>
          <a:ext cx="7696718" cy="47853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9" name="Imagen 8">
            <a:extLst>
              <a:ext uri="{FF2B5EF4-FFF2-40B4-BE49-F238E27FC236}">
                <a16:creationId xmlns:a16="http://schemas.microsoft.com/office/drawing/2014/main" id="{610A46F3-D113-16C4-872D-8A3D86A823D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6285" y="372769"/>
            <a:ext cx="3225282" cy="87057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4715926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92F101-B466-9B49-5EC3-CE41984B7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6866" y="553067"/>
            <a:ext cx="6035461" cy="1077229"/>
          </a:xfrm>
        </p:spPr>
        <p:txBody>
          <a:bodyPr/>
          <a:lstStyle/>
          <a:p>
            <a:r>
              <a:rPr lang="es-MX" b="1" dirty="0"/>
              <a:t>CONCLUSIONES</a:t>
            </a:r>
            <a:endParaRPr lang="es-PE" b="1" dirty="0"/>
          </a:p>
        </p:txBody>
      </p:sp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6FB09192-6EEB-EFE5-4F82-181FF0309D7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37922039"/>
              </p:ext>
            </p:extLst>
          </p:nvPr>
        </p:nvGraphicFramePr>
        <p:xfrm>
          <a:off x="2162628" y="1492898"/>
          <a:ext cx="8128000" cy="51772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Imagen 3">
            <a:extLst>
              <a:ext uri="{FF2B5EF4-FFF2-40B4-BE49-F238E27FC236}">
                <a16:creationId xmlns:a16="http://schemas.microsoft.com/office/drawing/2014/main" id="{CB222317-3F8F-6FB9-E300-24F6647AA7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6285" y="372769"/>
            <a:ext cx="3225282" cy="87057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9513394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CB222317-3F8F-6FB9-E300-24F6647AA7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285" y="372769"/>
            <a:ext cx="3225282" cy="87057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55AB7277-2904-B4B1-7B10-4DBDBB2E3778}"/>
              </a:ext>
            </a:extLst>
          </p:cNvPr>
          <p:cNvSpPr/>
          <p:nvPr/>
        </p:nvSpPr>
        <p:spPr>
          <a:xfrm>
            <a:off x="3874881" y="2967335"/>
            <a:ext cx="4442243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MX" sz="72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GRACIAS</a:t>
            </a:r>
          </a:p>
        </p:txBody>
      </p:sp>
    </p:spTree>
    <p:extLst>
      <p:ext uri="{BB962C8B-B14F-4D97-AF65-F5344CB8AC3E}">
        <p14:creationId xmlns:p14="http://schemas.microsoft.com/office/powerpoint/2010/main" val="340023196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{ECBA12FB-1A81-4E06-8131-45B10A6970B8}TF37254b02-f5b5-44b0-803d-e6af9466a0244d147964-33a7cc9fa501</Template>
  <TotalTime>806</TotalTime>
  <Words>790</Words>
  <Application>Microsoft Office PowerPoint</Application>
  <PresentationFormat>Panorámica</PresentationFormat>
  <Paragraphs>127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0" baseType="lpstr">
      <vt:lpstr>Arial</vt:lpstr>
      <vt:lpstr>MS Shell Dlg 2</vt:lpstr>
      <vt:lpstr>Wingdings</vt:lpstr>
      <vt:lpstr>Wingdings 3</vt:lpstr>
      <vt:lpstr>Madison</vt:lpstr>
      <vt:lpstr>MONGODB</vt:lpstr>
      <vt:lpstr>¿QUÉ ES MONGODB?</vt:lpstr>
      <vt:lpstr>HISTORIA</vt:lpstr>
      <vt:lpstr>EVOLUCIÓN</vt:lpstr>
      <vt:lpstr>MODELO DE DATOS</vt:lpstr>
      <vt:lpstr>CONCEPTOS AVANZADOS DE MODELO DE DATOS</vt:lpstr>
      <vt:lpstr>CONSISTENCIA Y REPLICACIÓN</vt:lpstr>
      <vt:lpstr>ESCALABILIDAD</vt:lpstr>
      <vt:lpstr>TOLERANCIA A FALLOS</vt:lpstr>
      <vt:lpstr>CASOS PRÁCTICOS EN EMPRESAS REALES</vt:lpstr>
      <vt:lpstr>CONSULTAS</vt:lpstr>
      <vt:lpstr>CONSULTAS AVANZADAS</vt:lpstr>
      <vt:lpstr>VENTAJAS Y DESVENTAJAS</vt:lpstr>
      <vt:lpstr>CONCLUSIONES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M&amp;M</dc:creator>
  <cp:lastModifiedBy>M&amp;M</cp:lastModifiedBy>
  <cp:revision>2</cp:revision>
  <dcterms:created xsi:type="dcterms:W3CDTF">2025-12-03T04:57:27Z</dcterms:created>
  <dcterms:modified xsi:type="dcterms:W3CDTF">2025-12-03T18:23:51Z</dcterms:modified>
</cp:coreProperties>
</file>