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Lst>
  <p:sldSz cy="5143500" cx="9144000"/>
  <p:notesSz cx="6858000" cy="9144000"/>
  <p:embeddedFontLst>
    <p:embeddedFont>
      <p:font typeface="Economica"/>
      <p:regular r:id="rId40"/>
      <p:bold r:id="rId41"/>
      <p:italic r:id="rId42"/>
      <p:boldItalic r:id="rId43"/>
    </p:embeddedFont>
    <p:embeddedFont>
      <p:font typeface="Playfair Display"/>
      <p:regular r:id="rId44"/>
      <p:bold r:id="rId45"/>
      <p:italic r:id="rId46"/>
      <p:boldItalic r:id="rId47"/>
    </p:embeddedFont>
    <p:embeddedFont>
      <p:font typeface="Lexend"/>
      <p:regular r:id="rId48"/>
      <p:bold r:id="rId49"/>
    </p:embeddedFont>
    <p:embeddedFont>
      <p:font typeface="Roboto Mono"/>
      <p:regular r:id="rId50"/>
      <p:bold r:id="rId51"/>
      <p:italic r:id="rId52"/>
      <p:boldItalic r:id="rId53"/>
    </p:embeddedFont>
    <p:embeddedFont>
      <p:font typeface="Open Sans"/>
      <p:regular r:id="rId54"/>
      <p:bold r:id="rId55"/>
      <p:italic r:id="rId56"/>
      <p:boldItalic r:id="rId5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58" roundtripDataSignature="AMtx7mgPdVPXsBxve28RqYpzwwISXbUcC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C00EA5D-B031-4BB5-B692-589A45D4FE86}">
  <a:tblStyle styleId="{9C00EA5D-B031-4BB5-B692-589A45D4FE86}"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Economica-regular.fntdata"/><Relationship Id="rId42" Type="http://schemas.openxmlformats.org/officeDocument/2006/relationships/font" Target="fonts/Economica-italic.fntdata"/><Relationship Id="rId41" Type="http://schemas.openxmlformats.org/officeDocument/2006/relationships/font" Target="fonts/Economica-bold.fntdata"/><Relationship Id="rId44" Type="http://schemas.openxmlformats.org/officeDocument/2006/relationships/font" Target="fonts/PlayfairDisplay-regular.fntdata"/><Relationship Id="rId43" Type="http://schemas.openxmlformats.org/officeDocument/2006/relationships/font" Target="fonts/Economica-boldItalic.fntdata"/><Relationship Id="rId46" Type="http://schemas.openxmlformats.org/officeDocument/2006/relationships/font" Target="fonts/PlayfairDisplay-italic.fntdata"/><Relationship Id="rId45" Type="http://schemas.openxmlformats.org/officeDocument/2006/relationships/font" Target="fonts/PlayfairDisplay-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font" Target="fonts/Lexend-regular.fntdata"/><Relationship Id="rId47" Type="http://schemas.openxmlformats.org/officeDocument/2006/relationships/font" Target="fonts/PlayfairDisplay-boldItalic.fntdata"/><Relationship Id="rId49" Type="http://schemas.openxmlformats.org/officeDocument/2006/relationships/font" Target="fonts/Lexend-bold.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font" Target="fonts/RobotoMono-bold.fntdata"/><Relationship Id="rId50" Type="http://schemas.openxmlformats.org/officeDocument/2006/relationships/font" Target="fonts/RobotoMono-regular.fntdata"/><Relationship Id="rId53" Type="http://schemas.openxmlformats.org/officeDocument/2006/relationships/font" Target="fonts/RobotoMono-boldItalic.fntdata"/><Relationship Id="rId52" Type="http://schemas.openxmlformats.org/officeDocument/2006/relationships/font" Target="fonts/RobotoMono-italic.fntdata"/><Relationship Id="rId11" Type="http://schemas.openxmlformats.org/officeDocument/2006/relationships/slide" Target="slides/slide5.xml"/><Relationship Id="rId55" Type="http://schemas.openxmlformats.org/officeDocument/2006/relationships/font" Target="fonts/OpenSans-bold.fntdata"/><Relationship Id="rId10" Type="http://schemas.openxmlformats.org/officeDocument/2006/relationships/slide" Target="slides/slide4.xml"/><Relationship Id="rId54" Type="http://schemas.openxmlformats.org/officeDocument/2006/relationships/font" Target="fonts/OpenSans-regular.fntdata"/><Relationship Id="rId13" Type="http://schemas.openxmlformats.org/officeDocument/2006/relationships/slide" Target="slides/slide7.xml"/><Relationship Id="rId57" Type="http://schemas.openxmlformats.org/officeDocument/2006/relationships/font" Target="fonts/OpenSans-boldItalic.fntdata"/><Relationship Id="rId12" Type="http://schemas.openxmlformats.org/officeDocument/2006/relationships/slide" Target="slides/slide6.xml"/><Relationship Id="rId56" Type="http://schemas.openxmlformats.org/officeDocument/2006/relationships/font" Target="fonts/OpenSans-italic.fntdata"/><Relationship Id="rId15" Type="http://schemas.openxmlformats.org/officeDocument/2006/relationships/slide" Target="slides/slide9.xml"/><Relationship Id="rId14" Type="http://schemas.openxmlformats.org/officeDocument/2006/relationships/slide" Target="slides/slide8.xml"/><Relationship Id="rId58" Type="http://customschemas.google.com/relationships/presentationmetadata" Target="meta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3809ac4afca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0" name="Google Shape;60;g3809ac4afca_0_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7" name="Google Shape;67;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6" name="Google Shape;76;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3" name="Google Shape;83;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0" name="Google Shape;90;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7" name="Google Shape;97;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3" name="Google Shape;103;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9" name="Google Shape;109;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6" name="Google Shape;116;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4" name="Google Shape;124;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7" name="Google Shape;137;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3" name="Google Shape;153;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1" name="Google Shape;161;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3" name="Google Shape;173;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1" name="Google Shape;181;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8" name="Google Shape;188;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6" name="Google Shape;196;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4" name="Google Shape;204;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0" name="Google Shape;210;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7" name="Google Shape;217;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4" name="Google Shape;224;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1" name="Google Shape;231;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7" name="Google Shape;237;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5" name="Google Shape;245;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7" name="Google Shape;257;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6" name="Google Shape;266;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1" name="Google Shape;271;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6" name="Google Shape;286;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6" name="Google Shape;296;p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p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2" name="Google Shape;302;p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g3809ac4afc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8" name="Google Shape;308;g3809ac4afca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p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5" name="Google Shape;315;p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g3809ac4afca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0" name="Google Shape;320;g3809ac4afca_0_6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36"/>
          <p:cNvSpPr/>
          <p:nvPr/>
        </p:nvSpPr>
        <p:spPr>
          <a:xfrm>
            <a:off x="2744013" y="756700"/>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11" name="Google Shape;11;p36"/>
          <p:cNvSpPr/>
          <p:nvPr/>
        </p:nvSpPr>
        <p:spPr>
          <a:xfrm rot="10800000">
            <a:off x="5318350" y="3266725"/>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12" name="Google Shape;12;p36"/>
          <p:cNvSpPr txBox="1"/>
          <p:nvPr>
            <p:ph type="ctrTitle"/>
          </p:nvPr>
        </p:nvSpPr>
        <p:spPr>
          <a:xfrm>
            <a:off x="3044700" y="1444255"/>
            <a:ext cx="3054600" cy="15372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a:lvl1pPr>
            <a:lvl2pPr lvl="1" algn="ctr">
              <a:lnSpc>
                <a:spcPct val="100000"/>
              </a:lnSpc>
              <a:spcBef>
                <a:spcPts val="0"/>
              </a:spcBef>
              <a:spcAft>
                <a:spcPts val="0"/>
              </a:spcAft>
              <a:buSzPts val="4200"/>
              <a:buNone/>
              <a:defRPr/>
            </a:lvl2pPr>
            <a:lvl3pPr lvl="2" algn="ctr">
              <a:lnSpc>
                <a:spcPct val="100000"/>
              </a:lnSpc>
              <a:spcBef>
                <a:spcPts val="0"/>
              </a:spcBef>
              <a:spcAft>
                <a:spcPts val="0"/>
              </a:spcAft>
              <a:buSzPts val="4200"/>
              <a:buNone/>
              <a:defRPr/>
            </a:lvl3pPr>
            <a:lvl4pPr lvl="3" algn="ctr">
              <a:lnSpc>
                <a:spcPct val="100000"/>
              </a:lnSpc>
              <a:spcBef>
                <a:spcPts val="0"/>
              </a:spcBef>
              <a:spcAft>
                <a:spcPts val="0"/>
              </a:spcAft>
              <a:buSzPts val="4200"/>
              <a:buNone/>
              <a:defRPr/>
            </a:lvl4pPr>
            <a:lvl5pPr lvl="4" algn="ctr">
              <a:lnSpc>
                <a:spcPct val="100000"/>
              </a:lnSpc>
              <a:spcBef>
                <a:spcPts val="0"/>
              </a:spcBef>
              <a:spcAft>
                <a:spcPts val="0"/>
              </a:spcAft>
              <a:buSzPts val="4200"/>
              <a:buNone/>
              <a:defRPr/>
            </a:lvl5pPr>
            <a:lvl6pPr lvl="5" algn="ctr">
              <a:lnSpc>
                <a:spcPct val="100000"/>
              </a:lnSpc>
              <a:spcBef>
                <a:spcPts val="0"/>
              </a:spcBef>
              <a:spcAft>
                <a:spcPts val="0"/>
              </a:spcAft>
              <a:buSzPts val="4200"/>
              <a:buNone/>
              <a:defRPr/>
            </a:lvl6pPr>
            <a:lvl7pPr lvl="6" algn="ctr">
              <a:lnSpc>
                <a:spcPct val="100000"/>
              </a:lnSpc>
              <a:spcBef>
                <a:spcPts val="0"/>
              </a:spcBef>
              <a:spcAft>
                <a:spcPts val="0"/>
              </a:spcAft>
              <a:buSzPts val="4200"/>
              <a:buNone/>
              <a:defRPr/>
            </a:lvl7pPr>
            <a:lvl8pPr lvl="7" algn="ctr">
              <a:lnSpc>
                <a:spcPct val="100000"/>
              </a:lnSpc>
              <a:spcBef>
                <a:spcPts val="0"/>
              </a:spcBef>
              <a:spcAft>
                <a:spcPts val="0"/>
              </a:spcAft>
              <a:buSzPts val="4200"/>
              <a:buNone/>
              <a:defRPr/>
            </a:lvl8pPr>
            <a:lvl9pPr lvl="8" algn="ctr">
              <a:lnSpc>
                <a:spcPct val="100000"/>
              </a:lnSpc>
              <a:spcBef>
                <a:spcPts val="0"/>
              </a:spcBef>
              <a:spcAft>
                <a:spcPts val="0"/>
              </a:spcAft>
              <a:buSzPts val="4200"/>
              <a:buNone/>
              <a:defRPr/>
            </a:lvl9pPr>
          </a:lstStyle>
          <a:p/>
        </p:txBody>
      </p:sp>
      <p:sp>
        <p:nvSpPr>
          <p:cNvPr id="13" name="Google Shape;13;p36"/>
          <p:cNvSpPr txBox="1"/>
          <p:nvPr>
            <p:ph idx="1" type="subTitle"/>
          </p:nvPr>
        </p:nvSpPr>
        <p:spPr>
          <a:xfrm>
            <a:off x="3044700" y="3116580"/>
            <a:ext cx="3054600" cy="7014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Font typeface="Economica"/>
              <a:buNone/>
              <a:defRPr sz="2100">
                <a:latin typeface="Economica"/>
                <a:ea typeface="Economica"/>
                <a:cs typeface="Economica"/>
                <a:sym typeface="Economica"/>
              </a:defRPr>
            </a:lvl1pPr>
            <a:lvl2pPr lvl="1" algn="ctr">
              <a:lnSpc>
                <a:spcPct val="100000"/>
              </a:lnSpc>
              <a:spcBef>
                <a:spcPts val="0"/>
              </a:spcBef>
              <a:spcAft>
                <a:spcPts val="0"/>
              </a:spcAft>
              <a:buSzPts val="2100"/>
              <a:buFont typeface="Economica"/>
              <a:buNone/>
              <a:defRPr sz="2100">
                <a:latin typeface="Economica"/>
                <a:ea typeface="Economica"/>
                <a:cs typeface="Economica"/>
                <a:sym typeface="Economica"/>
              </a:defRPr>
            </a:lvl2pPr>
            <a:lvl3pPr lvl="2" algn="ctr">
              <a:lnSpc>
                <a:spcPct val="100000"/>
              </a:lnSpc>
              <a:spcBef>
                <a:spcPts val="0"/>
              </a:spcBef>
              <a:spcAft>
                <a:spcPts val="0"/>
              </a:spcAft>
              <a:buSzPts val="2100"/>
              <a:buFont typeface="Economica"/>
              <a:buNone/>
              <a:defRPr sz="2100">
                <a:latin typeface="Economica"/>
                <a:ea typeface="Economica"/>
                <a:cs typeface="Economica"/>
                <a:sym typeface="Economica"/>
              </a:defRPr>
            </a:lvl3pPr>
            <a:lvl4pPr lvl="3" algn="ctr">
              <a:lnSpc>
                <a:spcPct val="100000"/>
              </a:lnSpc>
              <a:spcBef>
                <a:spcPts val="0"/>
              </a:spcBef>
              <a:spcAft>
                <a:spcPts val="0"/>
              </a:spcAft>
              <a:buSzPts val="2100"/>
              <a:buFont typeface="Economica"/>
              <a:buNone/>
              <a:defRPr sz="2100">
                <a:latin typeface="Economica"/>
                <a:ea typeface="Economica"/>
                <a:cs typeface="Economica"/>
                <a:sym typeface="Economica"/>
              </a:defRPr>
            </a:lvl4pPr>
            <a:lvl5pPr lvl="4" algn="ctr">
              <a:lnSpc>
                <a:spcPct val="100000"/>
              </a:lnSpc>
              <a:spcBef>
                <a:spcPts val="0"/>
              </a:spcBef>
              <a:spcAft>
                <a:spcPts val="0"/>
              </a:spcAft>
              <a:buSzPts val="2100"/>
              <a:buFont typeface="Economica"/>
              <a:buNone/>
              <a:defRPr sz="2100">
                <a:latin typeface="Economica"/>
                <a:ea typeface="Economica"/>
                <a:cs typeface="Economica"/>
                <a:sym typeface="Economica"/>
              </a:defRPr>
            </a:lvl5pPr>
            <a:lvl6pPr lvl="5" algn="ctr">
              <a:lnSpc>
                <a:spcPct val="100000"/>
              </a:lnSpc>
              <a:spcBef>
                <a:spcPts val="0"/>
              </a:spcBef>
              <a:spcAft>
                <a:spcPts val="0"/>
              </a:spcAft>
              <a:buSzPts val="2100"/>
              <a:buFont typeface="Economica"/>
              <a:buNone/>
              <a:defRPr sz="2100">
                <a:latin typeface="Economica"/>
                <a:ea typeface="Economica"/>
                <a:cs typeface="Economica"/>
                <a:sym typeface="Economica"/>
              </a:defRPr>
            </a:lvl6pPr>
            <a:lvl7pPr lvl="6" algn="ctr">
              <a:lnSpc>
                <a:spcPct val="100000"/>
              </a:lnSpc>
              <a:spcBef>
                <a:spcPts val="0"/>
              </a:spcBef>
              <a:spcAft>
                <a:spcPts val="0"/>
              </a:spcAft>
              <a:buSzPts val="2100"/>
              <a:buFont typeface="Economica"/>
              <a:buNone/>
              <a:defRPr sz="2100">
                <a:latin typeface="Economica"/>
                <a:ea typeface="Economica"/>
                <a:cs typeface="Economica"/>
                <a:sym typeface="Economica"/>
              </a:defRPr>
            </a:lvl7pPr>
            <a:lvl8pPr lvl="7" algn="ctr">
              <a:lnSpc>
                <a:spcPct val="100000"/>
              </a:lnSpc>
              <a:spcBef>
                <a:spcPts val="0"/>
              </a:spcBef>
              <a:spcAft>
                <a:spcPts val="0"/>
              </a:spcAft>
              <a:buSzPts val="2100"/>
              <a:buFont typeface="Economica"/>
              <a:buNone/>
              <a:defRPr sz="2100">
                <a:latin typeface="Economica"/>
                <a:ea typeface="Economica"/>
                <a:cs typeface="Economica"/>
                <a:sym typeface="Economica"/>
              </a:defRPr>
            </a:lvl8pPr>
            <a:lvl9pPr lvl="8" algn="ctr">
              <a:lnSpc>
                <a:spcPct val="100000"/>
              </a:lnSpc>
              <a:spcBef>
                <a:spcPts val="0"/>
              </a:spcBef>
              <a:spcAft>
                <a:spcPts val="0"/>
              </a:spcAft>
              <a:buSzPts val="2100"/>
              <a:buFont typeface="Economica"/>
              <a:buNone/>
              <a:defRPr sz="2100">
                <a:latin typeface="Economica"/>
                <a:ea typeface="Economica"/>
                <a:cs typeface="Economica"/>
                <a:sym typeface="Economica"/>
              </a:defRPr>
            </a:lvl9pPr>
          </a:lstStyle>
          <a:p/>
        </p:txBody>
      </p:sp>
      <p:sp>
        <p:nvSpPr>
          <p:cNvPr id="14" name="Google Shape;14;p3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5" name="Shape 15"/>
        <p:cNvGrpSpPr/>
        <p:nvPr/>
      </p:nvGrpSpPr>
      <p:grpSpPr>
        <a:xfrm>
          <a:off x="0" y="0"/>
          <a:ext cx="0" cy="0"/>
          <a:chOff x="0" y="0"/>
          <a:chExt cx="0" cy="0"/>
        </a:xfrm>
      </p:grpSpPr>
      <p:sp>
        <p:nvSpPr>
          <p:cNvPr id="16" name="Google Shape;16;p37"/>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 name="Google Shape;17;p37"/>
          <p:cNvSpPr txBox="1"/>
          <p:nvPr>
            <p:ph type="title"/>
          </p:nvPr>
        </p:nvSpPr>
        <p:spPr>
          <a:xfrm>
            <a:off x="311700" y="315925"/>
            <a:ext cx="8520600" cy="8313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4200"/>
              <a:buNone/>
              <a:defRPr/>
            </a:lvl1pPr>
            <a:lvl2pPr lvl="1" algn="l">
              <a:lnSpc>
                <a:spcPct val="100000"/>
              </a:lnSpc>
              <a:spcBef>
                <a:spcPts val="0"/>
              </a:spcBef>
              <a:spcAft>
                <a:spcPts val="0"/>
              </a:spcAft>
              <a:buSzPts val="4200"/>
              <a:buNone/>
              <a:defRPr/>
            </a:lvl2pPr>
            <a:lvl3pPr lvl="2" algn="l">
              <a:lnSpc>
                <a:spcPct val="100000"/>
              </a:lnSpc>
              <a:spcBef>
                <a:spcPts val="0"/>
              </a:spcBef>
              <a:spcAft>
                <a:spcPts val="0"/>
              </a:spcAft>
              <a:buSzPts val="4200"/>
              <a:buNone/>
              <a:defRPr/>
            </a:lvl3pPr>
            <a:lvl4pPr lvl="3" algn="l">
              <a:lnSpc>
                <a:spcPct val="100000"/>
              </a:lnSpc>
              <a:spcBef>
                <a:spcPts val="0"/>
              </a:spcBef>
              <a:spcAft>
                <a:spcPts val="0"/>
              </a:spcAft>
              <a:buSzPts val="4200"/>
              <a:buNone/>
              <a:defRPr/>
            </a:lvl4pPr>
            <a:lvl5pPr lvl="4" algn="l">
              <a:lnSpc>
                <a:spcPct val="100000"/>
              </a:lnSpc>
              <a:spcBef>
                <a:spcPts val="0"/>
              </a:spcBef>
              <a:spcAft>
                <a:spcPts val="0"/>
              </a:spcAft>
              <a:buSzPts val="4200"/>
              <a:buNone/>
              <a:defRPr/>
            </a:lvl5pPr>
            <a:lvl6pPr lvl="5" algn="l">
              <a:lnSpc>
                <a:spcPct val="100000"/>
              </a:lnSpc>
              <a:spcBef>
                <a:spcPts val="0"/>
              </a:spcBef>
              <a:spcAft>
                <a:spcPts val="0"/>
              </a:spcAft>
              <a:buSzPts val="4200"/>
              <a:buNone/>
              <a:defRPr/>
            </a:lvl6pPr>
            <a:lvl7pPr lvl="6" algn="l">
              <a:lnSpc>
                <a:spcPct val="100000"/>
              </a:lnSpc>
              <a:spcBef>
                <a:spcPts val="0"/>
              </a:spcBef>
              <a:spcAft>
                <a:spcPts val="0"/>
              </a:spcAft>
              <a:buSzPts val="4200"/>
              <a:buNone/>
              <a:defRPr/>
            </a:lvl7pPr>
            <a:lvl8pPr lvl="7" algn="l">
              <a:lnSpc>
                <a:spcPct val="100000"/>
              </a:lnSpc>
              <a:spcBef>
                <a:spcPts val="0"/>
              </a:spcBef>
              <a:spcAft>
                <a:spcPts val="0"/>
              </a:spcAft>
              <a:buSzPts val="4200"/>
              <a:buNone/>
              <a:defRPr/>
            </a:lvl8pPr>
            <a:lvl9pPr lvl="8" algn="l">
              <a:lnSpc>
                <a:spcPct val="100000"/>
              </a:lnSpc>
              <a:spcBef>
                <a:spcPts val="0"/>
              </a:spcBef>
              <a:spcAft>
                <a:spcPts val="0"/>
              </a:spcAft>
              <a:buSzPts val="4200"/>
              <a:buNone/>
              <a:defRPr/>
            </a:lvl9pPr>
          </a:lstStyle>
          <a:p/>
        </p:txBody>
      </p:sp>
      <p:sp>
        <p:nvSpPr>
          <p:cNvPr id="18" name="Google Shape;18;p37"/>
          <p:cNvSpPr txBox="1"/>
          <p:nvPr>
            <p:ph idx="1" type="body"/>
          </p:nvPr>
        </p:nvSpPr>
        <p:spPr>
          <a:xfrm>
            <a:off x="311700" y="1225225"/>
            <a:ext cx="8520600" cy="33540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9" name="Google Shape;19;p3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20" name="Shape 20"/>
        <p:cNvGrpSpPr/>
        <p:nvPr/>
      </p:nvGrpSpPr>
      <p:grpSpPr>
        <a:xfrm>
          <a:off x="0" y="0"/>
          <a:ext cx="0" cy="0"/>
          <a:chOff x="0" y="0"/>
          <a:chExt cx="0" cy="0"/>
        </a:xfrm>
      </p:grpSpPr>
      <p:sp>
        <p:nvSpPr>
          <p:cNvPr id="21" name="Google Shape;21;p38"/>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 name="Google Shape;22;p38"/>
          <p:cNvSpPr txBox="1"/>
          <p:nvPr>
            <p:ph hasCustomPrompt="1" type="title"/>
          </p:nvPr>
        </p:nvSpPr>
        <p:spPr>
          <a:xfrm>
            <a:off x="311700" y="957125"/>
            <a:ext cx="8520600" cy="2128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chemeClr val="lt2"/>
              </a:buClr>
              <a:buSzPts val="16000"/>
              <a:buNone/>
              <a:defRPr sz="16000">
                <a:solidFill>
                  <a:schemeClr val="lt2"/>
                </a:solidFill>
              </a:defRPr>
            </a:lvl1pPr>
            <a:lvl2pPr lvl="1" algn="ctr">
              <a:lnSpc>
                <a:spcPct val="100000"/>
              </a:lnSpc>
              <a:spcBef>
                <a:spcPts val="0"/>
              </a:spcBef>
              <a:spcAft>
                <a:spcPts val="0"/>
              </a:spcAft>
              <a:buClr>
                <a:schemeClr val="lt2"/>
              </a:buClr>
              <a:buSzPts val="16000"/>
              <a:buNone/>
              <a:defRPr sz="16000">
                <a:solidFill>
                  <a:schemeClr val="lt2"/>
                </a:solidFill>
              </a:defRPr>
            </a:lvl2pPr>
            <a:lvl3pPr lvl="2" algn="ctr">
              <a:lnSpc>
                <a:spcPct val="100000"/>
              </a:lnSpc>
              <a:spcBef>
                <a:spcPts val="0"/>
              </a:spcBef>
              <a:spcAft>
                <a:spcPts val="0"/>
              </a:spcAft>
              <a:buClr>
                <a:schemeClr val="lt2"/>
              </a:buClr>
              <a:buSzPts val="16000"/>
              <a:buNone/>
              <a:defRPr sz="16000">
                <a:solidFill>
                  <a:schemeClr val="lt2"/>
                </a:solidFill>
              </a:defRPr>
            </a:lvl3pPr>
            <a:lvl4pPr lvl="3" algn="ctr">
              <a:lnSpc>
                <a:spcPct val="100000"/>
              </a:lnSpc>
              <a:spcBef>
                <a:spcPts val="0"/>
              </a:spcBef>
              <a:spcAft>
                <a:spcPts val="0"/>
              </a:spcAft>
              <a:buClr>
                <a:schemeClr val="lt2"/>
              </a:buClr>
              <a:buSzPts val="16000"/>
              <a:buNone/>
              <a:defRPr sz="16000">
                <a:solidFill>
                  <a:schemeClr val="lt2"/>
                </a:solidFill>
              </a:defRPr>
            </a:lvl4pPr>
            <a:lvl5pPr lvl="4" algn="ctr">
              <a:lnSpc>
                <a:spcPct val="100000"/>
              </a:lnSpc>
              <a:spcBef>
                <a:spcPts val="0"/>
              </a:spcBef>
              <a:spcAft>
                <a:spcPts val="0"/>
              </a:spcAft>
              <a:buClr>
                <a:schemeClr val="lt2"/>
              </a:buClr>
              <a:buSzPts val="16000"/>
              <a:buNone/>
              <a:defRPr sz="16000">
                <a:solidFill>
                  <a:schemeClr val="lt2"/>
                </a:solidFill>
              </a:defRPr>
            </a:lvl5pPr>
            <a:lvl6pPr lvl="5" algn="ctr">
              <a:lnSpc>
                <a:spcPct val="100000"/>
              </a:lnSpc>
              <a:spcBef>
                <a:spcPts val="0"/>
              </a:spcBef>
              <a:spcAft>
                <a:spcPts val="0"/>
              </a:spcAft>
              <a:buClr>
                <a:schemeClr val="lt2"/>
              </a:buClr>
              <a:buSzPts val="16000"/>
              <a:buNone/>
              <a:defRPr sz="16000">
                <a:solidFill>
                  <a:schemeClr val="lt2"/>
                </a:solidFill>
              </a:defRPr>
            </a:lvl6pPr>
            <a:lvl7pPr lvl="6" algn="ctr">
              <a:lnSpc>
                <a:spcPct val="100000"/>
              </a:lnSpc>
              <a:spcBef>
                <a:spcPts val="0"/>
              </a:spcBef>
              <a:spcAft>
                <a:spcPts val="0"/>
              </a:spcAft>
              <a:buClr>
                <a:schemeClr val="lt2"/>
              </a:buClr>
              <a:buSzPts val="16000"/>
              <a:buNone/>
              <a:defRPr sz="16000">
                <a:solidFill>
                  <a:schemeClr val="lt2"/>
                </a:solidFill>
              </a:defRPr>
            </a:lvl7pPr>
            <a:lvl8pPr lvl="7" algn="ctr">
              <a:lnSpc>
                <a:spcPct val="100000"/>
              </a:lnSpc>
              <a:spcBef>
                <a:spcPts val="0"/>
              </a:spcBef>
              <a:spcAft>
                <a:spcPts val="0"/>
              </a:spcAft>
              <a:buClr>
                <a:schemeClr val="lt2"/>
              </a:buClr>
              <a:buSzPts val="16000"/>
              <a:buNone/>
              <a:defRPr sz="16000">
                <a:solidFill>
                  <a:schemeClr val="lt2"/>
                </a:solidFill>
              </a:defRPr>
            </a:lvl8pPr>
            <a:lvl9pPr lvl="8" algn="ctr">
              <a:lnSpc>
                <a:spcPct val="100000"/>
              </a:lnSpc>
              <a:spcBef>
                <a:spcPts val="0"/>
              </a:spcBef>
              <a:spcAft>
                <a:spcPts val="0"/>
              </a:spcAft>
              <a:buClr>
                <a:schemeClr val="lt2"/>
              </a:buClr>
              <a:buSzPts val="16000"/>
              <a:buNone/>
              <a:defRPr sz="16000">
                <a:solidFill>
                  <a:schemeClr val="lt2"/>
                </a:solidFill>
              </a:defRPr>
            </a:lvl9pPr>
          </a:lstStyle>
          <a:p>
            <a:r>
              <a:t>xx%</a:t>
            </a:r>
          </a:p>
        </p:txBody>
      </p:sp>
      <p:sp>
        <p:nvSpPr>
          <p:cNvPr id="23" name="Google Shape;23;p38"/>
          <p:cNvSpPr txBox="1"/>
          <p:nvPr>
            <p:ph idx="1" type="body"/>
          </p:nvPr>
        </p:nvSpPr>
        <p:spPr>
          <a:xfrm>
            <a:off x="311700" y="3162000"/>
            <a:ext cx="8520600" cy="10716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24" name="Google Shape;24;p3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39"/>
          <p:cNvSpPr txBox="1"/>
          <p:nvPr>
            <p:ph type="title"/>
          </p:nvPr>
        </p:nvSpPr>
        <p:spPr>
          <a:xfrm>
            <a:off x="311700" y="315925"/>
            <a:ext cx="8520600" cy="8313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4200"/>
              <a:buNone/>
              <a:defRPr/>
            </a:lvl1pPr>
            <a:lvl2pPr lvl="1" algn="l">
              <a:lnSpc>
                <a:spcPct val="100000"/>
              </a:lnSpc>
              <a:spcBef>
                <a:spcPts val="0"/>
              </a:spcBef>
              <a:spcAft>
                <a:spcPts val="0"/>
              </a:spcAft>
              <a:buSzPts val="4200"/>
              <a:buNone/>
              <a:defRPr/>
            </a:lvl2pPr>
            <a:lvl3pPr lvl="2" algn="l">
              <a:lnSpc>
                <a:spcPct val="100000"/>
              </a:lnSpc>
              <a:spcBef>
                <a:spcPts val="0"/>
              </a:spcBef>
              <a:spcAft>
                <a:spcPts val="0"/>
              </a:spcAft>
              <a:buSzPts val="4200"/>
              <a:buNone/>
              <a:defRPr/>
            </a:lvl3pPr>
            <a:lvl4pPr lvl="3" algn="l">
              <a:lnSpc>
                <a:spcPct val="100000"/>
              </a:lnSpc>
              <a:spcBef>
                <a:spcPts val="0"/>
              </a:spcBef>
              <a:spcAft>
                <a:spcPts val="0"/>
              </a:spcAft>
              <a:buSzPts val="4200"/>
              <a:buNone/>
              <a:defRPr/>
            </a:lvl4pPr>
            <a:lvl5pPr lvl="4" algn="l">
              <a:lnSpc>
                <a:spcPct val="100000"/>
              </a:lnSpc>
              <a:spcBef>
                <a:spcPts val="0"/>
              </a:spcBef>
              <a:spcAft>
                <a:spcPts val="0"/>
              </a:spcAft>
              <a:buSzPts val="4200"/>
              <a:buNone/>
              <a:defRPr/>
            </a:lvl5pPr>
            <a:lvl6pPr lvl="5" algn="l">
              <a:lnSpc>
                <a:spcPct val="100000"/>
              </a:lnSpc>
              <a:spcBef>
                <a:spcPts val="0"/>
              </a:spcBef>
              <a:spcAft>
                <a:spcPts val="0"/>
              </a:spcAft>
              <a:buSzPts val="4200"/>
              <a:buNone/>
              <a:defRPr/>
            </a:lvl6pPr>
            <a:lvl7pPr lvl="6" algn="l">
              <a:lnSpc>
                <a:spcPct val="100000"/>
              </a:lnSpc>
              <a:spcBef>
                <a:spcPts val="0"/>
              </a:spcBef>
              <a:spcAft>
                <a:spcPts val="0"/>
              </a:spcAft>
              <a:buSzPts val="4200"/>
              <a:buNone/>
              <a:defRPr/>
            </a:lvl7pPr>
            <a:lvl8pPr lvl="7" algn="l">
              <a:lnSpc>
                <a:spcPct val="100000"/>
              </a:lnSpc>
              <a:spcBef>
                <a:spcPts val="0"/>
              </a:spcBef>
              <a:spcAft>
                <a:spcPts val="0"/>
              </a:spcAft>
              <a:buSzPts val="4200"/>
              <a:buNone/>
              <a:defRPr/>
            </a:lvl8pPr>
            <a:lvl9pPr lvl="8" algn="l">
              <a:lnSpc>
                <a:spcPct val="100000"/>
              </a:lnSpc>
              <a:spcBef>
                <a:spcPts val="0"/>
              </a:spcBef>
              <a:spcAft>
                <a:spcPts val="0"/>
              </a:spcAft>
              <a:buSzPts val="4200"/>
              <a:buNone/>
              <a:defRPr/>
            </a:lvl9pPr>
          </a:lstStyle>
          <a:p/>
        </p:txBody>
      </p:sp>
      <p:sp>
        <p:nvSpPr>
          <p:cNvPr id="27" name="Google Shape;27;p3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40"/>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30" name="Google Shape;30;p40"/>
          <p:cNvSpPr txBox="1"/>
          <p:nvPr>
            <p:ph idx="1" type="body"/>
          </p:nvPr>
        </p:nvSpPr>
        <p:spPr>
          <a:xfrm>
            <a:off x="311700" y="1399400"/>
            <a:ext cx="2808000" cy="27849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1" name="Google Shape;31;p4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2" name="Shape 32"/>
        <p:cNvGrpSpPr/>
        <p:nvPr/>
      </p:nvGrpSpPr>
      <p:grpSpPr>
        <a:xfrm>
          <a:off x="0" y="0"/>
          <a:ext cx="0" cy="0"/>
          <a:chOff x="0" y="0"/>
          <a:chExt cx="0" cy="0"/>
        </a:xfrm>
      </p:grpSpPr>
      <p:sp>
        <p:nvSpPr>
          <p:cNvPr id="33" name="Google Shape;33;p41"/>
          <p:cNvSpPr/>
          <p:nvPr/>
        </p:nvSpPr>
        <p:spPr>
          <a:xfrm flipH="1">
            <a:off x="7595938" y="460225"/>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34" name="Google Shape;34;p41"/>
          <p:cNvSpPr/>
          <p:nvPr/>
        </p:nvSpPr>
        <p:spPr>
          <a:xfrm flipH="1" rot="10800000">
            <a:off x="466425" y="3558325"/>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35" name="Google Shape;35;p41"/>
          <p:cNvSpPr txBox="1"/>
          <p:nvPr>
            <p:ph type="title"/>
          </p:nvPr>
        </p:nvSpPr>
        <p:spPr>
          <a:xfrm>
            <a:off x="773700" y="1806450"/>
            <a:ext cx="7596600" cy="15306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4200"/>
              <a:buNone/>
              <a:defRPr/>
            </a:lvl1pPr>
            <a:lvl2pPr lvl="1" algn="ctr">
              <a:lnSpc>
                <a:spcPct val="100000"/>
              </a:lnSpc>
              <a:spcBef>
                <a:spcPts val="0"/>
              </a:spcBef>
              <a:spcAft>
                <a:spcPts val="0"/>
              </a:spcAft>
              <a:buSzPts val="4200"/>
              <a:buNone/>
              <a:defRPr/>
            </a:lvl2pPr>
            <a:lvl3pPr lvl="2" algn="ctr">
              <a:lnSpc>
                <a:spcPct val="100000"/>
              </a:lnSpc>
              <a:spcBef>
                <a:spcPts val="0"/>
              </a:spcBef>
              <a:spcAft>
                <a:spcPts val="0"/>
              </a:spcAft>
              <a:buSzPts val="4200"/>
              <a:buNone/>
              <a:defRPr/>
            </a:lvl3pPr>
            <a:lvl4pPr lvl="3" algn="ctr">
              <a:lnSpc>
                <a:spcPct val="100000"/>
              </a:lnSpc>
              <a:spcBef>
                <a:spcPts val="0"/>
              </a:spcBef>
              <a:spcAft>
                <a:spcPts val="0"/>
              </a:spcAft>
              <a:buSzPts val="4200"/>
              <a:buNone/>
              <a:defRPr/>
            </a:lvl4pPr>
            <a:lvl5pPr lvl="4" algn="ctr">
              <a:lnSpc>
                <a:spcPct val="100000"/>
              </a:lnSpc>
              <a:spcBef>
                <a:spcPts val="0"/>
              </a:spcBef>
              <a:spcAft>
                <a:spcPts val="0"/>
              </a:spcAft>
              <a:buSzPts val="4200"/>
              <a:buNone/>
              <a:defRPr/>
            </a:lvl5pPr>
            <a:lvl6pPr lvl="5" algn="ctr">
              <a:lnSpc>
                <a:spcPct val="100000"/>
              </a:lnSpc>
              <a:spcBef>
                <a:spcPts val="0"/>
              </a:spcBef>
              <a:spcAft>
                <a:spcPts val="0"/>
              </a:spcAft>
              <a:buSzPts val="4200"/>
              <a:buNone/>
              <a:defRPr/>
            </a:lvl6pPr>
            <a:lvl7pPr lvl="6" algn="ctr">
              <a:lnSpc>
                <a:spcPct val="100000"/>
              </a:lnSpc>
              <a:spcBef>
                <a:spcPts val="0"/>
              </a:spcBef>
              <a:spcAft>
                <a:spcPts val="0"/>
              </a:spcAft>
              <a:buSzPts val="4200"/>
              <a:buNone/>
              <a:defRPr/>
            </a:lvl7pPr>
            <a:lvl8pPr lvl="7" algn="ctr">
              <a:lnSpc>
                <a:spcPct val="100000"/>
              </a:lnSpc>
              <a:spcBef>
                <a:spcPts val="0"/>
              </a:spcBef>
              <a:spcAft>
                <a:spcPts val="0"/>
              </a:spcAft>
              <a:buSzPts val="4200"/>
              <a:buNone/>
              <a:defRPr/>
            </a:lvl8pPr>
            <a:lvl9pPr lvl="8" algn="ctr">
              <a:lnSpc>
                <a:spcPct val="100000"/>
              </a:lnSpc>
              <a:spcBef>
                <a:spcPts val="0"/>
              </a:spcBef>
              <a:spcAft>
                <a:spcPts val="0"/>
              </a:spcAft>
              <a:buSzPts val="4200"/>
              <a:buNone/>
              <a:defRPr/>
            </a:lvl9pPr>
          </a:lstStyle>
          <a:p/>
        </p:txBody>
      </p:sp>
      <p:sp>
        <p:nvSpPr>
          <p:cNvPr id="36" name="Google Shape;36;p4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7" name="Shape 37"/>
        <p:cNvGrpSpPr/>
        <p:nvPr/>
      </p:nvGrpSpPr>
      <p:grpSpPr>
        <a:xfrm>
          <a:off x="0" y="0"/>
          <a:ext cx="0" cy="0"/>
          <a:chOff x="0" y="0"/>
          <a:chExt cx="0" cy="0"/>
        </a:xfrm>
      </p:grpSpPr>
      <p:sp>
        <p:nvSpPr>
          <p:cNvPr id="38" name="Google Shape;38;p42"/>
          <p:cNvSpPr txBox="1"/>
          <p:nvPr>
            <p:ph type="title"/>
          </p:nvPr>
        </p:nvSpPr>
        <p:spPr>
          <a:xfrm>
            <a:off x="311700" y="315925"/>
            <a:ext cx="8520600" cy="8313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4200"/>
              <a:buNone/>
              <a:defRPr/>
            </a:lvl1pPr>
            <a:lvl2pPr lvl="1" algn="l">
              <a:lnSpc>
                <a:spcPct val="100000"/>
              </a:lnSpc>
              <a:spcBef>
                <a:spcPts val="0"/>
              </a:spcBef>
              <a:spcAft>
                <a:spcPts val="0"/>
              </a:spcAft>
              <a:buSzPts val="4200"/>
              <a:buNone/>
              <a:defRPr/>
            </a:lvl2pPr>
            <a:lvl3pPr lvl="2" algn="l">
              <a:lnSpc>
                <a:spcPct val="100000"/>
              </a:lnSpc>
              <a:spcBef>
                <a:spcPts val="0"/>
              </a:spcBef>
              <a:spcAft>
                <a:spcPts val="0"/>
              </a:spcAft>
              <a:buSzPts val="4200"/>
              <a:buNone/>
              <a:defRPr/>
            </a:lvl3pPr>
            <a:lvl4pPr lvl="3" algn="l">
              <a:lnSpc>
                <a:spcPct val="100000"/>
              </a:lnSpc>
              <a:spcBef>
                <a:spcPts val="0"/>
              </a:spcBef>
              <a:spcAft>
                <a:spcPts val="0"/>
              </a:spcAft>
              <a:buSzPts val="4200"/>
              <a:buNone/>
              <a:defRPr/>
            </a:lvl4pPr>
            <a:lvl5pPr lvl="4" algn="l">
              <a:lnSpc>
                <a:spcPct val="100000"/>
              </a:lnSpc>
              <a:spcBef>
                <a:spcPts val="0"/>
              </a:spcBef>
              <a:spcAft>
                <a:spcPts val="0"/>
              </a:spcAft>
              <a:buSzPts val="4200"/>
              <a:buNone/>
              <a:defRPr/>
            </a:lvl5pPr>
            <a:lvl6pPr lvl="5" algn="l">
              <a:lnSpc>
                <a:spcPct val="100000"/>
              </a:lnSpc>
              <a:spcBef>
                <a:spcPts val="0"/>
              </a:spcBef>
              <a:spcAft>
                <a:spcPts val="0"/>
              </a:spcAft>
              <a:buSzPts val="4200"/>
              <a:buNone/>
              <a:defRPr/>
            </a:lvl6pPr>
            <a:lvl7pPr lvl="6" algn="l">
              <a:lnSpc>
                <a:spcPct val="100000"/>
              </a:lnSpc>
              <a:spcBef>
                <a:spcPts val="0"/>
              </a:spcBef>
              <a:spcAft>
                <a:spcPts val="0"/>
              </a:spcAft>
              <a:buSzPts val="4200"/>
              <a:buNone/>
              <a:defRPr/>
            </a:lvl7pPr>
            <a:lvl8pPr lvl="7" algn="l">
              <a:lnSpc>
                <a:spcPct val="100000"/>
              </a:lnSpc>
              <a:spcBef>
                <a:spcPts val="0"/>
              </a:spcBef>
              <a:spcAft>
                <a:spcPts val="0"/>
              </a:spcAft>
              <a:buSzPts val="4200"/>
              <a:buNone/>
              <a:defRPr/>
            </a:lvl8pPr>
            <a:lvl9pPr lvl="8" algn="l">
              <a:lnSpc>
                <a:spcPct val="100000"/>
              </a:lnSpc>
              <a:spcBef>
                <a:spcPts val="0"/>
              </a:spcBef>
              <a:spcAft>
                <a:spcPts val="0"/>
              </a:spcAft>
              <a:buSzPts val="4200"/>
              <a:buNone/>
              <a:defRPr/>
            </a:lvl9pPr>
          </a:lstStyle>
          <a:p/>
        </p:txBody>
      </p:sp>
      <p:sp>
        <p:nvSpPr>
          <p:cNvPr id="39" name="Google Shape;39;p42"/>
          <p:cNvSpPr txBox="1"/>
          <p:nvPr>
            <p:ph idx="1" type="body"/>
          </p:nvPr>
        </p:nvSpPr>
        <p:spPr>
          <a:xfrm>
            <a:off x="311700" y="1225225"/>
            <a:ext cx="3999900" cy="33540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40" name="Google Shape;40;p42"/>
          <p:cNvSpPr txBox="1"/>
          <p:nvPr>
            <p:ph idx="2" type="body"/>
          </p:nvPr>
        </p:nvSpPr>
        <p:spPr>
          <a:xfrm>
            <a:off x="4832400" y="1225225"/>
            <a:ext cx="3999900" cy="33540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41" name="Google Shape;41;p4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2" name="Shape 42"/>
        <p:cNvGrpSpPr/>
        <p:nvPr/>
      </p:nvGrpSpPr>
      <p:grpSpPr>
        <a:xfrm>
          <a:off x="0" y="0"/>
          <a:ext cx="0" cy="0"/>
          <a:chOff x="0" y="0"/>
          <a:chExt cx="0" cy="0"/>
        </a:xfrm>
      </p:grpSpPr>
      <p:sp>
        <p:nvSpPr>
          <p:cNvPr id="43" name="Google Shape;43;p43"/>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 name="Google Shape;44;p43"/>
          <p:cNvSpPr txBox="1"/>
          <p:nvPr>
            <p:ph type="title"/>
          </p:nvPr>
        </p:nvSpPr>
        <p:spPr>
          <a:xfrm>
            <a:off x="490250" y="450150"/>
            <a:ext cx="5878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45" name="Google Shape;45;p4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6" name="Shape 46"/>
        <p:cNvGrpSpPr/>
        <p:nvPr/>
      </p:nvGrpSpPr>
      <p:grpSpPr>
        <a:xfrm>
          <a:off x="0" y="0"/>
          <a:ext cx="0" cy="0"/>
          <a:chOff x="0" y="0"/>
          <a:chExt cx="0" cy="0"/>
        </a:xfrm>
      </p:grpSpPr>
      <p:sp>
        <p:nvSpPr>
          <p:cNvPr id="47" name="Google Shape;47;p44"/>
          <p:cNvSpPr/>
          <p:nvPr/>
        </p:nvSpPr>
        <p:spPr>
          <a:xfrm>
            <a:off x="4572000" y="-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48" name="Google Shape;48;p44"/>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9" name="Google Shape;49;p44"/>
          <p:cNvSpPr txBox="1"/>
          <p:nvPr>
            <p:ph type="title"/>
          </p:nvPr>
        </p:nvSpPr>
        <p:spPr>
          <a:xfrm>
            <a:off x="265500" y="929275"/>
            <a:ext cx="4045200" cy="17862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Clr>
                <a:schemeClr val="lt2"/>
              </a:buClr>
              <a:buSzPts val="4200"/>
              <a:buNone/>
              <a:defRPr>
                <a:solidFill>
                  <a:schemeClr val="lt2"/>
                </a:solidFill>
              </a:defRPr>
            </a:lvl1pPr>
            <a:lvl2pPr lvl="1" algn="ctr">
              <a:lnSpc>
                <a:spcPct val="100000"/>
              </a:lnSpc>
              <a:spcBef>
                <a:spcPts val="0"/>
              </a:spcBef>
              <a:spcAft>
                <a:spcPts val="0"/>
              </a:spcAft>
              <a:buClr>
                <a:schemeClr val="lt2"/>
              </a:buClr>
              <a:buSzPts val="4200"/>
              <a:buNone/>
              <a:defRPr>
                <a:solidFill>
                  <a:schemeClr val="lt2"/>
                </a:solidFill>
              </a:defRPr>
            </a:lvl2pPr>
            <a:lvl3pPr lvl="2" algn="ctr">
              <a:lnSpc>
                <a:spcPct val="100000"/>
              </a:lnSpc>
              <a:spcBef>
                <a:spcPts val="0"/>
              </a:spcBef>
              <a:spcAft>
                <a:spcPts val="0"/>
              </a:spcAft>
              <a:buClr>
                <a:schemeClr val="lt2"/>
              </a:buClr>
              <a:buSzPts val="4200"/>
              <a:buNone/>
              <a:defRPr>
                <a:solidFill>
                  <a:schemeClr val="lt2"/>
                </a:solidFill>
              </a:defRPr>
            </a:lvl3pPr>
            <a:lvl4pPr lvl="3" algn="ctr">
              <a:lnSpc>
                <a:spcPct val="100000"/>
              </a:lnSpc>
              <a:spcBef>
                <a:spcPts val="0"/>
              </a:spcBef>
              <a:spcAft>
                <a:spcPts val="0"/>
              </a:spcAft>
              <a:buClr>
                <a:schemeClr val="lt2"/>
              </a:buClr>
              <a:buSzPts val="4200"/>
              <a:buNone/>
              <a:defRPr>
                <a:solidFill>
                  <a:schemeClr val="lt2"/>
                </a:solidFill>
              </a:defRPr>
            </a:lvl4pPr>
            <a:lvl5pPr lvl="4" algn="ctr">
              <a:lnSpc>
                <a:spcPct val="100000"/>
              </a:lnSpc>
              <a:spcBef>
                <a:spcPts val="0"/>
              </a:spcBef>
              <a:spcAft>
                <a:spcPts val="0"/>
              </a:spcAft>
              <a:buClr>
                <a:schemeClr val="lt2"/>
              </a:buClr>
              <a:buSzPts val="4200"/>
              <a:buNone/>
              <a:defRPr>
                <a:solidFill>
                  <a:schemeClr val="lt2"/>
                </a:solidFill>
              </a:defRPr>
            </a:lvl5pPr>
            <a:lvl6pPr lvl="5" algn="ctr">
              <a:lnSpc>
                <a:spcPct val="100000"/>
              </a:lnSpc>
              <a:spcBef>
                <a:spcPts val="0"/>
              </a:spcBef>
              <a:spcAft>
                <a:spcPts val="0"/>
              </a:spcAft>
              <a:buClr>
                <a:schemeClr val="lt2"/>
              </a:buClr>
              <a:buSzPts val="4200"/>
              <a:buNone/>
              <a:defRPr>
                <a:solidFill>
                  <a:schemeClr val="lt2"/>
                </a:solidFill>
              </a:defRPr>
            </a:lvl6pPr>
            <a:lvl7pPr lvl="6" algn="ctr">
              <a:lnSpc>
                <a:spcPct val="100000"/>
              </a:lnSpc>
              <a:spcBef>
                <a:spcPts val="0"/>
              </a:spcBef>
              <a:spcAft>
                <a:spcPts val="0"/>
              </a:spcAft>
              <a:buClr>
                <a:schemeClr val="lt2"/>
              </a:buClr>
              <a:buSzPts val="4200"/>
              <a:buNone/>
              <a:defRPr>
                <a:solidFill>
                  <a:schemeClr val="lt2"/>
                </a:solidFill>
              </a:defRPr>
            </a:lvl7pPr>
            <a:lvl8pPr lvl="7" algn="ctr">
              <a:lnSpc>
                <a:spcPct val="100000"/>
              </a:lnSpc>
              <a:spcBef>
                <a:spcPts val="0"/>
              </a:spcBef>
              <a:spcAft>
                <a:spcPts val="0"/>
              </a:spcAft>
              <a:buClr>
                <a:schemeClr val="lt2"/>
              </a:buClr>
              <a:buSzPts val="4200"/>
              <a:buNone/>
              <a:defRPr>
                <a:solidFill>
                  <a:schemeClr val="lt2"/>
                </a:solidFill>
              </a:defRPr>
            </a:lvl8pPr>
            <a:lvl9pPr lvl="8" algn="ctr">
              <a:lnSpc>
                <a:spcPct val="100000"/>
              </a:lnSpc>
              <a:spcBef>
                <a:spcPts val="0"/>
              </a:spcBef>
              <a:spcAft>
                <a:spcPts val="0"/>
              </a:spcAft>
              <a:buClr>
                <a:schemeClr val="lt2"/>
              </a:buClr>
              <a:buSzPts val="4200"/>
              <a:buNone/>
              <a:defRPr>
                <a:solidFill>
                  <a:schemeClr val="lt2"/>
                </a:solidFill>
              </a:defRPr>
            </a:lvl9pPr>
          </a:lstStyle>
          <a:p/>
        </p:txBody>
      </p:sp>
      <p:sp>
        <p:nvSpPr>
          <p:cNvPr id="50" name="Google Shape;50;p44"/>
          <p:cNvSpPr txBox="1"/>
          <p:nvPr>
            <p:ph idx="1" type="subTitle"/>
          </p:nvPr>
        </p:nvSpPr>
        <p:spPr>
          <a:xfrm>
            <a:off x="265500" y="2769001"/>
            <a:ext cx="4045200" cy="1574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400"/>
              <a:buFont typeface="Economica"/>
              <a:buNone/>
              <a:defRPr sz="2400">
                <a:latin typeface="Economica"/>
                <a:ea typeface="Economica"/>
                <a:cs typeface="Economica"/>
                <a:sym typeface="Economica"/>
              </a:defRPr>
            </a:lvl1pPr>
            <a:lvl2pPr lvl="1" algn="ctr">
              <a:lnSpc>
                <a:spcPct val="100000"/>
              </a:lnSpc>
              <a:spcBef>
                <a:spcPts val="0"/>
              </a:spcBef>
              <a:spcAft>
                <a:spcPts val="0"/>
              </a:spcAft>
              <a:buSzPts val="2400"/>
              <a:buFont typeface="Economica"/>
              <a:buNone/>
              <a:defRPr sz="2400">
                <a:latin typeface="Economica"/>
                <a:ea typeface="Economica"/>
                <a:cs typeface="Economica"/>
                <a:sym typeface="Economica"/>
              </a:defRPr>
            </a:lvl2pPr>
            <a:lvl3pPr lvl="2" algn="ctr">
              <a:lnSpc>
                <a:spcPct val="100000"/>
              </a:lnSpc>
              <a:spcBef>
                <a:spcPts val="0"/>
              </a:spcBef>
              <a:spcAft>
                <a:spcPts val="0"/>
              </a:spcAft>
              <a:buSzPts val="2400"/>
              <a:buFont typeface="Economica"/>
              <a:buNone/>
              <a:defRPr sz="2400">
                <a:latin typeface="Economica"/>
                <a:ea typeface="Economica"/>
                <a:cs typeface="Economica"/>
                <a:sym typeface="Economica"/>
              </a:defRPr>
            </a:lvl3pPr>
            <a:lvl4pPr lvl="3" algn="ctr">
              <a:lnSpc>
                <a:spcPct val="100000"/>
              </a:lnSpc>
              <a:spcBef>
                <a:spcPts val="0"/>
              </a:spcBef>
              <a:spcAft>
                <a:spcPts val="0"/>
              </a:spcAft>
              <a:buSzPts val="2400"/>
              <a:buFont typeface="Economica"/>
              <a:buNone/>
              <a:defRPr sz="2400">
                <a:latin typeface="Economica"/>
                <a:ea typeface="Economica"/>
                <a:cs typeface="Economica"/>
                <a:sym typeface="Economica"/>
              </a:defRPr>
            </a:lvl4pPr>
            <a:lvl5pPr lvl="4" algn="ctr">
              <a:lnSpc>
                <a:spcPct val="100000"/>
              </a:lnSpc>
              <a:spcBef>
                <a:spcPts val="0"/>
              </a:spcBef>
              <a:spcAft>
                <a:spcPts val="0"/>
              </a:spcAft>
              <a:buSzPts val="2400"/>
              <a:buFont typeface="Economica"/>
              <a:buNone/>
              <a:defRPr sz="2400">
                <a:latin typeface="Economica"/>
                <a:ea typeface="Economica"/>
                <a:cs typeface="Economica"/>
                <a:sym typeface="Economica"/>
              </a:defRPr>
            </a:lvl5pPr>
            <a:lvl6pPr lvl="5" algn="ctr">
              <a:lnSpc>
                <a:spcPct val="100000"/>
              </a:lnSpc>
              <a:spcBef>
                <a:spcPts val="0"/>
              </a:spcBef>
              <a:spcAft>
                <a:spcPts val="0"/>
              </a:spcAft>
              <a:buSzPts val="2400"/>
              <a:buFont typeface="Economica"/>
              <a:buNone/>
              <a:defRPr sz="2400">
                <a:latin typeface="Economica"/>
                <a:ea typeface="Economica"/>
                <a:cs typeface="Economica"/>
                <a:sym typeface="Economica"/>
              </a:defRPr>
            </a:lvl6pPr>
            <a:lvl7pPr lvl="6" algn="ctr">
              <a:lnSpc>
                <a:spcPct val="100000"/>
              </a:lnSpc>
              <a:spcBef>
                <a:spcPts val="0"/>
              </a:spcBef>
              <a:spcAft>
                <a:spcPts val="0"/>
              </a:spcAft>
              <a:buSzPts val="2400"/>
              <a:buFont typeface="Economica"/>
              <a:buNone/>
              <a:defRPr sz="2400">
                <a:latin typeface="Economica"/>
                <a:ea typeface="Economica"/>
                <a:cs typeface="Economica"/>
                <a:sym typeface="Economica"/>
              </a:defRPr>
            </a:lvl7pPr>
            <a:lvl8pPr lvl="7" algn="ctr">
              <a:lnSpc>
                <a:spcPct val="100000"/>
              </a:lnSpc>
              <a:spcBef>
                <a:spcPts val="0"/>
              </a:spcBef>
              <a:spcAft>
                <a:spcPts val="0"/>
              </a:spcAft>
              <a:buSzPts val="2400"/>
              <a:buFont typeface="Economica"/>
              <a:buNone/>
              <a:defRPr sz="2400">
                <a:latin typeface="Economica"/>
                <a:ea typeface="Economica"/>
                <a:cs typeface="Economica"/>
                <a:sym typeface="Economica"/>
              </a:defRPr>
            </a:lvl8pPr>
            <a:lvl9pPr lvl="8" algn="ctr">
              <a:lnSpc>
                <a:spcPct val="100000"/>
              </a:lnSpc>
              <a:spcBef>
                <a:spcPts val="0"/>
              </a:spcBef>
              <a:spcAft>
                <a:spcPts val="0"/>
              </a:spcAft>
              <a:buSzPts val="2400"/>
              <a:buFont typeface="Economica"/>
              <a:buNone/>
              <a:defRPr sz="2400">
                <a:latin typeface="Economica"/>
                <a:ea typeface="Economica"/>
                <a:cs typeface="Economica"/>
                <a:sym typeface="Economica"/>
              </a:defRPr>
            </a:lvl9pPr>
          </a:lstStyle>
          <a:p/>
        </p:txBody>
      </p:sp>
      <p:sp>
        <p:nvSpPr>
          <p:cNvPr id="51" name="Google Shape;51;p44"/>
          <p:cNvSpPr txBox="1"/>
          <p:nvPr>
            <p:ph idx="2" type="body"/>
          </p:nvPr>
        </p:nvSpPr>
        <p:spPr>
          <a:xfrm>
            <a:off x="4939500" y="724200"/>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Clr>
                <a:schemeClr val="lt1"/>
              </a:buClr>
              <a:buSzPts val="1800"/>
              <a:buChar char="●"/>
              <a:defRPr>
                <a:solidFill>
                  <a:schemeClr val="lt1"/>
                </a:solidFill>
              </a:defRPr>
            </a:lvl1pPr>
            <a:lvl2pPr indent="-317500" lvl="1" marL="914400" algn="l">
              <a:lnSpc>
                <a:spcPct val="115000"/>
              </a:lnSpc>
              <a:spcBef>
                <a:spcPts val="0"/>
              </a:spcBef>
              <a:spcAft>
                <a:spcPts val="0"/>
              </a:spcAft>
              <a:buClr>
                <a:schemeClr val="lt1"/>
              </a:buClr>
              <a:buSzPts val="1400"/>
              <a:buChar char="○"/>
              <a:defRPr>
                <a:solidFill>
                  <a:schemeClr val="lt1"/>
                </a:solidFill>
              </a:defRPr>
            </a:lvl2pPr>
            <a:lvl3pPr indent="-317500" lvl="2" marL="1371600" algn="l">
              <a:lnSpc>
                <a:spcPct val="115000"/>
              </a:lnSpc>
              <a:spcBef>
                <a:spcPts val="0"/>
              </a:spcBef>
              <a:spcAft>
                <a:spcPts val="0"/>
              </a:spcAft>
              <a:buClr>
                <a:schemeClr val="lt1"/>
              </a:buClr>
              <a:buSzPts val="1400"/>
              <a:buChar char="■"/>
              <a:defRPr>
                <a:solidFill>
                  <a:schemeClr val="lt1"/>
                </a:solidFill>
              </a:defRPr>
            </a:lvl3pPr>
            <a:lvl4pPr indent="-317500" lvl="3" marL="1828800" algn="l">
              <a:lnSpc>
                <a:spcPct val="115000"/>
              </a:lnSpc>
              <a:spcBef>
                <a:spcPts val="0"/>
              </a:spcBef>
              <a:spcAft>
                <a:spcPts val="0"/>
              </a:spcAft>
              <a:buClr>
                <a:schemeClr val="lt1"/>
              </a:buClr>
              <a:buSzPts val="1400"/>
              <a:buChar char="●"/>
              <a:defRPr>
                <a:solidFill>
                  <a:schemeClr val="lt1"/>
                </a:solidFill>
              </a:defRPr>
            </a:lvl4pPr>
            <a:lvl5pPr indent="-317500" lvl="4" marL="2286000" algn="l">
              <a:lnSpc>
                <a:spcPct val="115000"/>
              </a:lnSpc>
              <a:spcBef>
                <a:spcPts val="0"/>
              </a:spcBef>
              <a:spcAft>
                <a:spcPts val="0"/>
              </a:spcAft>
              <a:buClr>
                <a:schemeClr val="lt1"/>
              </a:buClr>
              <a:buSzPts val="1400"/>
              <a:buChar char="○"/>
              <a:defRPr>
                <a:solidFill>
                  <a:schemeClr val="lt1"/>
                </a:solidFill>
              </a:defRPr>
            </a:lvl5pPr>
            <a:lvl6pPr indent="-317500" lvl="5" marL="2743200" algn="l">
              <a:lnSpc>
                <a:spcPct val="115000"/>
              </a:lnSpc>
              <a:spcBef>
                <a:spcPts val="0"/>
              </a:spcBef>
              <a:spcAft>
                <a:spcPts val="0"/>
              </a:spcAft>
              <a:buClr>
                <a:schemeClr val="lt1"/>
              </a:buClr>
              <a:buSzPts val="1400"/>
              <a:buChar char="■"/>
              <a:defRPr>
                <a:solidFill>
                  <a:schemeClr val="lt1"/>
                </a:solidFill>
              </a:defRPr>
            </a:lvl6pPr>
            <a:lvl7pPr indent="-317500" lvl="6" marL="3200400" algn="l">
              <a:lnSpc>
                <a:spcPct val="115000"/>
              </a:lnSpc>
              <a:spcBef>
                <a:spcPts val="0"/>
              </a:spcBef>
              <a:spcAft>
                <a:spcPts val="0"/>
              </a:spcAft>
              <a:buClr>
                <a:schemeClr val="lt1"/>
              </a:buClr>
              <a:buSzPts val="1400"/>
              <a:buChar char="●"/>
              <a:defRPr>
                <a:solidFill>
                  <a:schemeClr val="lt1"/>
                </a:solidFill>
              </a:defRPr>
            </a:lvl7pPr>
            <a:lvl8pPr indent="-317500" lvl="7" marL="3657600" algn="l">
              <a:lnSpc>
                <a:spcPct val="115000"/>
              </a:lnSpc>
              <a:spcBef>
                <a:spcPts val="0"/>
              </a:spcBef>
              <a:spcAft>
                <a:spcPts val="0"/>
              </a:spcAft>
              <a:buClr>
                <a:schemeClr val="lt1"/>
              </a:buClr>
              <a:buSzPts val="1400"/>
              <a:buChar char="○"/>
              <a:defRPr>
                <a:solidFill>
                  <a:schemeClr val="lt1"/>
                </a:solidFill>
              </a:defRPr>
            </a:lvl8pPr>
            <a:lvl9pPr indent="-317500" lvl="8" marL="4114800" algn="l">
              <a:lnSpc>
                <a:spcPct val="115000"/>
              </a:lnSpc>
              <a:spcBef>
                <a:spcPts val="0"/>
              </a:spcBef>
              <a:spcAft>
                <a:spcPts val="0"/>
              </a:spcAft>
              <a:buClr>
                <a:schemeClr val="lt1"/>
              </a:buClr>
              <a:buSzPts val="1400"/>
              <a:buChar char="■"/>
              <a:defRPr>
                <a:solidFill>
                  <a:schemeClr val="lt1"/>
                </a:solidFill>
              </a:defRPr>
            </a:lvl9pPr>
          </a:lstStyle>
          <a:p/>
        </p:txBody>
      </p:sp>
      <p:sp>
        <p:nvSpPr>
          <p:cNvPr id="52" name="Google Shape;52;p4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Economica"/>
                <a:ea typeface="Economica"/>
                <a:cs typeface="Economica"/>
                <a:sym typeface="Economic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Economica"/>
                <a:ea typeface="Economica"/>
                <a:cs typeface="Economica"/>
                <a:sym typeface="Economic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Economica"/>
                <a:ea typeface="Economica"/>
                <a:cs typeface="Economica"/>
                <a:sym typeface="Economic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Economica"/>
                <a:ea typeface="Economica"/>
                <a:cs typeface="Economica"/>
                <a:sym typeface="Economic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Economica"/>
                <a:ea typeface="Economica"/>
                <a:cs typeface="Economica"/>
                <a:sym typeface="Economic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Economica"/>
                <a:ea typeface="Economica"/>
                <a:cs typeface="Economica"/>
                <a:sym typeface="Economic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Economica"/>
                <a:ea typeface="Economica"/>
                <a:cs typeface="Economica"/>
                <a:sym typeface="Economic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Economica"/>
                <a:ea typeface="Economica"/>
                <a:cs typeface="Economica"/>
                <a:sym typeface="Economic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Economica"/>
                <a:ea typeface="Economica"/>
                <a:cs typeface="Economica"/>
                <a:sym typeface="Economica"/>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3" name="Shape 53"/>
        <p:cNvGrpSpPr/>
        <p:nvPr/>
      </p:nvGrpSpPr>
      <p:grpSpPr>
        <a:xfrm>
          <a:off x="0" y="0"/>
          <a:ext cx="0" cy="0"/>
          <a:chOff x="0" y="0"/>
          <a:chExt cx="0" cy="0"/>
        </a:xfrm>
      </p:grpSpPr>
      <p:sp>
        <p:nvSpPr>
          <p:cNvPr id="54" name="Google Shape;54;p45"/>
          <p:cNvSpPr txBox="1"/>
          <p:nvPr>
            <p:ph idx="1" type="body"/>
          </p:nvPr>
        </p:nvSpPr>
        <p:spPr>
          <a:xfrm>
            <a:off x="319500" y="4218925"/>
            <a:ext cx="5998800" cy="5988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2400"/>
              <a:buFont typeface="Economica"/>
              <a:buNone/>
              <a:defRPr sz="2400">
                <a:latin typeface="Economica"/>
                <a:ea typeface="Economica"/>
                <a:cs typeface="Economica"/>
                <a:sym typeface="Economica"/>
              </a:defRPr>
            </a:lvl1pPr>
          </a:lstStyle>
          <a:p/>
        </p:txBody>
      </p:sp>
      <p:sp>
        <p:nvSpPr>
          <p:cNvPr id="55" name="Google Shape;55;p4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6" name="Shape 56"/>
        <p:cNvGrpSpPr/>
        <p:nvPr/>
      </p:nvGrpSpPr>
      <p:grpSpPr>
        <a:xfrm>
          <a:off x="0" y="0"/>
          <a:ext cx="0" cy="0"/>
          <a:chOff x="0" y="0"/>
          <a:chExt cx="0" cy="0"/>
        </a:xfrm>
      </p:grpSpPr>
      <p:sp>
        <p:nvSpPr>
          <p:cNvPr id="57" name="Google Shape;57;p4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luxe">
    <p:bg>
      <p:bgPr>
        <a:solidFill>
          <a:schemeClr val="lt1"/>
        </a:solidFill>
      </p:bgPr>
    </p:bg>
    <p:spTree>
      <p:nvGrpSpPr>
        <p:cNvPr id="5" name="Shape 5"/>
        <p:cNvGrpSpPr/>
        <p:nvPr/>
      </p:nvGrpSpPr>
      <p:grpSpPr>
        <a:xfrm>
          <a:off x="0" y="0"/>
          <a:ext cx="0" cy="0"/>
          <a:chOff x="0" y="0"/>
          <a:chExt cx="0" cy="0"/>
        </a:xfrm>
      </p:grpSpPr>
      <p:sp>
        <p:nvSpPr>
          <p:cNvPr id="6" name="Google Shape;6;p35"/>
          <p:cNvSpPr txBox="1"/>
          <p:nvPr>
            <p:ph type="title"/>
          </p:nvPr>
        </p:nvSpPr>
        <p:spPr>
          <a:xfrm>
            <a:off x="311700" y="315925"/>
            <a:ext cx="8520600" cy="831300"/>
          </a:xfrm>
          <a:prstGeom prst="rect">
            <a:avLst/>
          </a:prstGeom>
          <a:noFill/>
          <a:ln>
            <a:noFill/>
          </a:ln>
        </p:spPr>
        <p:txBody>
          <a:bodyPr anchorCtr="0" anchor="b" bIns="91425" lIns="91425" spcFirstLastPara="1" rIns="91425" wrap="square" tIns="91425">
            <a:normAutofit/>
          </a:bodyPr>
          <a:lstStyle>
            <a:lvl1pPr lvl="0" marR="0" rtl="0" algn="l">
              <a:lnSpc>
                <a:spcPct val="100000"/>
              </a:lnSpc>
              <a:spcBef>
                <a:spcPts val="0"/>
              </a:spcBef>
              <a:spcAft>
                <a:spcPts val="0"/>
              </a:spcAft>
              <a:buClr>
                <a:schemeClr val="dk1"/>
              </a:buClr>
              <a:buSzPts val="4200"/>
              <a:buFont typeface="Economica"/>
              <a:buNone/>
              <a:defRPr b="0" i="0" sz="4200" u="none" cap="none" strike="noStrike">
                <a:solidFill>
                  <a:schemeClr val="dk1"/>
                </a:solidFill>
                <a:latin typeface="Economica"/>
                <a:ea typeface="Economica"/>
                <a:cs typeface="Economica"/>
                <a:sym typeface="Economica"/>
              </a:defRPr>
            </a:lvl1pPr>
            <a:lvl2pPr lvl="1" marR="0" rtl="0" algn="l">
              <a:lnSpc>
                <a:spcPct val="100000"/>
              </a:lnSpc>
              <a:spcBef>
                <a:spcPts val="0"/>
              </a:spcBef>
              <a:spcAft>
                <a:spcPts val="0"/>
              </a:spcAft>
              <a:buClr>
                <a:schemeClr val="dk1"/>
              </a:buClr>
              <a:buSzPts val="4200"/>
              <a:buFont typeface="Economica"/>
              <a:buNone/>
              <a:defRPr b="0" i="0" sz="4200" u="none" cap="none" strike="noStrike">
                <a:solidFill>
                  <a:schemeClr val="dk1"/>
                </a:solidFill>
                <a:latin typeface="Economica"/>
                <a:ea typeface="Economica"/>
                <a:cs typeface="Economica"/>
                <a:sym typeface="Economica"/>
              </a:defRPr>
            </a:lvl2pPr>
            <a:lvl3pPr lvl="2" marR="0" rtl="0" algn="l">
              <a:lnSpc>
                <a:spcPct val="100000"/>
              </a:lnSpc>
              <a:spcBef>
                <a:spcPts val="0"/>
              </a:spcBef>
              <a:spcAft>
                <a:spcPts val="0"/>
              </a:spcAft>
              <a:buClr>
                <a:schemeClr val="dk1"/>
              </a:buClr>
              <a:buSzPts val="4200"/>
              <a:buFont typeface="Economica"/>
              <a:buNone/>
              <a:defRPr b="0" i="0" sz="4200" u="none" cap="none" strike="noStrike">
                <a:solidFill>
                  <a:schemeClr val="dk1"/>
                </a:solidFill>
                <a:latin typeface="Economica"/>
                <a:ea typeface="Economica"/>
                <a:cs typeface="Economica"/>
                <a:sym typeface="Economica"/>
              </a:defRPr>
            </a:lvl3pPr>
            <a:lvl4pPr lvl="3" marR="0" rtl="0" algn="l">
              <a:lnSpc>
                <a:spcPct val="100000"/>
              </a:lnSpc>
              <a:spcBef>
                <a:spcPts val="0"/>
              </a:spcBef>
              <a:spcAft>
                <a:spcPts val="0"/>
              </a:spcAft>
              <a:buClr>
                <a:schemeClr val="dk1"/>
              </a:buClr>
              <a:buSzPts val="4200"/>
              <a:buFont typeface="Economica"/>
              <a:buNone/>
              <a:defRPr b="0" i="0" sz="4200" u="none" cap="none" strike="noStrike">
                <a:solidFill>
                  <a:schemeClr val="dk1"/>
                </a:solidFill>
                <a:latin typeface="Economica"/>
                <a:ea typeface="Economica"/>
                <a:cs typeface="Economica"/>
                <a:sym typeface="Economica"/>
              </a:defRPr>
            </a:lvl4pPr>
            <a:lvl5pPr lvl="4" marR="0" rtl="0" algn="l">
              <a:lnSpc>
                <a:spcPct val="100000"/>
              </a:lnSpc>
              <a:spcBef>
                <a:spcPts val="0"/>
              </a:spcBef>
              <a:spcAft>
                <a:spcPts val="0"/>
              </a:spcAft>
              <a:buClr>
                <a:schemeClr val="dk1"/>
              </a:buClr>
              <a:buSzPts val="4200"/>
              <a:buFont typeface="Economica"/>
              <a:buNone/>
              <a:defRPr b="0" i="0" sz="4200" u="none" cap="none" strike="noStrike">
                <a:solidFill>
                  <a:schemeClr val="dk1"/>
                </a:solidFill>
                <a:latin typeface="Economica"/>
                <a:ea typeface="Economica"/>
                <a:cs typeface="Economica"/>
                <a:sym typeface="Economica"/>
              </a:defRPr>
            </a:lvl5pPr>
            <a:lvl6pPr lvl="5" marR="0" rtl="0" algn="l">
              <a:lnSpc>
                <a:spcPct val="100000"/>
              </a:lnSpc>
              <a:spcBef>
                <a:spcPts val="0"/>
              </a:spcBef>
              <a:spcAft>
                <a:spcPts val="0"/>
              </a:spcAft>
              <a:buClr>
                <a:schemeClr val="dk1"/>
              </a:buClr>
              <a:buSzPts val="4200"/>
              <a:buFont typeface="Economica"/>
              <a:buNone/>
              <a:defRPr b="0" i="0" sz="4200" u="none" cap="none" strike="noStrike">
                <a:solidFill>
                  <a:schemeClr val="dk1"/>
                </a:solidFill>
                <a:latin typeface="Economica"/>
                <a:ea typeface="Economica"/>
                <a:cs typeface="Economica"/>
                <a:sym typeface="Economica"/>
              </a:defRPr>
            </a:lvl6pPr>
            <a:lvl7pPr lvl="6" marR="0" rtl="0" algn="l">
              <a:lnSpc>
                <a:spcPct val="100000"/>
              </a:lnSpc>
              <a:spcBef>
                <a:spcPts val="0"/>
              </a:spcBef>
              <a:spcAft>
                <a:spcPts val="0"/>
              </a:spcAft>
              <a:buClr>
                <a:schemeClr val="dk1"/>
              </a:buClr>
              <a:buSzPts val="4200"/>
              <a:buFont typeface="Economica"/>
              <a:buNone/>
              <a:defRPr b="0" i="0" sz="4200" u="none" cap="none" strike="noStrike">
                <a:solidFill>
                  <a:schemeClr val="dk1"/>
                </a:solidFill>
                <a:latin typeface="Economica"/>
                <a:ea typeface="Economica"/>
                <a:cs typeface="Economica"/>
                <a:sym typeface="Economica"/>
              </a:defRPr>
            </a:lvl7pPr>
            <a:lvl8pPr lvl="7" marR="0" rtl="0" algn="l">
              <a:lnSpc>
                <a:spcPct val="100000"/>
              </a:lnSpc>
              <a:spcBef>
                <a:spcPts val="0"/>
              </a:spcBef>
              <a:spcAft>
                <a:spcPts val="0"/>
              </a:spcAft>
              <a:buClr>
                <a:schemeClr val="dk1"/>
              </a:buClr>
              <a:buSzPts val="4200"/>
              <a:buFont typeface="Economica"/>
              <a:buNone/>
              <a:defRPr b="0" i="0" sz="4200" u="none" cap="none" strike="noStrike">
                <a:solidFill>
                  <a:schemeClr val="dk1"/>
                </a:solidFill>
                <a:latin typeface="Economica"/>
                <a:ea typeface="Economica"/>
                <a:cs typeface="Economica"/>
                <a:sym typeface="Economica"/>
              </a:defRPr>
            </a:lvl8pPr>
            <a:lvl9pPr lvl="8" marR="0" rtl="0" algn="l">
              <a:lnSpc>
                <a:spcPct val="100000"/>
              </a:lnSpc>
              <a:spcBef>
                <a:spcPts val="0"/>
              </a:spcBef>
              <a:spcAft>
                <a:spcPts val="0"/>
              </a:spcAft>
              <a:buClr>
                <a:schemeClr val="dk1"/>
              </a:buClr>
              <a:buSzPts val="4200"/>
              <a:buFont typeface="Economica"/>
              <a:buNone/>
              <a:defRPr b="0" i="0" sz="4200" u="none" cap="none" strike="noStrike">
                <a:solidFill>
                  <a:schemeClr val="dk1"/>
                </a:solidFill>
                <a:latin typeface="Economica"/>
                <a:ea typeface="Economica"/>
                <a:cs typeface="Economica"/>
                <a:sym typeface="Economica"/>
              </a:defRPr>
            </a:lvl9pPr>
          </a:lstStyle>
          <a:p/>
        </p:txBody>
      </p:sp>
      <p:sp>
        <p:nvSpPr>
          <p:cNvPr id="7" name="Google Shape;7;p35"/>
          <p:cNvSpPr txBox="1"/>
          <p:nvPr>
            <p:ph idx="1" type="body"/>
          </p:nvPr>
        </p:nvSpPr>
        <p:spPr>
          <a:xfrm>
            <a:off x="311700" y="1225225"/>
            <a:ext cx="8520600" cy="33540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1"/>
              </a:buClr>
              <a:buSzPts val="1800"/>
              <a:buFont typeface="Open Sans"/>
              <a:buChar char="●"/>
              <a:defRPr b="0" i="0" sz="1800" u="none" cap="none" strike="noStrike">
                <a:solidFill>
                  <a:schemeClr val="dk1"/>
                </a:solidFill>
                <a:latin typeface="Open Sans"/>
                <a:ea typeface="Open Sans"/>
                <a:cs typeface="Open Sans"/>
                <a:sym typeface="Open Sans"/>
              </a:defRPr>
            </a:lvl1pPr>
            <a:lvl2pPr indent="-317500" lvl="1" marL="914400" marR="0" rtl="0" algn="l">
              <a:lnSpc>
                <a:spcPct val="115000"/>
              </a:lnSpc>
              <a:spcBef>
                <a:spcPts val="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2pPr>
            <a:lvl3pPr indent="-317500" lvl="2" marL="1371600" marR="0" rtl="0" algn="l">
              <a:lnSpc>
                <a:spcPct val="115000"/>
              </a:lnSpc>
              <a:spcBef>
                <a:spcPts val="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3pPr>
            <a:lvl4pPr indent="-317500" lvl="3" marL="1828800" marR="0" rtl="0" algn="l">
              <a:lnSpc>
                <a:spcPct val="115000"/>
              </a:lnSpc>
              <a:spcBef>
                <a:spcPts val="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4pPr>
            <a:lvl5pPr indent="-317500" lvl="4" marL="2286000" marR="0" rtl="0" algn="l">
              <a:lnSpc>
                <a:spcPct val="115000"/>
              </a:lnSpc>
              <a:spcBef>
                <a:spcPts val="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5pPr>
            <a:lvl6pPr indent="-317500" lvl="5" marL="2743200" marR="0" rtl="0" algn="l">
              <a:lnSpc>
                <a:spcPct val="115000"/>
              </a:lnSpc>
              <a:spcBef>
                <a:spcPts val="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6pPr>
            <a:lvl7pPr indent="-317500" lvl="6" marL="3200400" marR="0" rtl="0" algn="l">
              <a:lnSpc>
                <a:spcPct val="115000"/>
              </a:lnSpc>
              <a:spcBef>
                <a:spcPts val="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7pPr>
            <a:lvl8pPr indent="-317500" lvl="7" marL="3657600" marR="0" rtl="0" algn="l">
              <a:lnSpc>
                <a:spcPct val="115000"/>
              </a:lnSpc>
              <a:spcBef>
                <a:spcPts val="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8pPr>
            <a:lvl9pPr indent="-317500" lvl="8" marL="4114800" marR="0" rtl="0" algn="l">
              <a:lnSpc>
                <a:spcPct val="115000"/>
              </a:lnSpc>
              <a:spcBef>
                <a:spcPts val="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9pPr>
          </a:lstStyle>
          <a:p/>
        </p:txBody>
      </p:sp>
      <p:sp>
        <p:nvSpPr>
          <p:cNvPr id="8" name="Google Shape;8;p3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9pPr>
          </a:lstStyle>
          <a:p>
            <a:pPr indent="0" lvl="0" marL="0" rtl="0" algn="r">
              <a:spcBef>
                <a:spcPts val="0"/>
              </a:spcBef>
              <a:spcAft>
                <a:spcPts val="0"/>
              </a:spcAft>
              <a:buNone/>
            </a:pPr>
            <a:fld id="{00000000-1234-1234-1234-123412341234}" type="slidenum">
              <a:rPr lang="es-419"/>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mailto:C31046@utp.edu.pe" TargetMode="External"/><Relationship Id="rId4" Type="http://schemas.openxmlformats.org/officeDocument/2006/relationships/image" Target="../media/image2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2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 Id="rId3" Type="http://schemas.openxmlformats.org/officeDocument/2006/relationships/image" Target="../media/image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 Id="rId3" Type="http://schemas.openxmlformats.org/officeDocument/2006/relationships/image" Target="../media/image1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 Id="rId3" Type="http://schemas.openxmlformats.org/officeDocument/2006/relationships/image" Target="../media/image1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 Id="rId3" Type="http://schemas.openxmlformats.org/officeDocument/2006/relationships/image" Target="../media/image1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 Id="rId3" Type="http://schemas.openxmlformats.org/officeDocument/2006/relationships/image" Target="../media/image1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 Id="rId3" Type="http://schemas.openxmlformats.org/officeDocument/2006/relationships/image" Target="../media/image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 Id="rId3" Type="http://schemas.openxmlformats.org/officeDocument/2006/relationships/image" Target="../media/image1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4.xml"/><Relationship Id="rId3" Type="http://schemas.openxmlformats.org/officeDocument/2006/relationships/image" Target="../media/image14.png"/><Relationship Id="rId4" Type="http://schemas.openxmlformats.org/officeDocument/2006/relationships/image" Target="../media/image2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5.xml"/><Relationship Id="rId3" Type="http://schemas.openxmlformats.org/officeDocument/2006/relationships/image" Target="../media/image17.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6.xml"/><Relationship Id="rId3" Type="http://schemas.openxmlformats.org/officeDocument/2006/relationships/image" Target="../media/image1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 Id="rId3" Type="http://schemas.openxmlformats.org/officeDocument/2006/relationships/image" Target="../media/image23.png"/><Relationship Id="rId4" Type="http://schemas.openxmlformats.org/officeDocument/2006/relationships/image" Target="../media/image16.png"/><Relationship Id="rId5" Type="http://schemas.openxmlformats.org/officeDocument/2006/relationships/image" Target="../media/image1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 Id="rId3" Type="http://schemas.openxmlformats.org/officeDocument/2006/relationships/image" Target="../media/image21.png"/><Relationship Id="rId4" Type="http://schemas.openxmlformats.org/officeDocument/2006/relationships/image" Target="../media/image2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 Id="rId3" Type="http://schemas.openxmlformats.org/officeDocument/2006/relationships/image" Target="../media/image2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hyperlink" Target="mailto:C31046@utp.edu.pe" TargetMode="External"/><Relationship Id="rId4" Type="http://schemas.openxmlformats.org/officeDocument/2006/relationships/image" Target="../media/image2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g3809ac4afca_0_6"/>
          <p:cNvSpPr txBox="1"/>
          <p:nvPr>
            <p:ph type="ctrTitle"/>
          </p:nvPr>
        </p:nvSpPr>
        <p:spPr>
          <a:xfrm>
            <a:off x="2841725" y="864625"/>
            <a:ext cx="3448200" cy="2111700"/>
          </a:xfrm>
          <a:prstGeom prst="rect">
            <a:avLst/>
          </a:prstGeom>
          <a:noFill/>
          <a:ln>
            <a:noFill/>
          </a:ln>
        </p:spPr>
        <p:txBody>
          <a:bodyPr anchorCtr="0" anchor="ctr" bIns="91425" lIns="91425" spcFirstLastPara="1" rIns="91425" wrap="square" tIns="91425">
            <a:normAutofit fontScale="90000"/>
          </a:bodyPr>
          <a:lstStyle/>
          <a:p>
            <a:pPr indent="0" lvl="0" marL="0" rtl="0" algn="ctr">
              <a:lnSpc>
                <a:spcPct val="100000"/>
              </a:lnSpc>
              <a:spcBef>
                <a:spcPts val="0"/>
              </a:spcBef>
              <a:spcAft>
                <a:spcPts val="0"/>
              </a:spcAft>
              <a:buSzPts val="891"/>
              <a:buNone/>
            </a:pPr>
            <a:r>
              <a:rPr lang="es-419" sz="5020"/>
              <a:t>TALLER DE PROGRAMACIÓN WEB</a:t>
            </a:r>
            <a:endParaRPr sz="5020"/>
          </a:p>
        </p:txBody>
      </p:sp>
      <p:sp>
        <p:nvSpPr>
          <p:cNvPr id="63" name="Google Shape;63;g3809ac4afca_0_6"/>
          <p:cNvSpPr txBox="1"/>
          <p:nvPr>
            <p:ph idx="1" type="subTitle"/>
          </p:nvPr>
        </p:nvSpPr>
        <p:spPr>
          <a:xfrm>
            <a:off x="3044700" y="2964199"/>
            <a:ext cx="3054600" cy="716400"/>
          </a:xfrm>
          <a:prstGeom prst="rect">
            <a:avLst/>
          </a:prstGeom>
          <a:noFill/>
          <a:ln>
            <a:noFill/>
          </a:ln>
        </p:spPr>
        <p:txBody>
          <a:bodyPr anchorCtr="0" anchor="ctr" bIns="91425" lIns="91425" spcFirstLastPara="1" rIns="91425" wrap="square" tIns="91425">
            <a:normAutofit fontScale="77500"/>
          </a:bodyPr>
          <a:lstStyle/>
          <a:p>
            <a:pPr indent="0" lvl="0" marL="0" rtl="0" algn="ctr">
              <a:lnSpc>
                <a:spcPct val="100000"/>
              </a:lnSpc>
              <a:spcBef>
                <a:spcPts val="0"/>
              </a:spcBef>
              <a:spcAft>
                <a:spcPts val="0"/>
              </a:spcAft>
              <a:buSzPct val="91304"/>
              <a:buNone/>
            </a:pPr>
            <a:r>
              <a:rPr lang="es-419" sz="2300"/>
              <a:t>M.Sc. Jesamin Melissa Zevallos Quispe</a:t>
            </a:r>
            <a:endParaRPr sz="2300"/>
          </a:p>
          <a:p>
            <a:pPr indent="0" lvl="0" marL="0" rtl="0" algn="ctr">
              <a:lnSpc>
                <a:spcPct val="100000"/>
              </a:lnSpc>
              <a:spcBef>
                <a:spcPts val="0"/>
              </a:spcBef>
              <a:spcAft>
                <a:spcPts val="0"/>
              </a:spcAft>
              <a:buSzPct val="133333"/>
              <a:buNone/>
            </a:pPr>
            <a:r>
              <a:rPr lang="es-419" sz="1575" u="sng">
                <a:solidFill>
                  <a:srgbClr val="3D85C6"/>
                </a:solidFill>
                <a:hlinkClick r:id="rId3">
                  <a:extLst>
                    <a:ext uri="{A12FA001-AC4F-418D-AE19-62706E023703}">
                      <ahyp:hlinkClr val="tx"/>
                    </a:ext>
                  </a:extLst>
                </a:hlinkClick>
              </a:rPr>
              <a:t>c29741@utp.edu.pe</a:t>
            </a:r>
            <a:endParaRPr sz="1575">
              <a:solidFill>
                <a:srgbClr val="3D85C6"/>
              </a:solidFill>
            </a:endParaRPr>
          </a:p>
        </p:txBody>
      </p:sp>
      <p:pic>
        <p:nvPicPr>
          <p:cNvPr id="64" name="Google Shape;64;g3809ac4afca_0_6"/>
          <p:cNvPicPr preferRelativeResize="0"/>
          <p:nvPr/>
        </p:nvPicPr>
        <p:blipFill rotWithShape="1">
          <a:blip r:embed="rId4">
            <a:alphaModFix/>
          </a:blip>
          <a:srcRect b="0" l="0" r="0" t="0"/>
          <a:stretch/>
        </p:blipFill>
        <p:spPr>
          <a:xfrm>
            <a:off x="3225587" y="3598150"/>
            <a:ext cx="2692823" cy="825724"/>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2"/>
          <p:cNvSpPr txBox="1"/>
          <p:nvPr>
            <p:ph type="title"/>
          </p:nvPr>
        </p:nvSpPr>
        <p:spPr>
          <a:xfrm>
            <a:off x="311700" y="315925"/>
            <a:ext cx="8520600" cy="8313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4200"/>
              <a:buNone/>
            </a:pPr>
            <a:r>
              <a:rPr lang="es-419"/>
              <a:t>Dudas de la clase anterior</a:t>
            </a:r>
            <a:endParaRPr/>
          </a:p>
        </p:txBody>
      </p:sp>
      <p:pic>
        <p:nvPicPr>
          <p:cNvPr id="70" name="Google Shape;70;p2"/>
          <p:cNvPicPr preferRelativeResize="0"/>
          <p:nvPr/>
        </p:nvPicPr>
        <p:blipFill rotWithShape="1">
          <a:blip r:embed="rId3">
            <a:alphaModFix/>
          </a:blip>
          <a:srcRect b="0" l="0" r="0" t="0"/>
          <a:stretch/>
        </p:blipFill>
        <p:spPr>
          <a:xfrm>
            <a:off x="2602287" y="2844874"/>
            <a:ext cx="3939425" cy="2298624"/>
          </a:xfrm>
          <a:prstGeom prst="rect">
            <a:avLst/>
          </a:prstGeom>
          <a:noFill/>
          <a:ln>
            <a:noFill/>
          </a:ln>
        </p:spPr>
      </p:pic>
      <p:sp>
        <p:nvSpPr>
          <p:cNvPr id="71" name="Google Shape;71;p2"/>
          <p:cNvSpPr/>
          <p:nvPr/>
        </p:nvSpPr>
        <p:spPr>
          <a:xfrm flipH="1">
            <a:off x="874000" y="2078700"/>
            <a:ext cx="2302800" cy="1122300"/>
          </a:xfrm>
          <a:prstGeom prst="wedgeEllipseCallout">
            <a:avLst>
              <a:gd fmla="val -20833" name="adj1"/>
              <a:gd fmla="val 62500" name="adj2"/>
            </a:avLst>
          </a:prstGeom>
          <a:noFill/>
          <a:ln cap="flat" cmpd="sng" w="38100">
            <a:solidFill>
              <a:srgbClr val="96969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419" sz="1400" u="none" cap="none" strike="noStrike">
                <a:solidFill>
                  <a:srgbClr val="000000"/>
                </a:solidFill>
                <a:latin typeface="Playfair Display"/>
                <a:ea typeface="Playfair Display"/>
                <a:cs typeface="Playfair Display"/>
                <a:sym typeface="Playfair Display"/>
              </a:rPr>
              <a:t>Estructura HTML</a:t>
            </a:r>
            <a:endParaRPr b="0" i="0" sz="1400" u="none" cap="none" strike="noStrike">
              <a:solidFill>
                <a:srgbClr val="000000"/>
              </a:solidFill>
              <a:latin typeface="Playfair Display"/>
              <a:ea typeface="Playfair Display"/>
              <a:cs typeface="Playfair Display"/>
              <a:sym typeface="Playfair Display"/>
            </a:endParaRPr>
          </a:p>
        </p:txBody>
      </p:sp>
      <p:sp>
        <p:nvSpPr>
          <p:cNvPr id="72" name="Google Shape;72;p2"/>
          <p:cNvSpPr/>
          <p:nvPr/>
        </p:nvSpPr>
        <p:spPr>
          <a:xfrm flipH="1">
            <a:off x="3420588" y="1180575"/>
            <a:ext cx="2302800" cy="1122300"/>
          </a:xfrm>
          <a:prstGeom prst="wedgeEllipseCallout">
            <a:avLst>
              <a:gd fmla="val -1117" name="adj1"/>
              <a:gd fmla="val 72798" name="adj2"/>
            </a:avLst>
          </a:prstGeom>
          <a:noFill/>
          <a:ln cap="flat" cmpd="sng" w="38100">
            <a:solidFill>
              <a:srgbClr val="96969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419" sz="1400" u="none" cap="none" strike="noStrike">
                <a:solidFill>
                  <a:srgbClr val="000000"/>
                </a:solidFill>
                <a:latin typeface="Playfair Display"/>
                <a:ea typeface="Playfair Display"/>
                <a:cs typeface="Playfair Display"/>
                <a:sym typeface="Playfair Display"/>
              </a:rPr>
              <a:t>Tablas y Formularios</a:t>
            </a:r>
            <a:endParaRPr b="0" i="0" sz="1400" u="none" cap="none" strike="noStrike">
              <a:solidFill>
                <a:srgbClr val="000000"/>
              </a:solidFill>
              <a:latin typeface="Playfair Display"/>
              <a:ea typeface="Playfair Display"/>
              <a:cs typeface="Playfair Display"/>
              <a:sym typeface="Playfair Display"/>
            </a:endParaRPr>
          </a:p>
        </p:txBody>
      </p:sp>
      <p:sp>
        <p:nvSpPr>
          <p:cNvPr id="73" name="Google Shape;73;p2"/>
          <p:cNvSpPr/>
          <p:nvPr/>
        </p:nvSpPr>
        <p:spPr>
          <a:xfrm>
            <a:off x="6070225" y="2078700"/>
            <a:ext cx="2302800" cy="1122300"/>
          </a:xfrm>
          <a:prstGeom prst="wedgeEllipseCallout">
            <a:avLst>
              <a:gd fmla="val -20833" name="adj1"/>
              <a:gd fmla="val 62500" name="adj2"/>
            </a:avLst>
          </a:prstGeom>
          <a:noFill/>
          <a:ln cap="flat" cmpd="sng" w="38100">
            <a:solidFill>
              <a:srgbClr val="96969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419" sz="1400" u="none" cap="none" strike="noStrike">
                <a:solidFill>
                  <a:srgbClr val="000000"/>
                </a:solidFill>
                <a:latin typeface="Playfair Display"/>
                <a:ea typeface="Playfair Display"/>
                <a:cs typeface="Playfair Display"/>
                <a:sym typeface="Playfair Display"/>
              </a:rPr>
              <a:t>Evaluación APF1</a:t>
            </a:r>
            <a:endParaRPr b="0" i="0" sz="1400" u="none" cap="none" strike="noStrike">
              <a:solidFill>
                <a:srgbClr val="000000"/>
              </a:solidFill>
              <a:latin typeface="Playfair Display"/>
              <a:ea typeface="Playfair Display"/>
              <a:cs typeface="Playfair Display"/>
              <a:sym typeface="Playfair Display"/>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3"/>
          <p:cNvSpPr txBox="1"/>
          <p:nvPr>
            <p:ph type="title"/>
          </p:nvPr>
        </p:nvSpPr>
        <p:spPr>
          <a:xfrm>
            <a:off x="311700" y="957125"/>
            <a:ext cx="8520600" cy="2128800"/>
          </a:xfrm>
          <a:prstGeom prst="rect">
            <a:avLst/>
          </a:prstGeom>
          <a:no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SzPts val="16000"/>
              <a:buNone/>
            </a:pPr>
            <a:r>
              <a:rPr b="1" lang="es-419" sz="5000"/>
              <a:t>Personalización del Sitio Web con CSS</a:t>
            </a:r>
            <a:endParaRPr b="1" sz="5000"/>
          </a:p>
        </p:txBody>
      </p:sp>
      <p:sp>
        <p:nvSpPr>
          <p:cNvPr id="79" name="Google Shape;79;p3"/>
          <p:cNvSpPr txBox="1"/>
          <p:nvPr>
            <p:ph idx="1" type="body"/>
          </p:nvPr>
        </p:nvSpPr>
        <p:spPr>
          <a:xfrm>
            <a:off x="311700" y="3162000"/>
            <a:ext cx="8520600" cy="1071600"/>
          </a:xfrm>
          <a:prstGeom prst="rect">
            <a:avLst/>
          </a:prstGeom>
          <a:noFill/>
          <a:ln>
            <a:noFill/>
          </a:ln>
        </p:spPr>
        <p:txBody>
          <a:bodyPr anchorCtr="0" anchor="t" bIns="91425" lIns="91425" spcFirstLastPara="1" rIns="91425" wrap="square" tIns="91425">
            <a:normAutofit/>
          </a:bodyPr>
          <a:lstStyle/>
          <a:p>
            <a:pPr indent="0" lvl="0" marL="0" rtl="0" algn="ctr">
              <a:lnSpc>
                <a:spcPct val="115000"/>
              </a:lnSpc>
              <a:spcBef>
                <a:spcPts val="0"/>
              </a:spcBef>
              <a:spcAft>
                <a:spcPts val="1200"/>
              </a:spcAft>
              <a:buSzPts val="1800"/>
              <a:buNone/>
            </a:pPr>
            <a:r>
              <a:rPr lang="es-419"/>
              <a:t>Semana 06 - Sesión 06</a:t>
            </a:r>
            <a:endParaRPr/>
          </a:p>
        </p:txBody>
      </p:sp>
      <p:pic>
        <p:nvPicPr>
          <p:cNvPr id="80" name="Google Shape;80;p3"/>
          <p:cNvPicPr preferRelativeResize="0"/>
          <p:nvPr/>
        </p:nvPicPr>
        <p:blipFill rotWithShape="1">
          <a:blip r:embed="rId3">
            <a:alphaModFix/>
          </a:blip>
          <a:srcRect b="0" l="0" r="0" t="0"/>
          <a:stretch/>
        </p:blipFill>
        <p:spPr>
          <a:xfrm>
            <a:off x="3332464" y="3893167"/>
            <a:ext cx="2479073" cy="7601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4"/>
          <p:cNvSpPr txBox="1"/>
          <p:nvPr>
            <p:ph type="title"/>
          </p:nvPr>
        </p:nvSpPr>
        <p:spPr>
          <a:xfrm>
            <a:off x="311700" y="315925"/>
            <a:ext cx="8520600" cy="8313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4200"/>
              <a:buNone/>
            </a:pPr>
            <a:r>
              <a:rPr lang="es-419"/>
              <a:t>Conocimientos previos</a:t>
            </a:r>
            <a:endParaRPr/>
          </a:p>
        </p:txBody>
      </p:sp>
      <p:pic>
        <p:nvPicPr>
          <p:cNvPr id="86" name="Google Shape;86;p4" title="desarrollo-web.png"/>
          <p:cNvPicPr preferRelativeResize="0"/>
          <p:nvPr/>
        </p:nvPicPr>
        <p:blipFill rotWithShape="1">
          <a:blip r:embed="rId3">
            <a:alphaModFix/>
          </a:blip>
          <a:srcRect b="0" l="3812" r="19329" t="0"/>
          <a:stretch/>
        </p:blipFill>
        <p:spPr>
          <a:xfrm>
            <a:off x="4298700" y="1727709"/>
            <a:ext cx="3946999" cy="2482125"/>
          </a:xfrm>
          <a:prstGeom prst="rect">
            <a:avLst/>
          </a:prstGeom>
          <a:noFill/>
          <a:ln>
            <a:noFill/>
          </a:ln>
        </p:spPr>
      </p:pic>
      <p:sp>
        <p:nvSpPr>
          <p:cNvPr id="87" name="Google Shape;87;p4"/>
          <p:cNvSpPr txBox="1"/>
          <p:nvPr>
            <p:ph idx="1" type="body"/>
          </p:nvPr>
        </p:nvSpPr>
        <p:spPr>
          <a:xfrm>
            <a:off x="464100" y="1659250"/>
            <a:ext cx="3834600" cy="2426400"/>
          </a:xfrm>
          <a:prstGeom prst="rect">
            <a:avLst/>
          </a:prstGeom>
          <a:noFill/>
          <a:ln>
            <a:noFill/>
          </a:ln>
        </p:spPr>
        <p:txBody>
          <a:bodyPr anchorCtr="0" anchor="ctr" bIns="91425" lIns="91425" spcFirstLastPara="1" rIns="91425" wrap="square" tIns="91425">
            <a:normAutofit/>
          </a:bodyPr>
          <a:lstStyle/>
          <a:p>
            <a:pPr indent="-342900" lvl="0" marL="457200" rtl="0" algn="just">
              <a:lnSpc>
                <a:spcPct val="115000"/>
              </a:lnSpc>
              <a:spcBef>
                <a:spcPts val="0"/>
              </a:spcBef>
              <a:spcAft>
                <a:spcPts val="0"/>
              </a:spcAft>
              <a:buSzPts val="1800"/>
              <a:buChar char="●"/>
            </a:pPr>
            <a:r>
              <a:rPr lang="es-419"/>
              <a:t>Los estudiantes ya conocen la estructura básica de HTML (etiquetas, atributos).</a:t>
            </a:r>
            <a:endParaRPr/>
          </a:p>
          <a:p>
            <a:pPr indent="-342900" lvl="0" marL="457200" rtl="0" algn="just">
              <a:lnSpc>
                <a:spcPct val="115000"/>
              </a:lnSpc>
              <a:spcBef>
                <a:spcPts val="0"/>
              </a:spcBef>
              <a:spcAft>
                <a:spcPts val="0"/>
              </a:spcAft>
              <a:buSzPts val="1800"/>
              <a:buChar char="●"/>
            </a:pPr>
            <a:r>
              <a:rPr lang="es-419"/>
              <a:t>Han trabajado con la inserción básica de imágenes y la aplicación simple de estilos en línea.</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5"/>
          <p:cNvSpPr txBox="1"/>
          <p:nvPr>
            <p:ph type="title"/>
          </p:nvPr>
        </p:nvSpPr>
        <p:spPr>
          <a:xfrm>
            <a:off x="311700" y="315925"/>
            <a:ext cx="8520600" cy="8313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4200"/>
              <a:buNone/>
            </a:pPr>
            <a:r>
              <a:rPr lang="es-419"/>
              <a:t>Logro de aprendizaje</a:t>
            </a:r>
            <a:endParaRPr/>
          </a:p>
        </p:txBody>
      </p:sp>
      <p:pic>
        <p:nvPicPr>
          <p:cNvPr id="93" name="Google Shape;93;p5" title="134481101-aprendizaje-en-línea-sombrero-de-graduación-libro-educación.jpg"/>
          <p:cNvPicPr preferRelativeResize="0"/>
          <p:nvPr/>
        </p:nvPicPr>
        <p:blipFill rotWithShape="1">
          <a:blip r:embed="rId3">
            <a:alphaModFix/>
          </a:blip>
          <a:srcRect b="0" l="0" r="0" t="0"/>
          <a:stretch/>
        </p:blipFill>
        <p:spPr>
          <a:xfrm>
            <a:off x="5833525" y="1513525"/>
            <a:ext cx="2492000" cy="2492000"/>
          </a:xfrm>
          <a:prstGeom prst="rect">
            <a:avLst/>
          </a:prstGeom>
          <a:noFill/>
          <a:ln>
            <a:noFill/>
          </a:ln>
        </p:spPr>
      </p:pic>
      <p:sp>
        <p:nvSpPr>
          <p:cNvPr id="94" name="Google Shape;94;p5"/>
          <p:cNvSpPr txBox="1"/>
          <p:nvPr>
            <p:ph idx="1" type="body"/>
          </p:nvPr>
        </p:nvSpPr>
        <p:spPr>
          <a:xfrm>
            <a:off x="464100" y="1862300"/>
            <a:ext cx="5061900" cy="1927200"/>
          </a:xfrm>
          <a:prstGeom prst="rect">
            <a:avLst/>
          </a:prstGeom>
          <a:noFill/>
          <a:ln>
            <a:noFill/>
          </a:ln>
        </p:spPr>
        <p:txBody>
          <a:bodyPr anchorCtr="0" anchor="ctr" bIns="91425" lIns="91425" spcFirstLastPara="1" rIns="91425" wrap="square" tIns="91425">
            <a:normAutofit fontScale="92500" lnSpcReduction="20000"/>
          </a:bodyPr>
          <a:lstStyle/>
          <a:p>
            <a:pPr indent="-334327" lvl="0" marL="457200" rtl="0" algn="just">
              <a:lnSpc>
                <a:spcPct val="115000"/>
              </a:lnSpc>
              <a:spcBef>
                <a:spcPts val="0"/>
              </a:spcBef>
              <a:spcAft>
                <a:spcPts val="0"/>
              </a:spcAft>
              <a:buSzPct val="100000"/>
              <a:buChar char="●"/>
            </a:pPr>
            <a:r>
              <a:rPr lang="es-419"/>
              <a:t>Al finalizar la sesión, el alumno será capaz de personalizar un sitio web utilizando archivos de CSS externos, aplicar tipografías personalizadas, insertar imágenes, iconos y vectores, y utilizar las herramientas de diagnóstico de navegador para evaluar y mejorar su sitio web.</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6"/>
          <p:cNvSpPr txBox="1"/>
          <p:nvPr>
            <p:ph type="title"/>
          </p:nvPr>
        </p:nvSpPr>
        <p:spPr>
          <a:xfrm>
            <a:off x="311700" y="315925"/>
            <a:ext cx="8520600" cy="8313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4200"/>
              <a:buNone/>
            </a:pPr>
            <a:r>
              <a:rPr lang="es-419"/>
              <a:t>Logro de aprendizaje</a:t>
            </a:r>
            <a:endParaRPr/>
          </a:p>
        </p:txBody>
      </p:sp>
      <p:sp>
        <p:nvSpPr>
          <p:cNvPr id="100" name="Google Shape;100;p6"/>
          <p:cNvSpPr txBox="1"/>
          <p:nvPr>
            <p:ph idx="1" type="body"/>
          </p:nvPr>
        </p:nvSpPr>
        <p:spPr>
          <a:xfrm>
            <a:off x="464100" y="1862300"/>
            <a:ext cx="8085900" cy="1927200"/>
          </a:xfrm>
          <a:prstGeom prst="rect">
            <a:avLst/>
          </a:prstGeom>
          <a:noFill/>
          <a:ln>
            <a:noFill/>
          </a:ln>
        </p:spPr>
        <p:txBody>
          <a:bodyPr anchorCtr="0" anchor="ctr" bIns="91425" lIns="91425" spcFirstLastPara="1" rIns="91425" wrap="square" tIns="91425">
            <a:normAutofit fontScale="92500" lnSpcReduction="10000"/>
          </a:bodyPr>
          <a:lstStyle/>
          <a:p>
            <a:pPr indent="0" lvl="0" marL="0" rtl="0" algn="just">
              <a:lnSpc>
                <a:spcPct val="115000"/>
              </a:lnSpc>
              <a:spcBef>
                <a:spcPts val="0"/>
              </a:spcBef>
              <a:spcAft>
                <a:spcPts val="0"/>
              </a:spcAft>
              <a:buSzPct val="108108"/>
              <a:buNone/>
            </a:pPr>
            <a:r>
              <a:rPr lang="es-419"/>
              <a:t>¿Para qué sirve esto en la vida real?</a:t>
            </a:r>
            <a:endParaRPr/>
          </a:p>
          <a:p>
            <a:pPr indent="-334327" lvl="0" marL="457200" rtl="0" algn="just">
              <a:lnSpc>
                <a:spcPct val="115000"/>
              </a:lnSpc>
              <a:spcBef>
                <a:spcPts val="1200"/>
              </a:spcBef>
              <a:spcAft>
                <a:spcPts val="0"/>
              </a:spcAft>
              <a:buSzPct val="100000"/>
              <a:buChar char="●"/>
            </a:pPr>
            <a:r>
              <a:rPr lang="es-419"/>
              <a:t>Permite crear sitios web atractivos, legibles y modernos, fundamentales para el éxito de cualquier proyecto web.</a:t>
            </a:r>
            <a:endParaRPr/>
          </a:p>
          <a:p>
            <a:pPr indent="-334327" lvl="0" marL="457200" rtl="0" algn="just">
              <a:lnSpc>
                <a:spcPct val="115000"/>
              </a:lnSpc>
              <a:spcBef>
                <a:spcPts val="0"/>
              </a:spcBef>
              <a:spcAft>
                <a:spcPts val="0"/>
              </a:spcAft>
              <a:buSzPct val="100000"/>
              <a:buChar char="●"/>
            </a:pPr>
            <a:r>
              <a:rPr lang="es-419"/>
              <a:t>Facilita el diagnóstico y corrección rápida de errores mediante herramientas profesionales (DevTools).</a:t>
            </a:r>
            <a:endParaRPr/>
          </a:p>
          <a:p>
            <a:pPr indent="-334327" lvl="0" marL="457200" rtl="0" algn="just">
              <a:lnSpc>
                <a:spcPct val="115000"/>
              </a:lnSpc>
              <a:spcBef>
                <a:spcPts val="0"/>
              </a:spcBef>
              <a:spcAft>
                <a:spcPts val="0"/>
              </a:spcAft>
              <a:buSzPct val="100000"/>
              <a:buChar char="●"/>
            </a:pPr>
            <a:r>
              <a:rPr lang="es-419"/>
              <a:t>Aumenta la empleabilidad al manejar estándares reales en diseño web.</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7"/>
          <p:cNvSpPr txBox="1"/>
          <p:nvPr>
            <p:ph type="title"/>
          </p:nvPr>
        </p:nvSpPr>
        <p:spPr>
          <a:xfrm>
            <a:off x="311700" y="315925"/>
            <a:ext cx="8520600" cy="8313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4200"/>
              <a:buNone/>
            </a:pPr>
            <a:r>
              <a:rPr lang="es-419"/>
              <a:t>Contenido</a:t>
            </a:r>
            <a:endParaRPr/>
          </a:p>
        </p:txBody>
      </p:sp>
      <p:sp>
        <p:nvSpPr>
          <p:cNvPr id="106" name="Google Shape;106;p7"/>
          <p:cNvSpPr txBox="1"/>
          <p:nvPr>
            <p:ph idx="1" type="body"/>
          </p:nvPr>
        </p:nvSpPr>
        <p:spPr>
          <a:xfrm>
            <a:off x="311700" y="1225225"/>
            <a:ext cx="8520600" cy="33540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AutoNum type="arabicPeriod"/>
            </a:pPr>
            <a:r>
              <a:rPr lang="es-419"/>
              <a:t>Personalización con CSS</a:t>
            </a:r>
            <a:endParaRPr/>
          </a:p>
          <a:p>
            <a:pPr indent="-342900" lvl="0" marL="457200" rtl="0" algn="l">
              <a:lnSpc>
                <a:spcPct val="115000"/>
              </a:lnSpc>
              <a:spcBef>
                <a:spcPts val="0"/>
              </a:spcBef>
              <a:spcAft>
                <a:spcPts val="0"/>
              </a:spcAft>
              <a:buSzPts val="1800"/>
              <a:buAutoNum type="arabicPeriod"/>
            </a:pPr>
            <a:r>
              <a:rPr lang="es-419"/>
              <a:t>Manejo de Imágenes, Iconos y Vectores</a:t>
            </a:r>
            <a:endParaRPr/>
          </a:p>
          <a:p>
            <a:pPr indent="-342900" lvl="0" marL="457200" rtl="0" algn="l">
              <a:lnSpc>
                <a:spcPct val="115000"/>
              </a:lnSpc>
              <a:spcBef>
                <a:spcPts val="0"/>
              </a:spcBef>
              <a:spcAft>
                <a:spcPts val="0"/>
              </a:spcAft>
              <a:buSzPts val="1800"/>
              <a:buAutoNum type="arabicPeriod"/>
            </a:pPr>
            <a:r>
              <a:rPr lang="es-419"/>
              <a:t>Herramientas de Soporte y Diagnóstico (DevTools)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8"/>
          <p:cNvSpPr txBox="1"/>
          <p:nvPr>
            <p:ph type="title"/>
          </p:nvPr>
        </p:nvSpPr>
        <p:spPr>
          <a:xfrm>
            <a:off x="311700" y="315925"/>
            <a:ext cx="8520600" cy="8313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4200"/>
              <a:buNone/>
            </a:pPr>
            <a:r>
              <a:rPr lang="es-419"/>
              <a:t>¿Qué significa CSS?</a:t>
            </a:r>
            <a:endParaRPr/>
          </a:p>
        </p:txBody>
      </p:sp>
      <p:sp>
        <p:nvSpPr>
          <p:cNvPr id="112" name="Google Shape;112;p8"/>
          <p:cNvSpPr txBox="1"/>
          <p:nvPr>
            <p:ph idx="4294967295" type="body"/>
          </p:nvPr>
        </p:nvSpPr>
        <p:spPr>
          <a:xfrm>
            <a:off x="311700" y="1453825"/>
            <a:ext cx="8520600" cy="1546800"/>
          </a:xfrm>
          <a:prstGeom prst="rect">
            <a:avLst/>
          </a:prstGeom>
          <a:noFill/>
          <a:ln>
            <a:noFill/>
          </a:ln>
        </p:spPr>
        <p:txBody>
          <a:bodyPr anchorCtr="0" anchor="ctr" bIns="91425" lIns="91425" spcFirstLastPara="1" rIns="91425" wrap="square" tIns="91425">
            <a:normAutofit/>
          </a:bodyPr>
          <a:lstStyle/>
          <a:p>
            <a:pPr indent="0" lvl="0" marL="0" rtl="0" algn="l">
              <a:lnSpc>
                <a:spcPct val="115000"/>
              </a:lnSpc>
              <a:spcBef>
                <a:spcPts val="0"/>
              </a:spcBef>
              <a:spcAft>
                <a:spcPts val="1200"/>
              </a:spcAft>
              <a:buSzPts val="1800"/>
              <a:buNone/>
            </a:pPr>
            <a:r>
              <a:rPr lang="es-419"/>
              <a:t>Las siglas CSS (</a:t>
            </a:r>
            <a:r>
              <a:rPr lang="es-419">
                <a:solidFill>
                  <a:srgbClr val="A01010"/>
                </a:solidFill>
              </a:rPr>
              <a:t>Cascading Style Sheets</a:t>
            </a:r>
            <a:r>
              <a:rPr lang="es-419"/>
              <a:t>) significan «Hojas de estilo en cascada» y parten de un concepto simple pero muy potente: aplicar </a:t>
            </a:r>
            <a:r>
              <a:rPr b="1" lang="es-419"/>
              <a:t>estilos</a:t>
            </a:r>
            <a:r>
              <a:rPr lang="es-419"/>
              <a:t> (</a:t>
            </a:r>
            <a:r>
              <a:rPr lang="es-419">
                <a:solidFill>
                  <a:srgbClr val="A01010"/>
                </a:solidFill>
              </a:rPr>
              <a:t>colores, formas, márgenes, etc...</a:t>
            </a:r>
            <a:r>
              <a:rPr lang="es-419"/>
              <a:t>) a uno o varios </a:t>
            </a:r>
            <a:r>
              <a:rPr b="1" lang="es-419"/>
              <a:t>documentos</a:t>
            </a:r>
            <a:r>
              <a:rPr lang="es-419"/>
              <a:t> de forma automática y masiva.</a:t>
            </a:r>
            <a:endParaRPr/>
          </a:p>
        </p:txBody>
      </p:sp>
      <p:sp>
        <p:nvSpPr>
          <p:cNvPr id="113" name="Google Shape;113;p8"/>
          <p:cNvSpPr txBox="1"/>
          <p:nvPr>
            <p:ph idx="4294967295" type="body"/>
          </p:nvPr>
        </p:nvSpPr>
        <p:spPr>
          <a:xfrm>
            <a:off x="311700" y="3075125"/>
            <a:ext cx="8520600" cy="866400"/>
          </a:xfrm>
          <a:prstGeom prst="rect">
            <a:avLst/>
          </a:prstGeom>
          <a:noFill/>
          <a:ln>
            <a:noFill/>
          </a:ln>
        </p:spPr>
        <p:txBody>
          <a:bodyPr anchorCtr="0" anchor="ctr" bIns="91425" lIns="91425" spcFirstLastPara="1" rIns="91425" wrap="square" tIns="91425">
            <a:normAutofit/>
          </a:bodyPr>
          <a:lstStyle/>
          <a:p>
            <a:pPr indent="0" lvl="0" marL="0" rtl="0" algn="l">
              <a:lnSpc>
                <a:spcPct val="115000"/>
              </a:lnSpc>
              <a:spcBef>
                <a:spcPts val="0"/>
              </a:spcBef>
              <a:spcAft>
                <a:spcPts val="1200"/>
              </a:spcAft>
              <a:buSzPts val="1800"/>
              <a:buNone/>
            </a:pPr>
            <a:r>
              <a:rPr lang="es-419"/>
              <a:t>Se le denomina estilos en </a:t>
            </a:r>
            <a:r>
              <a:rPr b="1" lang="es-419"/>
              <a:t>cascada</a:t>
            </a:r>
            <a:r>
              <a:rPr lang="es-419"/>
              <a:t> porque se lee, procesa y aplica el código desde arriba hacia abajo.</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9"/>
          <p:cNvSpPr txBox="1"/>
          <p:nvPr>
            <p:ph type="title"/>
          </p:nvPr>
        </p:nvSpPr>
        <p:spPr>
          <a:xfrm>
            <a:off x="311700" y="315925"/>
            <a:ext cx="8520600" cy="8313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4200"/>
              <a:buNone/>
            </a:pPr>
            <a:r>
              <a:rPr lang="es-419"/>
              <a:t>¿Por qué se usa CSS?</a:t>
            </a:r>
            <a:endParaRPr/>
          </a:p>
        </p:txBody>
      </p:sp>
      <p:sp>
        <p:nvSpPr>
          <p:cNvPr id="119" name="Google Shape;119;p9"/>
          <p:cNvSpPr txBox="1"/>
          <p:nvPr>
            <p:ph idx="4294967295" type="body"/>
          </p:nvPr>
        </p:nvSpPr>
        <p:spPr>
          <a:xfrm>
            <a:off x="311700" y="1301425"/>
            <a:ext cx="8520600" cy="957900"/>
          </a:xfrm>
          <a:prstGeom prst="rect">
            <a:avLst/>
          </a:prstGeom>
          <a:noFill/>
          <a:ln>
            <a:noFill/>
          </a:ln>
        </p:spPr>
        <p:txBody>
          <a:bodyPr anchorCtr="0" anchor="ctr" bIns="91425" lIns="91425" spcFirstLastPara="1" rIns="91425" wrap="square" tIns="91425">
            <a:normAutofit/>
          </a:bodyPr>
          <a:lstStyle/>
          <a:p>
            <a:pPr indent="0" lvl="0" marL="0" rtl="0" algn="l">
              <a:lnSpc>
                <a:spcPct val="115000"/>
              </a:lnSpc>
              <a:spcBef>
                <a:spcPts val="0"/>
              </a:spcBef>
              <a:spcAft>
                <a:spcPts val="1200"/>
              </a:spcAft>
              <a:buSzPts val="1800"/>
              <a:buNone/>
            </a:pPr>
            <a:r>
              <a:rPr lang="es-419" sz="1300"/>
              <a:t>La idea de CSS es la de utilizar el concepto de </a:t>
            </a:r>
            <a:r>
              <a:rPr b="1" lang="es-419" sz="1300"/>
              <a:t>separación de presentación y contenido</a:t>
            </a:r>
            <a:r>
              <a:rPr lang="es-419" sz="1300"/>
              <a:t>. Este concepto se basa en que, como programadores, lo ideal es separar claramente el código que escribimos. ¿Por qué? Porque con el tiempo, esto hará que el código sea más fácil de modificar y mantener.</a:t>
            </a:r>
            <a:endParaRPr sz="1300"/>
          </a:p>
        </p:txBody>
      </p:sp>
      <p:pic>
        <p:nvPicPr>
          <p:cNvPr id="120" name="Google Shape;120;p9" title="Screenshot from 2025-04-28 01-19-31.png"/>
          <p:cNvPicPr preferRelativeResize="0"/>
          <p:nvPr/>
        </p:nvPicPr>
        <p:blipFill rotWithShape="1">
          <a:blip r:embed="rId3">
            <a:alphaModFix/>
          </a:blip>
          <a:srcRect b="0" l="0" r="0" t="0"/>
          <a:stretch/>
        </p:blipFill>
        <p:spPr>
          <a:xfrm>
            <a:off x="4362863" y="2577763"/>
            <a:ext cx="4469426" cy="1838075"/>
          </a:xfrm>
          <a:prstGeom prst="rect">
            <a:avLst/>
          </a:prstGeom>
          <a:noFill/>
          <a:ln cap="flat" cmpd="sng" w="9525">
            <a:solidFill>
              <a:schemeClr val="lt2"/>
            </a:solidFill>
            <a:prstDash val="solid"/>
            <a:round/>
            <a:headEnd len="sm" w="sm" type="none"/>
            <a:tailEnd len="sm" w="sm" type="none"/>
          </a:ln>
        </p:spPr>
      </p:pic>
      <p:sp>
        <p:nvSpPr>
          <p:cNvPr id="121" name="Google Shape;121;p9"/>
          <p:cNvSpPr txBox="1"/>
          <p:nvPr>
            <p:ph idx="4294967295" type="body"/>
          </p:nvPr>
        </p:nvSpPr>
        <p:spPr>
          <a:xfrm>
            <a:off x="311700" y="2274450"/>
            <a:ext cx="3729000" cy="2141400"/>
          </a:xfrm>
          <a:prstGeom prst="rect">
            <a:avLst/>
          </a:prstGeom>
          <a:noFill/>
          <a:ln>
            <a:noFill/>
          </a:ln>
        </p:spPr>
        <p:txBody>
          <a:bodyPr anchorCtr="0" anchor="ctr" bIns="91425" lIns="91425" spcFirstLastPara="1" rIns="91425" wrap="square" tIns="91425">
            <a:normAutofit/>
          </a:bodyPr>
          <a:lstStyle/>
          <a:p>
            <a:pPr indent="0" lvl="0" marL="0" rtl="0" algn="l">
              <a:lnSpc>
                <a:spcPct val="115000"/>
              </a:lnSpc>
              <a:spcBef>
                <a:spcPts val="0"/>
              </a:spcBef>
              <a:spcAft>
                <a:spcPts val="0"/>
              </a:spcAft>
              <a:buSzPts val="1800"/>
              <a:buNone/>
            </a:pPr>
            <a:r>
              <a:rPr lang="es-419" sz="1300"/>
              <a:t>La idea es la siguiente:</a:t>
            </a:r>
            <a:endParaRPr sz="1300"/>
          </a:p>
          <a:p>
            <a:pPr indent="-311150" lvl="0" marL="457200" rtl="0" algn="l">
              <a:lnSpc>
                <a:spcPct val="115000"/>
              </a:lnSpc>
              <a:spcBef>
                <a:spcPts val="1200"/>
              </a:spcBef>
              <a:spcAft>
                <a:spcPts val="0"/>
              </a:spcAft>
              <a:buSzPts val="1300"/>
              <a:buChar char="●"/>
            </a:pPr>
            <a:r>
              <a:rPr lang="es-419" sz="1300"/>
              <a:t>Los </a:t>
            </a:r>
            <a:r>
              <a:rPr b="1" lang="es-419" sz="1300"/>
              <a:t>documentos HTML</a:t>
            </a:r>
            <a:r>
              <a:rPr lang="es-419" sz="1300"/>
              <a:t> (</a:t>
            </a:r>
            <a:r>
              <a:rPr lang="es-419" sz="1300">
                <a:solidFill>
                  <a:srgbClr val="A01010"/>
                </a:solidFill>
              </a:rPr>
              <a:t>contenido</a:t>
            </a:r>
            <a:r>
              <a:rPr lang="es-419" sz="1300"/>
              <a:t>) incluirán sólo información y datos, todo lo relativo a la información a transmitir.</a:t>
            </a:r>
            <a:endParaRPr sz="1300"/>
          </a:p>
          <a:p>
            <a:pPr indent="-311150" lvl="0" marL="457200" rtl="0" algn="l">
              <a:lnSpc>
                <a:spcPct val="115000"/>
              </a:lnSpc>
              <a:spcBef>
                <a:spcPts val="0"/>
              </a:spcBef>
              <a:spcAft>
                <a:spcPts val="0"/>
              </a:spcAft>
              <a:buSzPts val="1300"/>
              <a:buChar char="●"/>
            </a:pPr>
            <a:r>
              <a:rPr lang="es-419" sz="1300"/>
              <a:t>Los </a:t>
            </a:r>
            <a:r>
              <a:rPr b="1" lang="es-419" sz="1300"/>
              <a:t>documentos CSS </a:t>
            </a:r>
            <a:r>
              <a:rPr lang="es-419" sz="1300"/>
              <a:t>(</a:t>
            </a:r>
            <a:r>
              <a:rPr lang="es-419" sz="1300">
                <a:solidFill>
                  <a:srgbClr val="A01010"/>
                </a:solidFill>
              </a:rPr>
              <a:t>presentación</a:t>
            </a:r>
            <a:r>
              <a:rPr lang="es-419" sz="1300"/>
              <a:t>) incluirán sólo los aspectos relacionados con el estilo (diseño, colores, formas, etc...).</a:t>
            </a:r>
            <a:endParaRPr sz="13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pic>
        <p:nvPicPr>
          <p:cNvPr id="126" name="Google Shape;126;p10" title="Screenshot from 2025-04-28 00-52-11.png"/>
          <p:cNvPicPr preferRelativeResize="0"/>
          <p:nvPr/>
        </p:nvPicPr>
        <p:blipFill rotWithShape="1">
          <a:blip r:embed="rId3">
            <a:alphaModFix/>
          </a:blip>
          <a:srcRect b="0" l="0" r="0" t="0"/>
          <a:stretch/>
        </p:blipFill>
        <p:spPr>
          <a:xfrm>
            <a:off x="5042750" y="457200"/>
            <a:ext cx="4127075" cy="2161768"/>
          </a:xfrm>
          <a:prstGeom prst="rect">
            <a:avLst/>
          </a:prstGeom>
          <a:noFill/>
          <a:ln>
            <a:noFill/>
          </a:ln>
        </p:spPr>
      </p:pic>
      <p:sp>
        <p:nvSpPr>
          <p:cNvPr id="127" name="Google Shape;127;p10"/>
          <p:cNvSpPr txBox="1"/>
          <p:nvPr>
            <p:ph type="title"/>
          </p:nvPr>
        </p:nvSpPr>
        <p:spPr>
          <a:xfrm>
            <a:off x="311700" y="315925"/>
            <a:ext cx="8520600" cy="8313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4200"/>
              <a:buNone/>
            </a:pPr>
            <a:r>
              <a:rPr lang="es-419"/>
              <a:t>Cascading Style Sheet</a:t>
            </a:r>
            <a:endParaRPr/>
          </a:p>
        </p:txBody>
      </p:sp>
      <p:sp>
        <p:nvSpPr>
          <p:cNvPr id="128" name="Google Shape;128;p10"/>
          <p:cNvSpPr txBox="1"/>
          <p:nvPr>
            <p:ph idx="4294967295" type="body"/>
          </p:nvPr>
        </p:nvSpPr>
        <p:spPr>
          <a:xfrm>
            <a:off x="344250" y="1225225"/>
            <a:ext cx="4653900" cy="558000"/>
          </a:xfrm>
          <a:prstGeom prst="rect">
            <a:avLst/>
          </a:prstGeom>
          <a:noFill/>
          <a:ln>
            <a:noFill/>
          </a:ln>
        </p:spPr>
        <p:txBody>
          <a:bodyPr anchorCtr="0" anchor="t" bIns="91425" lIns="91425" spcFirstLastPara="1" rIns="91425" wrap="square" tIns="91425">
            <a:normAutofit/>
          </a:bodyPr>
          <a:lstStyle/>
          <a:p>
            <a:pPr indent="0" lvl="0" marL="0" rtl="0" algn="just">
              <a:lnSpc>
                <a:spcPct val="115000"/>
              </a:lnSpc>
              <a:spcBef>
                <a:spcPts val="0"/>
              </a:spcBef>
              <a:spcAft>
                <a:spcPts val="1200"/>
              </a:spcAft>
              <a:buSzPts val="1800"/>
              <a:buNone/>
            </a:pPr>
            <a:r>
              <a:rPr lang="es-419"/>
              <a:t>Puede ser definidos en diferentes niveles:</a:t>
            </a:r>
            <a:endParaRPr/>
          </a:p>
        </p:txBody>
      </p:sp>
      <p:sp>
        <p:nvSpPr>
          <p:cNvPr id="129" name="Google Shape;129;p10"/>
          <p:cNvSpPr/>
          <p:nvPr/>
        </p:nvSpPr>
        <p:spPr>
          <a:xfrm>
            <a:off x="456550" y="2181368"/>
            <a:ext cx="4021800" cy="861600"/>
          </a:xfrm>
          <a:prstGeom prst="rect">
            <a:avLst/>
          </a:prstGeom>
          <a:solidFill>
            <a:srgbClr val="F3F3F3"/>
          </a:solidFill>
          <a:ln>
            <a:noFill/>
          </a:ln>
        </p:spPr>
        <p:txBody>
          <a:bodyPr anchorCtr="0" anchor="ctr" bIns="105425" lIns="105425" spcFirstLastPara="1" rIns="105425" wrap="square" tIns="105425">
            <a:noAutofit/>
          </a:bodyPr>
          <a:lstStyle/>
          <a:p>
            <a:pPr indent="0" lvl="0" marL="0" marR="0" rtl="0" algn="l">
              <a:lnSpc>
                <a:spcPct val="100000"/>
              </a:lnSpc>
              <a:spcBef>
                <a:spcPts val="0"/>
              </a:spcBef>
              <a:spcAft>
                <a:spcPts val="0"/>
              </a:spcAft>
              <a:buClr>
                <a:srgbClr val="000000"/>
              </a:buClr>
              <a:buSzPts val="1029"/>
              <a:buFont typeface="Arial"/>
              <a:buNone/>
            </a:pPr>
            <a:r>
              <a:rPr b="0" i="0" lang="es-419" sz="1029" u="none" cap="none" strike="noStrike">
                <a:solidFill>
                  <a:srgbClr val="000000"/>
                </a:solidFill>
                <a:latin typeface="Roboto Mono"/>
                <a:ea typeface="Roboto Mono"/>
                <a:cs typeface="Roboto Mono"/>
                <a:sym typeface="Roboto Mono"/>
              </a:rPr>
              <a:t>&lt;</a:t>
            </a:r>
            <a:r>
              <a:rPr b="0" i="0" lang="es-419" sz="1029" u="none" cap="none" strike="noStrike">
                <a:solidFill>
                  <a:srgbClr val="107000"/>
                </a:solidFill>
                <a:latin typeface="Roboto Mono"/>
                <a:ea typeface="Roboto Mono"/>
                <a:cs typeface="Roboto Mono"/>
                <a:sym typeface="Roboto Mono"/>
              </a:rPr>
              <a:t>body</a:t>
            </a:r>
            <a:r>
              <a:rPr b="0" i="0" lang="es-419" sz="1029" u="none" cap="none" strike="noStrike">
                <a:solidFill>
                  <a:srgbClr val="000000"/>
                </a:solidFill>
                <a:latin typeface="Roboto Mono"/>
                <a:ea typeface="Roboto Mono"/>
                <a:cs typeface="Roboto Mono"/>
                <a:sym typeface="Roboto Mono"/>
              </a:rPr>
              <a:t> </a:t>
            </a:r>
            <a:r>
              <a:rPr b="0" i="0" lang="es-419" sz="1029" u="none" cap="none" strike="noStrike">
                <a:solidFill>
                  <a:srgbClr val="0000C0"/>
                </a:solidFill>
                <a:latin typeface="Roboto Mono"/>
                <a:ea typeface="Roboto Mono"/>
                <a:cs typeface="Roboto Mono"/>
                <a:sym typeface="Roboto Mono"/>
              </a:rPr>
              <a:t>style</a:t>
            </a:r>
            <a:r>
              <a:rPr b="0" i="0" lang="es-419" sz="1029" u="none" cap="none" strike="noStrike">
                <a:solidFill>
                  <a:srgbClr val="000000"/>
                </a:solidFill>
                <a:latin typeface="Roboto Mono"/>
                <a:ea typeface="Roboto Mono"/>
                <a:cs typeface="Roboto Mono"/>
                <a:sym typeface="Roboto Mono"/>
              </a:rPr>
              <a:t>=</a:t>
            </a:r>
            <a:r>
              <a:rPr b="0" i="0" lang="es-419" sz="1029" u="none" cap="none" strike="noStrike">
                <a:solidFill>
                  <a:srgbClr val="A01010"/>
                </a:solidFill>
                <a:latin typeface="Roboto Mono"/>
                <a:ea typeface="Roboto Mono"/>
                <a:cs typeface="Roboto Mono"/>
                <a:sym typeface="Roboto Mono"/>
              </a:rPr>
              <a:t>"color: tomato;"</a:t>
            </a:r>
            <a:r>
              <a:rPr b="0" i="0" lang="es-419" sz="1029" u="none" cap="none" strike="noStrike">
                <a:solidFill>
                  <a:srgbClr val="000000"/>
                </a:solidFill>
                <a:latin typeface="Roboto Mono"/>
                <a:ea typeface="Roboto Mono"/>
                <a:cs typeface="Roboto Mono"/>
                <a:sym typeface="Roboto Mono"/>
              </a:rPr>
              <a:t>&gt;</a:t>
            </a:r>
            <a:endParaRPr b="0" i="0" sz="1029" u="none" cap="none" strike="noStrike">
              <a:solidFill>
                <a:srgbClr val="000000"/>
              </a:solidFill>
              <a:latin typeface="Roboto Mono"/>
              <a:ea typeface="Roboto Mono"/>
              <a:cs typeface="Roboto Mono"/>
              <a:sym typeface="Roboto Mono"/>
            </a:endParaRPr>
          </a:p>
          <a:p>
            <a:pPr indent="0" lvl="0" marL="0" marR="0" rtl="0" algn="l">
              <a:lnSpc>
                <a:spcPct val="100000"/>
              </a:lnSpc>
              <a:spcBef>
                <a:spcPts val="0"/>
              </a:spcBef>
              <a:spcAft>
                <a:spcPts val="0"/>
              </a:spcAft>
              <a:buClr>
                <a:srgbClr val="000000"/>
              </a:buClr>
              <a:buSzPts val="1029"/>
              <a:buFont typeface="Arial"/>
              <a:buNone/>
            </a:pPr>
            <a:r>
              <a:rPr b="0" i="0" lang="es-419" sz="1029" u="none" cap="none" strike="noStrike">
                <a:solidFill>
                  <a:srgbClr val="000000"/>
                </a:solidFill>
                <a:latin typeface="Roboto Mono"/>
                <a:ea typeface="Roboto Mono"/>
                <a:cs typeface="Roboto Mono"/>
                <a:sym typeface="Roboto Mono"/>
              </a:rPr>
              <a:t>    Taller de Programación Web</a:t>
            </a:r>
            <a:endParaRPr b="0" i="0" sz="1029" u="none" cap="none" strike="noStrike">
              <a:solidFill>
                <a:srgbClr val="000000"/>
              </a:solidFill>
              <a:latin typeface="Roboto Mono"/>
              <a:ea typeface="Roboto Mono"/>
              <a:cs typeface="Roboto Mono"/>
              <a:sym typeface="Roboto Mono"/>
            </a:endParaRPr>
          </a:p>
          <a:p>
            <a:pPr indent="0" lvl="0" marL="0" marR="0" rtl="0" algn="l">
              <a:lnSpc>
                <a:spcPct val="100000"/>
              </a:lnSpc>
              <a:spcBef>
                <a:spcPts val="0"/>
              </a:spcBef>
              <a:spcAft>
                <a:spcPts val="0"/>
              </a:spcAft>
              <a:buClr>
                <a:srgbClr val="000000"/>
              </a:buClr>
              <a:buSzPts val="1029"/>
              <a:buFont typeface="Arial"/>
              <a:buNone/>
            </a:pPr>
            <a:r>
              <a:rPr b="0" i="0" lang="es-419" sz="1029" u="none" cap="none" strike="noStrike">
                <a:solidFill>
                  <a:srgbClr val="000000"/>
                </a:solidFill>
                <a:latin typeface="Roboto Mono"/>
                <a:ea typeface="Roboto Mono"/>
                <a:cs typeface="Roboto Mono"/>
                <a:sym typeface="Roboto Mono"/>
              </a:rPr>
              <a:t>&lt;/</a:t>
            </a:r>
            <a:r>
              <a:rPr b="0" i="0" lang="es-419" sz="1029" u="none" cap="none" strike="noStrike">
                <a:solidFill>
                  <a:srgbClr val="107000"/>
                </a:solidFill>
                <a:latin typeface="Roboto Mono"/>
                <a:ea typeface="Roboto Mono"/>
                <a:cs typeface="Roboto Mono"/>
                <a:sym typeface="Roboto Mono"/>
              </a:rPr>
              <a:t>body</a:t>
            </a:r>
            <a:r>
              <a:rPr b="0" i="0" lang="es-419" sz="1029" u="none" cap="none" strike="noStrike">
                <a:solidFill>
                  <a:srgbClr val="000000"/>
                </a:solidFill>
                <a:latin typeface="Roboto Mono"/>
                <a:ea typeface="Roboto Mono"/>
                <a:cs typeface="Roboto Mono"/>
                <a:sym typeface="Roboto Mono"/>
              </a:rPr>
              <a:t>&gt;</a:t>
            </a:r>
            <a:endParaRPr b="0" i="0" sz="1029" u="none" cap="none" strike="noStrike">
              <a:solidFill>
                <a:srgbClr val="000000"/>
              </a:solidFill>
              <a:latin typeface="Roboto Mono"/>
              <a:ea typeface="Roboto Mono"/>
              <a:cs typeface="Roboto Mono"/>
              <a:sym typeface="Roboto Mono"/>
            </a:endParaRPr>
          </a:p>
        </p:txBody>
      </p:sp>
      <p:sp>
        <p:nvSpPr>
          <p:cNvPr id="130" name="Google Shape;130;p10"/>
          <p:cNvSpPr txBox="1"/>
          <p:nvPr>
            <p:ph idx="4294967295" type="body"/>
          </p:nvPr>
        </p:nvSpPr>
        <p:spPr>
          <a:xfrm>
            <a:off x="1260484" y="1731013"/>
            <a:ext cx="2472900" cy="441000"/>
          </a:xfrm>
          <a:prstGeom prst="rect">
            <a:avLst/>
          </a:prstGeom>
          <a:noFill/>
          <a:ln>
            <a:noFill/>
          </a:ln>
        </p:spPr>
        <p:txBody>
          <a:bodyPr anchorCtr="0" anchor="ctr" bIns="91425" lIns="91425" spcFirstLastPara="1" rIns="91425" wrap="square" tIns="91425">
            <a:normAutofit/>
          </a:bodyPr>
          <a:lstStyle/>
          <a:p>
            <a:pPr indent="0" lvl="0" marL="0" rtl="0" algn="ctr">
              <a:lnSpc>
                <a:spcPct val="115000"/>
              </a:lnSpc>
              <a:spcBef>
                <a:spcPts val="0"/>
              </a:spcBef>
              <a:spcAft>
                <a:spcPts val="1200"/>
              </a:spcAft>
              <a:buSzPts val="1018"/>
              <a:buNone/>
            </a:pPr>
            <a:r>
              <a:rPr lang="es-419" sz="1500"/>
              <a:t>En línea</a:t>
            </a:r>
            <a:endParaRPr sz="1500"/>
          </a:p>
        </p:txBody>
      </p:sp>
      <p:sp>
        <p:nvSpPr>
          <p:cNvPr id="131" name="Google Shape;131;p10"/>
          <p:cNvSpPr txBox="1"/>
          <p:nvPr>
            <p:ph idx="4294967295" type="body"/>
          </p:nvPr>
        </p:nvSpPr>
        <p:spPr>
          <a:xfrm>
            <a:off x="6140000" y="2601975"/>
            <a:ext cx="1450200" cy="441000"/>
          </a:xfrm>
          <a:prstGeom prst="rect">
            <a:avLst/>
          </a:prstGeom>
          <a:noFill/>
          <a:ln>
            <a:noFill/>
          </a:ln>
        </p:spPr>
        <p:txBody>
          <a:bodyPr anchorCtr="0" anchor="ctr" bIns="91425" lIns="91425" spcFirstLastPara="1" rIns="91425" wrap="square" tIns="91425">
            <a:normAutofit/>
          </a:bodyPr>
          <a:lstStyle/>
          <a:p>
            <a:pPr indent="0" lvl="0" marL="0" rtl="0" algn="ctr">
              <a:lnSpc>
                <a:spcPct val="115000"/>
              </a:lnSpc>
              <a:spcBef>
                <a:spcPts val="0"/>
              </a:spcBef>
              <a:spcAft>
                <a:spcPts val="1200"/>
              </a:spcAft>
              <a:buSzPts val="1018"/>
              <a:buNone/>
            </a:pPr>
            <a:r>
              <a:rPr lang="es-419" sz="1500"/>
              <a:t>Interno</a:t>
            </a:r>
            <a:endParaRPr sz="1500"/>
          </a:p>
        </p:txBody>
      </p:sp>
      <p:sp>
        <p:nvSpPr>
          <p:cNvPr id="132" name="Google Shape;132;p10"/>
          <p:cNvSpPr txBox="1"/>
          <p:nvPr>
            <p:ph idx="4294967295" type="body"/>
          </p:nvPr>
        </p:nvSpPr>
        <p:spPr>
          <a:xfrm>
            <a:off x="1742350" y="3005038"/>
            <a:ext cx="1450200" cy="441000"/>
          </a:xfrm>
          <a:prstGeom prst="rect">
            <a:avLst/>
          </a:prstGeom>
          <a:noFill/>
          <a:ln>
            <a:noFill/>
          </a:ln>
        </p:spPr>
        <p:txBody>
          <a:bodyPr anchorCtr="0" anchor="ctr" bIns="91425" lIns="91425" spcFirstLastPara="1" rIns="91425" wrap="square" tIns="91425">
            <a:normAutofit/>
          </a:bodyPr>
          <a:lstStyle/>
          <a:p>
            <a:pPr indent="0" lvl="0" marL="0" rtl="0" algn="ctr">
              <a:lnSpc>
                <a:spcPct val="115000"/>
              </a:lnSpc>
              <a:spcBef>
                <a:spcPts val="0"/>
              </a:spcBef>
              <a:spcAft>
                <a:spcPts val="1200"/>
              </a:spcAft>
              <a:buSzPts val="1018"/>
              <a:buNone/>
            </a:pPr>
            <a:r>
              <a:rPr lang="es-419" sz="1500"/>
              <a:t>Externo</a:t>
            </a:r>
            <a:endParaRPr sz="1500"/>
          </a:p>
        </p:txBody>
      </p:sp>
      <p:sp>
        <p:nvSpPr>
          <p:cNvPr id="133" name="Google Shape;133;p10"/>
          <p:cNvSpPr/>
          <p:nvPr/>
        </p:nvSpPr>
        <p:spPr>
          <a:xfrm>
            <a:off x="5042750" y="3042975"/>
            <a:ext cx="3644700" cy="1863900"/>
          </a:xfrm>
          <a:prstGeom prst="rect">
            <a:avLst/>
          </a:prstGeom>
          <a:solidFill>
            <a:srgbClr val="F3F3F3"/>
          </a:solidFill>
          <a:ln>
            <a:noFill/>
          </a:ln>
        </p:spPr>
        <p:txBody>
          <a:bodyPr anchorCtr="0" anchor="ctr" bIns="105425" lIns="105425" spcFirstLastPara="1" rIns="105425" wrap="square" tIns="105425">
            <a:noAutofit/>
          </a:bodyPr>
          <a:lstStyle/>
          <a:p>
            <a:pPr indent="0" lvl="0" marL="0" marR="0" rtl="0" algn="l">
              <a:lnSpc>
                <a:spcPct val="100000"/>
              </a:lnSpc>
              <a:spcBef>
                <a:spcPts val="0"/>
              </a:spcBef>
              <a:spcAft>
                <a:spcPts val="0"/>
              </a:spcAft>
              <a:buClr>
                <a:srgbClr val="000000"/>
              </a:buClr>
              <a:buSzPts val="1029"/>
              <a:buFont typeface="Arial"/>
              <a:buNone/>
            </a:pPr>
            <a:r>
              <a:rPr b="0" i="0" lang="es-419" sz="1029" u="none" cap="none" strike="noStrike">
                <a:solidFill>
                  <a:srgbClr val="000000"/>
                </a:solidFill>
                <a:latin typeface="Roboto Mono"/>
                <a:ea typeface="Roboto Mono"/>
                <a:cs typeface="Roboto Mono"/>
                <a:sym typeface="Roboto Mono"/>
              </a:rPr>
              <a:t>&lt;</a:t>
            </a:r>
            <a:r>
              <a:rPr b="0" i="0" lang="es-419" sz="1029" u="none" cap="none" strike="noStrike">
                <a:solidFill>
                  <a:srgbClr val="107000"/>
                </a:solidFill>
                <a:latin typeface="Roboto Mono"/>
                <a:ea typeface="Roboto Mono"/>
                <a:cs typeface="Roboto Mono"/>
                <a:sym typeface="Roboto Mono"/>
              </a:rPr>
              <a:t>head</a:t>
            </a:r>
            <a:r>
              <a:rPr b="0" i="0" lang="es-419" sz="1029" u="none" cap="none" strike="noStrike">
                <a:solidFill>
                  <a:srgbClr val="000000"/>
                </a:solidFill>
                <a:latin typeface="Roboto Mono"/>
                <a:ea typeface="Roboto Mono"/>
                <a:cs typeface="Roboto Mono"/>
                <a:sym typeface="Roboto Mono"/>
              </a:rPr>
              <a:t>&gt;</a:t>
            </a:r>
            <a:endParaRPr b="0" i="0" sz="1029" u="none" cap="none" strike="noStrike">
              <a:solidFill>
                <a:srgbClr val="000000"/>
              </a:solidFill>
              <a:latin typeface="Roboto Mono"/>
              <a:ea typeface="Roboto Mono"/>
              <a:cs typeface="Roboto Mono"/>
              <a:sym typeface="Roboto Mono"/>
            </a:endParaRPr>
          </a:p>
          <a:p>
            <a:pPr indent="0" lvl="0" marL="0" marR="0" rtl="0" algn="l">
              <a:lnSpc>
                <a:spcPct val="100000"/>
              </a:lnSpc>
              <a:spcBef>
                <a:spcPts val="0"/>
              </a:spcBef>
              <a:spcAft>
                <a:spcPts val="0"/>
              </a:spcAft>
              <a:buClr>
                <a:srgbClr val="000000"/>
              </a:buClr>
              <a:buSzPts val="1029"/>
              <a:buFont typeface="Arial"/>
              <a:buNone/>
            </a:pPr>
            <a:r>
              <a:rPr b="0" i="0" lang="es-419" sz="1029" u="none" cap="none" strike="noStrike">
                <a:solidFill>
                  <a:srgbClr val="000000"/>
                </a:solidFill>
                <a:latin typeface="Roboto Mono"/>
                <a:ea typeface="Roboto Mono"/>
                <a:cs typeface="Roboto Mono"/>
                <a:sym typeface="Roboto Mono"/>
              </a:rPr>
              <a:t>    &lt;</a:t>
            </a:r>
            <a:r>
              <a:rPr b="0" i="0" lang="es-419" sz="1029" u="none" cap="none" strike="noStrike">
                <a:solidFill>
                  <a:srgbClr val="107000"/>
                </a:solidFill>
                <a:latin typeface="Roboto Mono"/>
                <a:ea typeface="Roboto Mono"/>
                <a:cs typeface="Roboto Mono"/>
                <a:sym typeface="Roboto Mono"/>
              </a:rPr>
              <a:t>title</a:t>
            </a:r>
            <a:r>
              <a:rPr b="0" i="0" lang="es-419" sz="1029" u="none" cap="none" strike="noStrike">
                <a:solidFill>
                  <a:srgbClr val="000000"/>
                </a:solidFill>
                <a:latin typeface="Roboto Mono"/>
                <a:ea typeface="Roboto Mono"/>
                <a:cs typeface="Roboto Mono"/>
                <a:sym typeface="Roboto Mono"/>
              </a:rPr>
              <a:t>&gt;Documento&lt;/</a:t>
            </a:r>
            <a:r>
              <a:rPr b="0" i="0" lang="es-419" sz="1029" u="none" cap="none" strike="noStrike">
                <a:solidFill>
                  <a:srgbClr val="107000"/>
                </a:solidFill>
                <a:latin typeface="Roboto Mono"/>
                <a:ea typeface="Roboto Mono"/>
                <a:cs typeface="Roboto Mono"/>
                <a:sym typeface="Roboto Mono"/>
              </a:rPr>
              <a:t>title</a:t>
            </a:r>
            <a:r>
              <a:rPr b="0" i="0" lang="es-419" sz="1029" u="none" cap="none" strike="noStrike">
                <a:solidFill>
                  <a:srgbClr val="000000"/>
                </a:solidFill>
                <a:latin typeface="Roboto Mono"/>
                <a:ea typeface="Roboto Mono"/>
                <a:cs typeface="Roboto Mono"/>
                <a:sym typeface="Roboto Mono"/>
              </a:rPr>
              <a:t>&gt;</a:t>
            </a:r>
            <a:endParaRPr b="0" i="0" sz="1029" u="none" cap="none" strike="noStrike">
              <a:solidFill>
                <a:srgbClr val="000000"/>
              </a:solidFill>
              <a:latin typeface="Roboto Mono"/>
              <a:ea typeface="Roboto Mono"/>
              <a:cs typeface="Roboto Mono"/>
              <a:sym typeface="Roboto Mono"/>
            </a:endParaRPr>
          </a:p>
          <a:p>
            <a:pPr indent="0" lvl="0" marL="0" marR="0" rtl="0" algn="l">
              <a:lnSpc>
                <a:spcPct val="100000"/>
              </a:lnSpc>
              <a:spcBef>
                <a:spcPts val="0"/>
              </a:spcBef>
              <a:spcAft>
                <a:spcPts val="0"/>
              </a:spcAft>
              <a:buClr>
                <a:srgbClr val="000000"/>
              </a:buClr>
              <a:buSzPts val="1029"/>
              <a:buFont typeface="Arial"/>
              <a:buNone/>
            </a:pPr>
            <a:r>
              <a:rPr b="0" i="0" lang="es-419" sz="1029" u="none" cap="none" strike="noStrike">
                <a:solidFill>
                  <a:srgbClr val="000000"/>
                </a:solidFill>
                <a:latin typeface="Roboto Mono"/>
                <a:ea typeface="Roboto Mono"/>
                <a:cs typeface="Roboto Mono"/>
                <a:sym typeface="Roboto Mono"/>
              </a:rPr>
              <a:t>    &lt;</a:t>
            </a:r>
            <a:r>
              <a:rPr b="0" i="0" lang="es-419" sz="1029" u="none" cap="none" strike="noStrike">
                <a:solidFill>
                  <a:srgbClr val="107000"/>
                </a:solidFill>
                <a:latin typeface="Roboto Mono"/>
                <a:ea typeface="Roboto Mono"/>
                <a:cs typeface="Roboto Mono"/>
                <a:sym typeface="Roboto Mono"/>
              </a:rPr>
              <a:t>style</a:t>
            </a:r>
            <a:r>
              <a:rPr b="0" i="0" lang="es-419" sz="1029" u="none" cap="none" strike="noStrike">
                <a:solidFill>
                  <a:srgbClr val="000000"/>
                </a:solidFill>
                <a:latin typeface="Roboto Mono"/>
                <a:ea typeface="Roboto Mono"/>
                <a:cs typeface="Roboto Mono"/>
                <a:sym typeface="Roboto Mono"/>
              </a:rPr>
              <a:t>&gt;</a:t>
            </a:r>
            <a:endParaRPr b="0" i="0" sz="1029" u="none" cap="none" strike="noStrike">
              <a:solidFill>
                <a:srgbClr val="000000"/>
              </a:solidFill>
              <a:latin typeface="Roboto Mono"/>
              <a:ea typeface="Roboto Mono"/>
              <a:cs typeface="Roboto Mono"/>
              <a:sym typeface="Roboto Mono"/>
            </a:endParaRPr>
          </a:p>
          <a:p>
            <a:pPr indent="0" lvl="0" marL="0" marR="0" rtl="0" algn="l">
              <a:lnSpc>
                <a:spcPct val="100000"/>
              </a:lnSpc>
              <a:spcBef>
                <a:spcPts val="0"/>
              </a:spcBef>
              <a:spcAft>
                <a:spcPts val="0"/>
              </a:spcAft>
              <a:buClr>
                <a:srgbClr val="000000"/>
              </a:buClr>
              <a:buSzPts val="1029"/>
              <a:buFont typeface="Arial"/>
              <a:buNone/>
            </a:pPr>
            <a:r>
              <a:rPr b="0" i="0" lang="es-419" sz="1029" u="none" cap="none" strike="noStrike">
                <a:solidFill>
                  <a:srgbClr val="000000"/>
                </a:solidFill>
                <a:latin typeface="Roboto Mono"/>
                <a:ea typeface="Roboto Mono"/>
                <a:cs typeface="Roboto Mono"/>
                <a:sym typeface="Roboto Mono"/>
              </a:rPr>
              <a:t>        </a:t>
            </a:r>
            <a:r>
              <a:rPr b="0" i="0" lang="es-419" sz="1029" u="none" cap="none" strike="noStrike">
                <a:solidFill>
                  <a:srgbClr val="107000"/>
                </a:solidFill>
                <a:latin typeface="Roboto Mono"/>
                <a:ea typeface="Roboto Mono"/>
                <a:cs typeface="Roboto Mono"/>
                <a:sym typeface="Roboto Mono"/>
              </a:rPr>
              <a:t>body</a:t>
            </a:r>
            <a:r>
              <a:rPr b="0" i="0" lang="es-419" sz="1029" u="none" cap="none" strike="noStrike">
                <a:solidFill>
                  <a:srgbClr val="000000"/>
                </a:solidFill>
                <a:latin typeface="Roboto Mono"/>
                <a:ea typeface="Roboto Mono"/>
                <a:cs typeface="Roboto Mono"/>
                <a:sym typeface="Roboto Mono"/>
              </a:rPr>
              <a:t>{</a:t>
            </a:r>
            <a:endParaRPr b="0" i="0" sz="1029" u="none" cap="none" strike="noStrike">
              <a:solidFill>
                <a:srgbClr val="000000"/>
              </a:solidFill>
              <a:latin typeface="Roboto Mono"/>
              <a:ea typeface="Roboto Mono"/>
              <a:cs typeface="Roboto Mono"/>
              <a:sym typeface="Roboto Mono"/>
            </a:endParaRPr>
          </a:p>
          <a:p>
            <a:pPr indent="0" lvl="0" marL="0" marR="0" rtl="0" algn="l">
              <a:lnSpc>
                <a:spcPct val="100000"/>
              </a:lnSpc>
              <a:spcBef>
                <a:spcPts val="0"/>
              </a:spcBef>
              <a:spcAft>
                <a:spcPts val="0"/>
              </a:spcAft>
              <a:buClr>
                <a:srgbClr val="000000"/>
              </a:buClr>
              <a:buSzPts val="1029"/>
              <a:buFont typeface="Arial"/>
              <a:buNone/>
            </a:pPr>
            <a:r>
              <a:rPr b="0" i="0" lang="es-419" sz="1029" u="none" cap="none" strike="noStrike">
                <a:solidFill>
                  <a:srgbClr val="000000"/>
                </a:solidFill>
                <a:latin typeface="Roboto Mono"/>
                <a:ea typeface="Roboto Mono"/>
                <a:cs typeface="Roboto Mono"/>
                <a:sym typeface="Roboto Mono"/>
              </a:rPr>
              <a:t>            </a:t>
            </a:r>
            <a:r>
              <a:rPr b="0" i="0" lang="es-419" sz="1029" u="none" cap="none" strike="noStrike">
                <a:solidFill>
                  <a:srgbClr val="572000"/>
                </a:solidFill>
                <a:latin typeface="Roboto Mono"/>
                <a:ea typeface="Roboto Mono"/>
                <a:cs typeface="Roboto Mono"/>
                <a:sym typeface="Roboto Mono"/>
              </a:rPr>
              <a:t>color</a:t>
            </a:r>
            <a:r>
              <a:rPr b="0" i="0" lang="es-419" sz="1029" u="none" cap="none" strike="noStrike">
                <a:solidFill>
                  <a:srgbClr val="000000"/>
                </a:solidFill>
                <a:latin typeface="Roboto Mono"/>
                <a:ea typeface="Roboto Mono"/>
                <a:cs typeface="Roboto Mono"/>
                <a:sym typeface="Roboto Mono"/>
              </a:rPr>
              <a:t>: </a:t>
            </a:r>
            <a:r>
              <a:rPr b="1" i="0" lang="es-419" sz="1029" u="none" cap="none" strike="noStrike">
                <a:solidFill>
                  <a:srgbClr val="700080"/>
                </a:solidFill>
                <a:latin typeface="Roboto Mono"/>
                <a:ea typeface="Roboto Mono"/>
                <a:cs typeface="Roboto Mono"/>
                <a:sym typeface="Roboto Mono"/>
              </a:rPr>
              <a:t>tomato</a:t>
            </a:r>
            <a:r>
              <a:rPr b="0" i="0" lang="es-419" sz="1029" u="none" cap="none" strike="noStrike">
                <a:solidFill>
                  <a:srgbClr val="000000"/>
                </a:solidFill>
                <a:latin typeface="Roboto Mono"/>
                <a:ea typeface="Roboto Mono"/>
                <a:cs typeface="Roboto Mono"/>
                <a:sym typeface="Roboto Mono"/>
              </a:rPr>
              <a:t>;</a:t>
            </a:r>
            <a:endParaRPr b="0" i="0" sz="1029" u="none" cap="none" strike="noStrike">
              <a:solidFill>
                <a:srgbClr val="000000"/>
              </a:solidFill>
              <a:latin typeface="Roboto Mono"/>
              <a:ea typeface="Roboto Mono"/>
              <a:cs typeface="Roboto Mono"/>
              <a:sym typeface="Roboto Mono"/>
            </a:endParaRPr>
          </a:p>
          <a:p>
            <a:pPr indent="0" lvl="0" marL="0" marR="0" rtl="0" algn="l">
              <a:lnSpc>
                <a:spcPct val="100000"/>
              </a:lnSpc>
              <a:spcBef>
                <a:spcPts val="0"/>
              </a:spcBef>
              <a:spcAft>
                <a:spcPts val="0"/>
              </a:spcAft>
              <a:buClr>
                <a:srgbClr val="000000"/>
              </a:buClr>
              <a:buSzPts val="1029"/>
              <a:buFont typeface="Arial"/>
              <a:buNone/>
            </a:pPr>
            <a:r>
              <a:rPr b="0" i="0" lang="es-419" sz="1029" u="none" cap="none" strike="noStrike">
                <a:solidFill>
                  <a:srgbClr val="000000"/>
                </a:solidFill>
                <a:latin typeface="Roboto Mono"/>
                <a:ea typeface="Roboto Mono"/>
                <a:cs typeface="Roboto Mono"/>
                <a:sym typeface="Roboto Mono"/>
              </a:rPr>
              <a:t>        }</a:t>
            </a:r>
            <a:endParaRPr b="0" i="0" sz="1029" u="none" cap="none" strike="noStrike">
              <a:solidFill>
                <a:srgbClr val="000000"/>
              </a:solidFill>
              <a:latin typeface="Roboto Mono"/>
              <a:ea typeface="Roboto Mono"/>
              <a:cs typeface="Roboto Mono"/>
              <a:sym typeface="Roboto Mono"/>
            </a:endParaRPr>
          </a:p>
          <a:p>
            <a:pPr indent="0" lvl="0" marL="0" marR="0" rtl="0" algn="l">
              <a:lnSpc>
                <a:spcPct val="100000"/>
              </a:lnSpc>
              <a:spcBef>
                <a:spcPts val="0"/>
              </a:spcBef>
              <a:spcAft>
                <a:spcPts val="0"/>
              </a:spcAft>
              <a:buClr>
                <a:srgbClr val="000000"/>
              </a:buClr>
              <a:buSzPts val="1029"/>
              <a:buFont typeface="Arial"/>
              <a:buNone/>
            </a:pPr>
            <a:r>
              <a:rPr b="0" i="0" lang="es-419" sz="1029" u="none" cap="none" strike="noStrike">
                <a:solidFill>
                  <a:srgbClr val="000000"/>
                </a:solidFill>
                <a:latin typeface="Roboto Mono"/>
                <a:ea typeface="Roboto Mono"/>
                <a:cs typeface="Roboto Mono"/>
                <a:sym typeface="Roboto Mono"/>
              </a:rPr>
              <a:t>    &lt;/</a:t>
            </a:r>
            <a:r>
              <a:rPr b="0" i="0" lang="es-419" sz="1029" u="none" cap="none" strike="noStrike">
                <a:solidFill>
                  <a:srgbClr val="107000"/>
                </a:solidFill>
                <a:latin typeface="Roboto Mono"/>
                <a:ea typeface="Roboto Mono"/>
                <a:cs typeface="Roboto Mono"/>
                <a:sym typeface="Roboto Mono"/>
              </a:rPr>
              <a:t>style</a:t>
            </a:r>
            <a:r>
              <a:rPr b="0" i="0" lang="es-419" sz="1029" u="none" cap="none" strike="noStrike">
                <a:solidFill>
                  <a:srgbClr val="000000"/>
                </a:solidFill>
                <a:latin typeface="Roboto Mono"/>
                <a:ea typeface="Roboto Mono"/>
                <a:cs typeface="Roboto Mono"/>
                <a:sym typeface="Roboto Mono"/>
              </a:rPr>
              <a:t>&gt;</a:t>
            </a:r>
            <a:endParaRPr b="0" i="0" sz="1029" u="none" cap="none" strike="noStrike">
              <a:solidFill>
                <a:srgbClr val="000000"/>
              </a:solidFill>
              <a:latin typeface="Roboto Mono"/>
              <a:ea typeface="Roboto Mono"/>
              <a:cs typeface="Roboto Mono"/>
              <a:sym typeface="Roboto Mono"/>
            </a:endParaRPr>
          </a:p>
          <a:p>
            <a:pPr indent="0" lvl="0" marL="0" marR="0" rtl="0" algn="l">
              <a:lnSpc>
                <a:spcPct val="100000"/>
              </a:lnSpc>
              <a:spcBef>
                <a:spcPts val="0"/>
              </a:spcBef>
              <a:spcAft>
                <a:spcPts val="0"/>
              </a:spcAft>
              <a:buClr>
                <a:srgbClr val="000000"/>
              </a:buClr>
              <a:buSzPts val="1029"/>
              <a:buFont typeface="Arial"/>
              <a:buNone/>
            </a:pPr>
            <a:r>
              <a:rPr b="0" i="0" lang="es-419" sz="1029" u="none" cap="none" strike="noStrike">
                <a:solidFill>
                  <a:srgbClr val="000000"/>
                </a:solidFill>
                <a:latin typeface="Roboto Mono"/>
                <a:ea typeface="Roboto Mono"/>
                <a:cs typeface="Roboto Mono"/>
                <a:sym typeface="Roboto Mono"/>
              </a:rPr>
              <a:t>&lt;/</a:t>
            </a:r>
            <a:r>
              <a:rPr b="0" i="0" lang="es-419" sz="1029" u="none" cap="none" strike="noStrike">
                <a:solidFill>
                  <a:srgbClr val="107000"/>
                </a:solidFill>
                <a:latin typeface="Roboto Mono"/>
                <a:ea typeface="Roboto Mono"/>
                <a:cs typeface="Roboto Mono"/>
                <a:sym typeface="Roboto Mono"/>
              </a:rPr>
              <a:t>head</a:t>
            </a:r>
            <a:r>
              <a:rPr b="0" i="0" lang="es-419" sz="1029" u="none" cap="none" strike="noStrike">
                <a:solidFill>
                  <a:srgbClr val="000000"/>
                </a:solidFill>
                <a:latin typeface="Roboto Mono"/>
                <a:ea typeface="Roboto Mono"/>
                <a:cs typeface="Roboto Mono"/>
                <a:sym typeface="Roboto Mono"/>
              </a:rPr>
              <a:t>&gt;</a:t>
            </a:r>
            <a:endParaRPr b="0" i="0" sz="1029" u="none" cap="none" strike="noStrike">
              <a:solidFill>
                <a:srgbClr val="000000"/>
              </a:solidFill>
              <a:latin typeface="Roboto Mono"/>
              <a:ea typeface="Roboto Mono"/>
              <a:cs typeface="Roboto Mono"/>
              <a:sym typeface="Roboto Mono"/>
            </a:endParaRPr>
          </a:p>
          <a:p>
            <a:pPr indent="0" lvl="0" marL="0" marR="0" rtl="0" algn="l">
              <a:lnSpc>
                <a:spcPct val="100000"/>
              </a:lnSpc>
              <a:spcBef>
                <a:spcPts val="0"/>
              </a:spcBef>
              <a:spcAft>
                <a:spcPts val="0"/>
              </a:spcAft>
              <a:buClr>
                <a:srgbClr val="000000"/>
              </a:buClr>
              <a:buSzPts val="1029"/>
              <a:buFont typeface="Arial"/>
              <a:buNone/>
            </a:pPr>
            <a:r>
              <a:rPr b="0" i="0" lang="es-419" sz="1029" u="none" cap="none" strike="noStrike">
                <a:solidFill>
                  <a:srgbClr val="000000"/>
                </a:solidFill>
                <a:latin typeface="Roboto Mono"/>
                <a:ea typeface="Roboto Mono"/>
                <a:cs typeface="Roboto Mono"/>
                <a:sym typeface="Roboto Mono"/>
              </a:rPr>
              <a:t>&lt;</a:t>
            </a:r>
            <a:r>
              <a:rPr b="0" i="0" lang="es-419" sz="1029" u="none" cap="none" strike="noStrike">
                <a:solidFill>
                  <a:srgbClr val="107000"/>
                </a:solidFill>
                <a:latin typeface="Roboto Mono"/>
                <a:ea typeface="Roboto Mono"/>
                <a:cs typeface="Roboto Mono"/>
                <a:sym typeface="Roboto Mono"/>
              </a:rPr>
              <a:t>body</a:t>
            </a:r>
            <a:r>
              <a:rPr b="0" i="0" lang="es-419" sz="1029" u="none" cap="none" strike="noStrike">
                <a:solidFill>
                  <a:srgbClr val="000000"/>
                </a:solidFill>
                <a:latin typeface="Roboto Mono"/>
                <a:ea typeface="Roboto Mono"/>
                <a:cs typeface="Roboto Mono"/>
                <a:sym typeface="Roboto Mono"/>
              </a:rPr>
              <a:t>&gt;</a:t>
            </a:r>
            <a:endParaRPr b="0" i="0" sz="1029" u="none" cap="none" strike="noStrike">
              <a:solidFill>
                <a:srgbClr val="000000"/>
              </a:solidFill>
              <a:latin typeface="Roboto Mono"/>
              <a:ea typeface="Roboto Mono"/>
              <a:cs typeface="Roboto Mono"/>
              <a:sym typeface="Roboto Mono"/>
            </a:endParaRPr>
          </a:p>
          <a:p>
            <a:pPr indent="0" lvl="0" marL="0" marR="0" rtl="0" algn="l">
              <a:lnSpc>
                <a:spcPct val="100000"/>
              </a:lnSpc>
              <a:spcBef>
                <a:spcPts val="0"/>
              </a:spcBef>
              <a:spcAft>
                <a:spcPts val="0"/>
              </a:spcAft>
              <a:buClr>
                <a:srgbClr val="000000"/>
              </a:buClr>
              <a:buSzPts val="1029"/>
              <a:buFont typeface="Arial"/>
              <a:buNone/>
            </a:pPr>
            <a:r>
              <a:rPr b="0" i="0" lang="es-419" sz="1029" u="none" cap="none" strike="noStrike">
                <a:solidFill>
                  <a:srgbClr val="000000"/>
                </a:solidFill>
                <a:latin typeface="Roboto Mono"/>
                <a:ea typeface="Roboto Mono"/>
                <a:cs typeface="Roboto Mono"/>
                <a:sym typeface="Roboto Mono"/>
              </a:rPr>
              <a:t>    Taller de Programación Web</a:t>
            </a:r>
            <a:endParaRPr b="0" i="0" sz="1029" u="none" cap="none" strike="noStrike">
              <a:solidFill>
                <a:srgbClr val="000000"/>
              </a:solidFill>
              <a:latin typeface="Roboto Mono"/>
              <a:ea typeface="Roboto Mono"/>
              <a:cs typeface="Roboto Mono"/>
              <a:sym typeface="Roboto Mono"/>
            </a:endParaRPr>
          </a:p>
          <a:p>
            <a:pPr indent="0" lvl="0" marL="0" marR="0" rtl="0" algn="l">
              <a:lnSpc>
                <a:spcPct val="100000"/>
              </a:lnSpc>
              <a:spcBef>
                <a:spcPts val="0"/>
              </a:spcBef>
              <a:spcAft>
                <a:spcPts val="0"/>
              </a:spcAft>
              <a:buClr>
                <a:srgbClr val="000000"/>
              </a:buClr>
              <a:buSzPts val="1029"/>
              <a:buFont typeface="Arial"/>
              <a:buNone/>
            </a:pPr>
            <a:r>
              <a:rPr b="0" i="0" lang="es-419" sz="1029" u="none" cap="none" strike="noStrike">
                <a:solidFill>
                  <a:srgbClr val="000000"/>
                </a:solidFill>
                <a:latin typeface="Roboto Mono"/>
                <a:ea typeface="Roboto Mono"/>
                <a:cs typeface="Roboto Mono"/>
                <a:sym typeface="Roboto Mono"/>
              </a:rPr>
              <a:t>&lt;/</a:t>
            </a:r>
            <a:r>
              <a:rPr b="0" i="0" lang="es-419" sz="1029" u="none" cap="none" strike="noStrike">
                <a:solidFill>
                  <a:srgbClr val="107000"/>
                </a:solidFill>
                <a:latin typeface="Roboto Mono"/>
                <a:ea typeface="Roboto Mono"/>
                <a:cs typeface="Roboto Mono"/>
                <a:sym typeface="Roboto Mono"/>
              </a:rPr>
              <a:t>body</a:t>
            </a:r>
            <a:r>
              <a:rPr b="0" i="0" lang="es-419" sz="1029" u="none" cap="none" strike="noStrike">
                <a:solidFill>
                  <a:srgbClr val="000000"/>
                </a:solidFill>
                <a:latin typeface="Roboto Mono"/>
                <a:ea typeface="Roboto Mono"/>
                <a:cs typeface="Roboto Mono"/>
                <a:sym typeface="Roboto Mono"/>
              </a:rPr>
              <a:t>&gt;</a:t>
            </a:r>
            <a:endParaRPr b="0" i="0" sz="1029" u="none" cap="none" strike="noStrike">
              <a:solidFill>
                <a:srgbClr val="000000"/>
              </a:solidFill>
              <a:latin typeface="Roboto Mono"/>
              <a:ea typeface="Roboto Mono"/>
              <a:cs typeface="Roboto Mono"/>
              <a:sym typeface="Roboto Mono"/>
            </a:endParaRPr>
          </a:p>
        </p:txBody>
      </p:sp>
      <p:sp>
        <p:nvSpPr>
          <p:cNvPr id="134" name="Google Shape;134;p10"/>
          <p:cNvSpPr/>
          <p:nvPr/>
        </p:nvSpPr>
        <p:spPr>
          <a:xfrm>
            <a:off x="456550" y="3446038"/>
            <a:ext cx="4021800" cy="1459500"/>
          </a:xfrm>
          <a:prstGeom prst="rect">
            <a:avLst/>
          </a:prstGeom>
          <a:solidFill>
            <a:srgbClr val="F3F3F3"/>
          </a:solidFill>
          <a:ln>
            <a:noFill/>
          </a:ln>
        </p:spPr>
        <p:txBody>
          <a:bodyPr anchorCtr="0" anchor="ctr" bIns="105425" lIns="105425" spcFirstLastPara="1" rIns="105425" wrap="square" tIns="105425">
            <a:noAutofit/>
          </a:bodyPr>
          <a:lstStyle/>
          <a:p>
            <a:pPr indent="0" lvl="0" marL="0" marR="0" rtl="0" algn="l">
              <a:lnSpc>
                <a:spcPct val="100000"/>
              </a:lnSpc>
              <a:spcBef>
                <a:spcPts val="0"/>
              </a:spcBef>
              <a:spcAft>
                <a:spcPts val="0"/>
              </a:spcAft>
              <a:buClr>
                <a:srgbClr val="000000"/>
              </a:buClr>
              <a:buSzPts val="1029"/>
              <a:buFont typeface="Arial"/>
              <a:buNone/>
            </a:pPr>
            <a:r>
              <a:rPr b="0" i="0" lang="es-419" sz="1029" u="none" cap="none" strike="noStrike">
                <a:solidFill>
                  <a:srgbClr val="000000"/>
                </a:solidFill>
                <a:latin typeface="Roboto Mono"/>
                <a:ea typeface="Roboto Mono"/>
                <a:cs typeface="Roboto Mono"/>
                <a:sym typeface="Roboto Mono"/>
              </a:rPr>
              <a:t>&lt;</a:t>
            </a:r>
            <a:r>
              <a:rPr b="0" i="0" lang="es-419" sz="1029" u="none" cap="none" strike="noStrike">
                <a:solidFill>
                  <a:srgbClr val="107000"/>
                </a:solidFill>
                <a:latin typeface="Roboto Mono"/>
                <a:ea typeface="Roboto Mono"/>
                <a:cs typeface="Roboto Mono"/>
                <a:sym typeface="Roboto Mono"/>
              </a:rPr>
              <a:t>head</a:t>
            </a:r>
            <a:r>
              <a:rPr b="0" i="0" lang="es-419" sz="1029" u="none" cap="none" strike="noStrike">
                <a:solidFill>
                  <a:srgbClr val="000000"/>
                </a:solidFill>
                <a:latin typeface="Roboto Mono"/>
                <a:ea typeface="Roboto Mono"/>
                <a:cs typeface="Roboto Mono"/>
                <a:sym typeface="Roboto Mono"/>
              </a:rPr>
              <a:t>&gt;</a:t>
            </a:r>
            <a:endParaRPr b="0" i="0" sz="1029" u="none" cap="none" strike="noStrike">
              <a:solidFill>
                <a:srgbClr val="000000"/>
              </a:solidFill>
              <a:latin typeface="Roboto Mono"/>
              <a:ea typeface="Roboto Mono"/>
              <a:cs typeface="Roboto Mono"/>
              <a:sym typeface="Roboto Mono"/>
            </a:endParaRPr>
          </a:p>
          <a:p>
            <a:pPr indent="0" lvl="0" marL="0" marR="0" rtl="0" algn="l">
              <a:lnSpc>
                <a:spcPct val="100000"/>
              </a:lnSpc>
              <a:spcBef>
                <a:spcPts val="0"/>
              </a:spcBef>
              <a:spcAft>
                <a:spcPts val="0"/>
              </a:spcAft>
              <a:buClr>
                <a:srgbClr val="000000"/>
              </a:buClr>
              <a:buSzPts val="1029"/>
              <a:buFont typeface="Arial"/>
              <a:buNone/>
            </a:pPr>
            <a:r>
              <a:rPr b="0" i="0" lang="es-419" sz="1029" u="none" cap="none" strike="noStrike">
                <a:solidFill>
                  <a:srgbClr val="000000"/>
                </a:solidFill>
                <a:latin typeface="Roboto Mono"/>
                <a:ea typeface="Roboto Mono"/>
                <a:cs typeface="Roboto Mono"/>
                <a:sym typeface="Roboto Mono"/>
              </a:rPr>
              <a:t>    &lt;</a:t>
            </a:r>
            <a:r>
              <a:rPr b="0" i="0" lang="es-419" sz="1029" u="none" cap="none" strike="noStrike">
                <a:solidFill>
                  <a:srgbClr val="107000"/>
                </a:solidFill>
                <a:latin typeface="Roboto Mono"/>
                <a:ea typeface="Roboto Mono"/>
                <a:cs typeface="Roboto Mono"/>
                <a:sym typeface="Roboto Mono"/>
              </a:rPr>
              <a:t>link</a:t>
            </a:r>
            <a:r>
              <a:rPr b="0" i="0" lang="es-419" sz="1029" u="none" cap="none" strike="noStrike">
                <a:solidFill>
                  <a:srgbClr val="000000"/>
                </a:solidFill>
                <a:latin typeface="Roboto Mono"/>
                <a:ea typeface="Roboto Mono"/>
                <a:cs typeface="Roboto Mono"/>
                <a:sym typeface="Roboto Mono"/>
              </a:rPr>
              <a:t> </a:t>
            </a:r>
            <a:r>
              <a:rPr b="0" i="0" lang="es-419" sz="1029" u="none" cap="none" strike="noStrike">
                <a:solidFill>
                  <a:srgbClr val="0000C0"/>
                </a:solidFill>
                <a:latin typeface="Roboto Mono"/>
                <a:ea typeface="Roboto Mono"/>
                <a:cs typeface="Roboto Mono"/>
                <a:sym typeface="Roboto Mono"/>
              </a:rPr>
              <a:t>rel</a:t>
            </a:r>
            <a:r>
              <a:rPr b="0" i="0" lang="es-419" sz="1029" u="none" cap="none" strike="noStrike">
                <a:solidFill>
                  <a:srgbClr val="000000"/>
                </a:solidFill>
                <a:latin typeface="Roboto Mono"/>
                <a:ea typeface="Roboto Mono"/>
                <a:cs typeface="Roboto Mono"/>
                <a:sym typeface="Roboto Mono"/>
              </a:rPr>
              <a:t>=</a:t>
            </a:r>
            <a:r>
              <a:rPr b="0" i="0" lang="es-419" sz="1029" u="none" cap="none" strike="noStrike">
                <a:solidFill>
                  <a:srgbClr val="A01010"/>
                </a:solidFill>
                <a:latin typeface="Roboto Mono"/>
                <a:ea typeface="Roboto Mono"/>
                <a:cs typeface="Roboto Mono"/>
                <a:sym typeface="Roboto Mono"/>
              </a:rPr>
              <a:t>"stylesheet"</a:t>
            </a:r>
            <a:r>
              <a:rPr b="0" i="0" lang="es-419" sz="1029" u="none" cap="none" strike="noStrike">
                <a:solidFill>
                  <a:srgbClr val="000000"/>
                </a:solidFill>
                <a:latin typeface="Roboto Mono"/>
                <a:ea typeface="Roboto Mono"/>
                <a:cs typeface="Roboto Mono"/>
                <a:sym typeface="Roboto Mono"/>
              </a:rPr>
              <a:t> </a:t>
            </a:r>
            <a:r>
              <a:rPr b="0" i="0" lang="es-419" sz="1029" u="none" cap="none" strike="noStrike">
                <a:solidFill>
                  <a:srgbClr val="0000C0"/>
                </a:solidFill>
                <a:latin typeface="Roboto Mono"/>
                <a:ea typeface="Roboto Mono"/>
                <a:cs typeface="Roboto Mono"/>
                <a:sym typeface="Roboto Mono"/>
              </a:rPr>
              <a:t>href</a:t>
            </a:r>
            <a:r>
              <a:rPr b="0" i="0" lang="es-419" sz="1029" u="none" cap="none" strike="noStrike">
                <a:solidFill>
                  <a:srgbClr val="000000"/>
                </a:solidFill>
                <a:latin typeface="Roboto Mono"/>
                <a:ea typeface="Roboto Mono"/>
                <a:cs typeface="Roboto Mono"/>
                <a:sym typeface="Roboto Mono"/>
              </a:rPr>
              <a:t>=</a:t>
            </a:r>
            <a:r>
              <a:rPr b="0" i="0" lang="es-419" sz="1029" u="none" cap="none" strike="noStrike">
                <a:solidFill>
                  <a:srgbClr val="A01010"/>
                </a:solidFill>
                <a:latin typeface="Roboto Mono"/>
                <a:ea typeface="Roboto Mono"/>
                <a:cs typeface="Roboto Mono"/>
                <a:sym typeface="Roboto Mono"/>
              </a:rPr>
              <a:t>"style.css"</a:t>
            </a:r>
            <a:r>
              <a:rPr b="0" i="0" lang="es-419" sz="1029" u="none" cap="none" strike="noStrike">
                <a:solidFill>
                  <a:srgbClr val="000000"/>
                </a:solidFill>
                <a:latin typeface="Roboto Mono"/>
                <a:ea typeface="Roboto Mono"/>
                <a:cs typeface="Roboto Mono"/>
                <a:sym typeface="Roboto Mono"/>
              </a:rPr>
              <a:t>&gt;</a:t>
            </a:r>
            <a:endParaRPr b="0" i="0" sz="1029" u="none" cap="none" strike="noStrike">
              <a:solidFill>
                <a:srgbClr val="000000"/>
              </a:solidFill>
              <a:latin typeface="Roboto Mono"/>
              <a:ea typeface="Roboto Mono"/>
              <a:cs typeface="Roboto Mono"/>
              <a:sym typeface="Roboto Mono"/>
            </a:endParaRPr>
          </a:p>
          <a:p>
            <a:pPr indent="0" lvl="0" marL="0" marR="0" rtl="0" algn="l">
              <a:lnSpc>
                <a:spcPct val="100000"/>
              </a:lnSpc>
              <a:spcBef>
                <a:spcPts val="0"/>
              </a:spcBef>
              <a:spcAft>
                <a:spcPts val="0"/>
              </a:spcAft>
              <a:buClr>
                <a:srgbClr val="000000"/>
              </a:buClr>
              <a:buSzPts val="1029"/>
              <a:buFont typeface="Arial"/>
              <a:buNone/>
            </a:pPr>
            <a:r>
              <a:rPr b="0" i="0" lang="es-419" sz="1029" u="none" cap="none" strike="noStrike">
                <a:solidFill>
                  <a:srgbClr val="000000"/>
                </a:solidFill>
                <a:latin typeface="Roboto Mono"/>
                <a:ea typeface="Roboto Mono"/>
                <a:cs typeface="Roboto Mono"/>
                <a:sym typeface="Roboto Mono"/>
              </a:rPr>
              <a:t>&lt;/</a:t>
            </a:r>
            <a:r>
              <a:rPr b="0" i="0" lang="es-419" sz="1029" u="none" cap="none" strike="noStrike">
                <a:solidFill>
                  <a:srgbClr val="107000"/>
                </a:solidFill>
                <a:latin typeface="Roboto Mono"/>
                <a:ea typeface="Roboto Mono"/>
                <a:cs typeface="Roboto Mono"/>
                <a:sym typeface="Roboto Mono"/>
              </a:rPr>
              <a:t>head</a:t>
            </a:r>
            <a:r>
              <a:rPr b="0" i="0" lang="es-419" sz="1029" u="none" cap="none" strike="noStrike">
                <a:solidFill>
                  <a:srgbClr val="000000"/>
                </a:solidFill>
                <a:latin typeface="Roboto Mono"/>
                <a:ea typeface="Roboto Mono"/>
                <a:cs typeface="Roboto Mono"/>
                <a:sym typeface="Roboto Mono"/>
              </a:rPr>
              <a:t>&gt;</a:t>
            </a:r>
            <a:endParaRPr b="0" i="0" sz="1029" u="none" cap="none" strike="noStrike">
              <a:solidFill>
                <a:srgbClr val="000000"/>
              </a:solidFill>
              <a:latin typeface="Roboto Mono"/>
              <a:ea typeface="Roboto Mono"/>
              <a:cs typeface="Roboto Mono"/>
              <a:sym typeface="Roboto Mono"/>
            </a:endParaRPr>
          </a:p>
          <a:p>
            <a:pPr indent="0" lvl="0" marL="0" marR="0" rtl="0" algn="l">
              <a:lnSpc>
                <a:spcPct val="100000"/>
              </a:lnSpc>
              <a:spcBef>
                <a:spcPts val="0"/>
              </a:spcBef>
              <a:spcAft>
                <a:spcPts val="0"/>
              </a:spcAft>
              <a:buClr>
                <a:srgbClr val="000000"/>
              </a:buClr>
              <a:buSzPts val="1029"/>
              <a:buFont typeface="Arial"/>
              <a:buNone/>
            </a:pPr>
            <a:r>
              <a:t/>
            </a:r>
            <a:endParaRPr b="0" i="0" sz="1029" u="none" cap="none" strike="noStrike">
              <a:solidFill>
                <a:srgbClr val="000000"/>
              </a:solidFill>
              <a:latin typeface="Roboto Mono"/>
              <a:ea typeface="Roboto Mono"/>
              <a:cs typeface="Roboto Mono"/>
              <a:sym typeface="Roboto Mono"/>
            </a:endParaRPr>
          </a:p>
          <a:p>
            <a:pPr indent="0" lvl="0" marL="0" marR="0" rtl="0" algn="l">
              <a:lnSpc>
                <a:spcPct val="100000"/>
              </a:lnSpc>
              <a:spcBef>
                <a:spcPts val="0"/>
              </a:spcBef>
              <a:spcAft>
                <a:spcPts val="0"/>
              </a:spcAft>
              <a:buClr>
                <a:srgbClr val="000000"/>
              </a:buClr>
              <a:buSzPts val="1029"/>
              <a:buFont typeface="Arial"/>
              <a:buNone/>
            </a:pPr>
            <a:r>
              <a:rPr b="0" i="0" lang="es-419" sz="1029" u="none" cap="none" strike="noStrike">
                <a:solidFill>
                  <a:srgbClr val="000000"/>
                </a:solidFill>
                <a:latin typeface="Roboto Mono"/>
                <a:ea typeface="Roboto Mono"/>
                <a:cs typeface="Roboto Mono"/>
                <a:sym typeface="Roboto Mono"/>
              </a:rPr>
              <a:t>&lt;</a:t>
            </a:r>
            <a:r>
              <a:rPr b="0" i="0" lang="es-419" sz="1029" u="none" cap="none" strike="noStrike">
                <a:solidFill>
                  <a:srgbClr val="107000"/>
                </a:solidFill>
                <a:latin typeface="Roboto Mono"/>
                <a:ea typeface="Roboto Mono"/>
                <a:cs typeface="Roboto Mono"/>
                <a:sym typeface="Roboto Mono"/>
              </a:rPr>
              <a:t>body</a:t>
            </a:r>
            <a:r>
              <a:rPr b="0" i="0" lang="es-419" sz="1029" u="none" cap="none" strike="noStrike">
                <a:solidFill>
                  <a:srgbClr val="000000"/>
                </a:solidFill>
                <a:latin typeface="Roboto Mono"/>
                <a:ea typeface="Roboto Mono"/>
                <a:cs typeface="Roboto Mono"/>
                <a:sym typeface="Roboto Mono"/>
              </a:rPr>
              <a:t>&gt;</a:t>
            </a:r>
            <a:endParaRPr b="0" i="0" sz="1029" u="none" cap="none" strike="noStrike">
              <a:solidFill>
                <a:srgbClr val="000000"/>
              </a:solidFill>
              <a:latin typeface="Roboto Mono"/>
              <a:ea typeface="Roboto Mono"/>
              <a:cs typeface="Roboto Mono"/>
              <a:sym typeface="Roboto Mono"/>
            </a:endParaRPr>
          </a:p>
          <a:p>
            <a:pPr indent="0" lvl="0" marL="0" marR="0" rtl="0" algn="l">
              <a:lnSpc>
                <a:spcPct val="100000"/>
              </a:lnSpc>
              <a:spcBef>
                <a:spcPts val="0"/>
              </a:spcBef>
              <a:spcAft>
                <a:spcPts val="0"/>
              </a:spcAft>
              <a:buClr>
                <a:srgbClr val="000000"/>
              </a:buClr>
              <a:buSzPts val="1029"/>
              <a:buFont typeface="Arial"/>
              <a:buNone/>
            </a:pPr>
            <a:r>
              <a:rPr b="0" i="0" lang="es-419" sz="1029" u="none" cap="none" strike="noStrike">
                <a:solidFill>
                  <a:srgbClr val="000000"/>
                </a:solidFill>
                <a:latin typeface="Roboto Mono"/>
                <a:ea typeface="Roboto Mono"/>
                <a:cs typeface="Roboto Mono"/>
                <a:sym typeface="Roboto Mono"/>
              </a:rPr>
              <a:t>    Taller de Programación Web</a:t>
            </a:r>
            <a:endParaRPr b="0" i="0" sz="1029" u="none" cap="none" strike="noStrike">
              <a:solidFill>
                <a:srgbClr val="000000"/>
              </a:solidFill>
              <a:latin typeface="Roboto Mono"/>
              <a:ea typeface="Roboto Mono"/>
              <a:cs typeface="Roboto Mono"/>
              <a:sym typeface="Roboto Mono"/>
            </a:endParaRPr>
          </a:p>
          <a:p>
            <a:pPr indent="0" lvl="0" marL="0" marR="0" rtl="0" algn="l">
              <a:lnSpc>
                <a:spcPct val="100000"/>
              </a:lnSpc>
              <a:spcBef>
                <a:spcPts val="0"/>
              </a:spcBef>
              <a:spcAft>
                <a:spcPts val="0"/>
              </a:spcAft>
              <a:buClr>
                <a:srgbClr val="000000"/>
              </a:buClr>
              <a:buSzPts val="1029"/>
              <a:buFont typeface="Arial"/>
              <a:buNone/>
            </a:pPr>
            <a:r>
              <a:rPr b="0" i="0" lang="es-419" sz="1029" u="none" cap="none" strike="noStrike">
                <a:solidFill>
                  <a:srgbClr val="000000"/>
                </a:solidFill>
                <a:latin typeface="Roboto Mono"/>
                <a:ea typeface="Roboto Mono"/>
                <a:cs typeface="Roboto Mono"/>
                <a:sym typeface="Roboto Mono"/>
              </a:rPr>
              <a:t>&lt;/</a:t>
            </a:r>
            <a:r>
              <a:rPr b="0" i="0" lang="es-419" sz="1029" u="none" cap="none" strike="noStrike">
                <a:solidFill>
                  <a:srgbClr val="107000"/>
                </a:solidFill>
                <a:latin typeface="Roboto Mono"/>
                <a:ea typeface="Roboto Mono"/>
                <a:cs typeface="Roboto Mono"/>
                <a:sym typeface="Roboto Mono"/>
              </a:rPr>
              <a:t>body</a:t>
            </a:r>
            <a:r>
              <a:rPr b="0" i="0" lang="es-419" sz="1029" u="none" cap="none" strike="noStrike">
                <a:solidFill>
                  <a:srgbClr val="000000"/>
                </a:solidFill>
                <a:latin typeface="Roboto Mono"/>
                <a:ea typeface="Roboto Mono"/>
                <a:cs typeface="Roboto Mono"/>
                <a:sym typeface="Roboto Mono"/>
              </a:rPr>
              <a:t>&gt;</a:t>
            </a:r>
            <a:endParaRPr b="0" i="0" sz="1029" u="none" cap="none" strike="noStrike">
              <a:solidFill>
                <a:srgbClr val="000000"/>
              </a:solidFill>
              <a:latin typeface="Roboto Mono"/>
              <a:ea typeface="Roboto Mono"/>
              <a:cs typeface="Roboto Mono"/>
              <a:sym typeface="Roboto Mon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11"/>
          <p:cNvSpPr txBox="1"/>
          <p:nvPr>
            <p:ph type="title"/>
          </p:nvPr>
        </p:nvSpPr>
        <p:spPr>
          <a:xfrm>
            <a:off x="311700" y="315925"/>
            <a:ext cx="8520600" cy="8313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4200"/>
              <a:buNone/>
            </a:pPr>
            <a:r>
              <a:rPr lang="es-419"/>
              <a:t>Sintaxis CSS</a:t>
            </a:r>
            <a:endParaRPr/>
          </a:p>
        </p:txBody>
      </p:sp>
      <p:sp>
        <p:nvSpPr>
          <p:cNvPr id="140" name="Google Shape;140;p11"/>
          <p:cNvSpPr txBox="1"/>
          <p:nvPr>
            <p:ph idx="4294967295" type="body"/>
          </p:nvPr>
        </p:nvSpPr>
        <p:spPr>
          <a:xfrm>
            <a:off x="344250" y="1225225"/>
            <a:ext cx="8455500" cy="927000"/>
          </a:xfrm>
          <a:prstGeom prst="rect">
            <a:avLst/>
          </a:prstGeom>
          <a:noFill/>
          <a:ln>
            <a:noFill/>
          </a:ln>
        </p:spPr>
        <p:txBody>
          <a:bodyPr anchorCtr="0" anchor="ctr" bIns="91425" lIns="91425" spcFirstLastPara="1" rIns="91425" wrap="square" tIns="91425">
            <a:normAutofit/>
          </a:bodyPr>
          <a:lstStyle/>
          <a:p>
            <a:pPr indent="0" lvl="0" marL="0" rtl="0" algn="just">
              <a:lnSpc>
                <a:spcPct val="115000"/>
              </a:lnSpc>
              <a:spcBef>
                <a:spcPts val="0"/>
              </a:spcBef>
              <a:spcAft>
                <a:spcPts val="1200"/>
              </a:spcAft>
              <a:buSzPts val="1800"/>
              <a:buNone/>
            </a:pPr>
            <a:r>
              <a:rPr lang="es-419"/>
              <a:t>Es un lenguaje de diseño gráfico que se utiliza para definir la apariencia de los sitios web. Se escribe en el código HTML de una página web.</a:t>
            </a:r>
            <a:endParaRPr/>
          </a:p>
        </p:txBody>
      </p:sp>
      <p:sp>
        <p:nvSpPr>
          <p:cNvPr id="141" name="Google Shape;141;p11"/>
          <p:cNvSpPr/>
          <p:nvPr/>
        </p:nvSpPr>
        <p:spPr>
          <a:xfrm>
            <a:off x="2189425" y="2780975"/>
            <a:ext cx="2731500" cy="1176900"/>
          </a:xfrm>
          <a:prstGeom prst="rect">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100"/>
              <a:buFont typeface="Arial"/>
              <a:buNone/>
            </a:pPr>
            <a:r>
              <a:rPr b="0" i="0" lang="es-419" sz="2100" u="none" cap="none" strike="noStrike">
                <a:solidFill>
                  <a:srgbClr val="107000"/>
                </a:solidFill>
                <a:latin typeface="Roboto Mono"/>
                <a:ea typeface="Roboto Mono"/>
                <a:cs typeface="Roboto Mono"/>
                <a:sym typeface="Roboto Mono"/>
              </a:rPr>
              <a:t>p</a:t>
            </a:r>
            <a:r>
              <a:rPr b="0" i="0" lang="es-419" sz="2100" u="none" cap="none" strike="noStrike">
                <a:solidFill>
                  <a:srgbClr val="000000"/>
                </a:solidFill>
                <a:latin typeface="Roboto Mono"/>
                <a:ea typeface="Roboto Mono"/>
                <a:cs typeface="Roboto Mono"/>
                <a:sym typeface="Roboto Mono"/>
              </a:rPr>
              <a:t> {</a:t>
            </a:r>
            <a:endParaRPr b="0" i="0" sz="2100" u="none" cap="none" strike="noStrike">
              <a:solidFill>
                <a:srgbClr val="000000"/>
              </a:solidFill>
              <a:latin typeface="Roboto Mono"/>
              <a:ea typeface="Roboto Mono"/>
              <a:cs typeface="Roboto Mono"/>
              <a:sym typeface="Roboto Mono"/>
            </a:endParaRPr>
          </a:p>
          <a:p>
            <a:pPr indent="0" lvl="0" marL="0" marR="0" rtl="0" algn="l">
              <a:lnSpc>
                <a:spcPct val="100000"/>
              </a:lnSpc>
              <a:spcBef>
                <a:spcPts val="0"/>
              </a:spcBef>
              <a:spcAft>
                <a:spcPts val="0"/>
              </a:spcAft>
              <a:buClr>
                <a:srgbClr val="000000"/>
              </a:buClr>
              <a:buSzPts val="2100"/>
              <a:buFont typeface="Arial"/>
              <a:buNone/>
            </a:pPr>
            <a:r>
              <a:rPr b="0" i="0" lang="es-419" sz="2100" u="none" cap="none" strike="noStrike">
                <a:solidFill>
                  <a:srgbClr val="000000"/>
                </a:solidFill>
                <a:latin typeface="Roboto Mono"/>
                <a:ea typeface="Roboto Mono"/>
                <a:cs typeface="Roboto Mono"/>
                <a:sym typeface="Roboto Mono"/>
              </a:rPr>
              <a:t>	</a:t>
            </a:r>
            <a:r>
              <a:rPr b="0" i="0" lang="es-419" sz="2100" u="none" cap="none" strike="noStrike">
                <a:solidFill>
                  <a:srgbClr val="572000"/>
                </a:solidFill>
                <a:latin typeface="Roboto Mono"/>
                <a:ea typeface="Roboto Mono"/>
                <a:cs typeface="Roboto Mono"/>
                <a:sym typeface="Roboto Mono"/>
              </a:rPr>
              <a:t>color</a:t>
            </a:r>
            <a:r>
              <a:rPr b="0" i="0" lang="es-419" sz="2100" u="none" cap="none" strike="noStrike">
                <a:solidFill>
                  <a:srgbClr val="000000"/>
                </a:solidFill>
                <a:latin typeface="Roboto Mono"/>
                <a:ea typeface="Roboto Mono"/>
                <a:cs typeface="Roboto Mono"/>
                <a:sym typeface="Roboto Mono"/>
              </a:rPr>
              <a:t>: </a:t>
            </a:r>
            <a:r>
              <a:rPr b="1" i="0" lang="es-419" sz="2100" u="none" cap="none" strike="noStrike">
                <a:solidFill>
                  <a:srgbClr val="700080"/>
                </a:solidFill>
                <a:latin typeface="Roboto Mono"/>
                <a:ea typeface="Roboto Mono"/>
                <a:cs typeface="Roboto Mono"/>
                <a:sym typeface="Roboto Mono"/>
              </a:rPr>
              <a:t>red</a:t>
            </a:r>
            <a:r>
              <a:rPr b="0" i="0" lang="es-419" sz="2100" u="none" cap="none" strike="noStrike">
                <a:solidFill>
                  <a:srgbClr val="000000"/>
                </a:solidFill>
                <a:latin typeface="Roboto Mono"/>
                <a:ea typeface="Roboto Mono"/>
                <a:cs typeface="Roboto Mono"/>
                <a:sym typeface="Roboto Mono"/>
              </a:rPr>
              <a:t>;</a:t>
            </a:r>
            <a:endParaRPr b="0" i="0" sz="2100" u="none" cap="none" strike="noStrike">
              <a:solidFill>
                <a:srgbClr val="000000"/>
              </a:solidFill>
              <a:latin typeface="Roboto Mono"/>
              <a:ea typeface="Roboto Mono"/>
              <a:cs typeface="Roboto Mono"/>
              <a:sym typeface="Roboto Mono"/>
            </a:endParaRPr>
          </a:p>
          <a:p>
            <a:pPr indent="0" lvl="0" marL="0" marR="0" rtl="0" algn="l">
              <a:lnSpc>
                <a:spcPct val="100000"/>
              </a:lnSpc>
              <a:spcBef>
                <a:spcPts val="0"/>
              </a:spcBef>
              <a:spcAft>
                <a:spcPts val="0"/>
              </a:spcAft>
              <a:buClr>
                <a:srgbClr val="000000"/>
              </a:buClr>
              <a:buSzPts val="2100"/>
              <a:buFont typeface="Arial"/>
              <a:buNone/>
            </a:pPr>
            <a:r>
              <a:rPr b="0" i="0" lang="es-419" sz="2100" u="none" cap="none" strike="noStrike">
                <a:solidFill>
                  <a:srgbClr val="000000"/>
                </a:solidFill>
                <a:latin typeface="Roboto Mono"/>
                <a:ea typeface="Roboto Mono"/>
                <a:cs typeface="Roboto Mono"/>
                <a:sym typeface="Roboto Mono"/>
              </a:rPr>
              <a:t>}</a:t>
            </a:r>
            <a:endParaRPr b="0" i="0" sz="2100" u="none" cap="none" strike="noStrike">
              <a:solidFill>
                <a:srgbClr val="000000"/>
              </a:solidFill>
              <a:latin typeface="Roboto Mono"/>
              <a:ea typeface="Roboto Mono"/>
              <a:cs typeface="Roboto Mono"/>
              <a:sym typeface="Roboto Mono"/>
            </a:endParaRPr>
          </a:p>
        </p:txBody>
      </p:sp>
      <p:sp>
        <p:nvSpPr>
          <p:cNvPr id="142" name="Google Shape;142;p11"/>
          <p:cNvSpPr txBox="1"/>
          <p:nvPr/>
        </p:nvSpPr>
        <p:spPr>
          <a:xfrm>
            <a:off x="1934050" y="2446625"/>
            <a:ext cx="867600" cy="3063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s-419" sz="1300" u="none" cap="none" strike="noStrike">
                <a:solidFill>
                  <a:srgbClr val="6FA8DC"/>
                </a:solidFill>
                <a:latin typeface="Lexend"/>
                <a:ea typeface="Lexend"/>
                <a:cs typeface="Lexend"/>
                <a:sym typeface="Lexend"/>
              </a:rPr>
              <a:t>Selector</a:t>
            </a:r>
            <a:endParaRPr b="0" i="0" sz="1300" u="none" cap="none" strike="noStrike">
              <a:solidFill>
                <a:srgbClr val="6FA8DC"/>
              </a:solidFill>
              <a:latin typeface="Lexend"/>
              <a:ea typeface="Lexend"/>
              <a:cs typeface="Lexend"/>
              <a:sym typeface="Lexend"/>
            </a:endParaRPr>
          </a:p>
        </p:txBody>
      </p:sp>
      <p:sp>
        <p:nvSpPr>
          <p:cNvPr id="143" name="Google Shape;143;p11"/>
          <p:cNvSpPr/>
          <p:nvPr/>
        </p:nvSpPr>
        <p:spPr>
          <a:xfrm rot="5400000">
            <a:off x="2315650" y="2754575"/>
            <a:ext cx="104400" cy="253200"/>
          </a:xfrm>
          <a:prstGeom prst="leftBracket">
            <a:avLst>
              <a:gd fmla="val 8333" name="adj"/>
            </a:avLst>
          </a:prstGeom>
          <a:noFill/>
          <a:ln cap="flat" cmpd="sng" w="19050">
            <a:solidFill>
              <a:srgbClr val="6FA8D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Open Sans"/>
              <a:ea typeface="Open Sans"/>
              <a:cs typeface="Open Sans"/>
              <a:sym typeface="Open Sans"/>
            </a:endParaRPr>
          </a:p>
        </p:txBody>
      </p:sp>
      <p:sp>
        <p:nvSpPr>
          <p:cNvPr id="144" name="Google Shape;144;p11"/>
          <p:cNvSpPr txBox="1"/>
          <p:nvPr/>
        </p:nvSpPr>
        <p:spPr>
          <a:xfrm>
            <a:off x="2593900" y="3933562"/>
            <a:ext cx="1071000" cy="3063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s-419" sz="1300" u="none" cap="none" strike="noStrike">
                <a:solidFill>
                  <a:srgbClr val="FFD966"/>
                </a:solidFill>
                <a:latin typeface="Lexend"/>
                <a:ea typeface="Lexend"/>
                <a:cs typeface="Lexend"/>
                <a:sym typeface="Lexend"/>
              </a:rPr>
              <a:t>Propiedad</a:t>
            </a:r>
            <a:endParaRPr b="0" i="0" sz="1300" u="none" cap="none" strike="noStrike">
              <a:solidFill>
                <a:srgbClr val="FFD966"/>
              </a:solidFill>
              <a:latin typeface="Lexend"/>
              <a:ea typeface="Lexend"/>
              <a:cs typeface="Lexend"/>
              <a:sym typeface="Lexend"/>
            </a:endParaRPr>
          </a:p>
        </p:txBody>
      </p:sp>
      <p:sp>
        <p:nvSpPr>
          <p:cNvPr id="145" name="Google Shape;145;p11"/>
          <p:cNvSpPr/>
          <p:nvPr/>
        </p:nvSpPr>
        <p:spPr>
          <a:xfrm rot="-5400000">
            <a:off x="3077200" y="3303200"/>
            <a:ext cx="104400" cy="748800"/>
          </a:xfrm>
          <a:prstGeom prst="leftBracket">
            <a:avLst>
              <a:gd fmla="val 8333" name="adj"/>
            </a:avLst>
          </a:prstGeom>
          <a:noFill/>
          <a:ln cap="flat" cmpd="sng" w="19050">
            <a:solidFill>
              <a:srgbClr val="FFD96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Open Sans"/>
              <a:ea typeface="Open Sans"/>
              <a:cs typeface="Open Sans"/>
              <a:sym typeface="Open Sans"/>
            </a:endParaRPr>
          </a:p>
        </p:txBody>
      </p:sp>
      <p:sp>
        <p:nvSpPr>
          <p:cNvPr id="146" name="Google Shape;146;p11"/>
          <p:cNvSpPr txBox="1"/>
          <p:nvPr/>
        </p:nvSpPr>
        <p:spPr>
          <a:xfrm>
            <a:off x="3587525" y="3882400"/>
            <a:ext cx="1071000" cy="530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s-419" sz="1300" u="none" cap="none" strike="noStrike">
                <a:solidFill>
                  <a:srgbClr val="E06666"/>
                </a:solidFill>
                <a:latin typeface="Lexend"/>
                <a:ea typeface="Lexend"/>
                <a:cs typeface="Lexend"/>
                <a:sym typeface="Lexend"/>
              </a:rPr>
              <a:t>Valor de propiedad</a:t>
            </a:r>
            <a:endParaRPr b="0" i="0" sz="1300" u="none" cap="none" strike="noStrike">
              <a:solidFill>
                <a:srgbClr val="E06666"/>
              </a:solidFill>
              <a:latin typeface="Lexend"/>
              <a:ea typeface="Lexend"/>
              <a:cs typeface="Lexend"/>
              <a:sym typeface="Lexend"/>
            </a:endParaRPr>
          </a:p>
        </p:txBody>
      </p:sp>
      <p:sp>
        <p:nvSpPr>
          <p:cNvPr id="147" name="Google Shape;147;p11"/>
          <p:cNvSpPr/>
          <p:nvPr/>
        </p:nvSpPr>
        <p:spPr>
          <a:xfrm rot="-5400000">
            <a:off x="4070822" y="3411950"/>
            <a:ext cx="104400" cy="531300"/>
          </a:xfrm>
          <a:prstGeom prst="leftBracket">
            <a:avLst>
              <a:gd fmla="val 8333" name="adj"/>
            </a:avLst>
          </a:prstGeom>
          <a:noFill/>
          <a:ln cap="flat" cmpd="sng" w="19050">
            <a:solidFill>
              <a:srgbClr val="E0666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Open Sans"/>
              <a:ea typeface="Open Sans"/>
              <a:cs typeface="Open Sans"/>
              <a:sym typeface="Open Sans"/>
            </a:endParaRPr>
          </a:p>
        </p:txBody>
      </p:sp>
      <p:sp>
        <p:nvSpPr>
          <p:cNvPr id="148" name="Google Shape;148;p11"/>
          <p:cNvSpPr txBox="1"/>
          <p:nvPr/>
        </p:nvSpPr>
        <p:spPr>
          <a:xfrm>
            <a:off x="2958025" y="2494220"/>
            <a:ext cx="1243800" cy="3063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s-419" sz="1300" u="none" cap="none" strike="noStrike">
                <a:solidFill>
                  <a:srgbClr val="93C47D"/>
                </a:solidFill>
                <a:latin typeface="Lexend"/>
                <a:ea typeface="Lexend"/>
                <a:cs typeface="Lexend"/>
                <a:sym typeface="Lexend"/>
              </a:rPr>
              <a:t>Declaración</a:t>
            </a:r>
            <a:endParaRPr b="0" i="0" sz="1300" u="none" cap="none" strike="noStrike">
              <a:solidFill>
                <a:srgbClr val="93C47D"/>
              </a:solidFill>
              <a:latin typeface="Lexend"/>
              <a:ea typeface="Lexend"/>
              <a:cs typeface="Lexend"/>
              <a:sym typeface="Lexend"/>
            </a:endParaRPr>
          </a:p>
        </p:txBody>
      </p:sp>
      <p:sp>
        <p:nvSpPr>
          <p:cNvPr id="149" name="Google Shape;149;p11"/>
          <p:cNvSpPr/>
          <p:nvPr/>
        </p:nvSpPr>
        <p:spPr>
          <a:xfrm rot="5400000">
            <a:off x="3527725" y="2208725"/>
            <a:ext cx="104400" cy="1649700"/>
          </a:xfrm>
          <a:prstGeom prst="leftBracket">
            <a:avLst>
              <a:gd fmla="val 8333" name="adj"/>
            </a:avLst>
          </a:prstGeom>
          <a:noFill/>
          <a:ln cap="flat" cmpd="sng" w="19050">
            <a:solidFill>
              <a:srgbClr val="93C47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Open Sans"/>
              <a:ea typeface="Open Sans"/>
              <a:cs typeface="Open Sans"/>
              <a:sym typeface="Open Sans"/>
            </a:endParaRPr>
          </a:p>
        </p:txBody>
      </p:sp>
      <p:pic>
        <p:nvPicPr>
          <p:cNvPr id="150" name="Google Shape;150;p11" title="Screenshot from 2025-03-21 16-31-03.png"/>
          <p:cNvPicPr preferRelativeResize="0"/>
          <p:nvPr/>
        </p:nvPicPr>
        <p:blipFill rotWithShape="1">
          <a:blip r:embed="rId3">
            <a:alphaModFix/>
          </a:blip>
          <a:srcRect b="0" l="0" r="0" t="0"/>
          <a:stretch/>
        </p:blipFill>
        <p:spPr>
          <a:xfrm>
            <a:off x="6124087" y="2758875"/>
            <a:ext cx="1085863" cy="122109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12"/>
          <p:cNvSpPr txBox="1"/>
          <p:nvPr>
            <p:ph type="title"/>
          </p:nvPr>
        </p:nvSpPr>
        <p:spPr>
          <a:xfrm>
            <a:off x="311700" y="315925"/>
            <a:ext cx="8520600" cy="8313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4200"/>
              <a:buNone/>
            </a:pPr>
            <a:r>
              <a:rPr lang="es-419"/>
              <a:t>Personalización con CSS</a:t>
            </a:r>
            <a:endParaRPr/>
          </a:p>
        </p:txBody>
      </p:sp>
      <p:sp>
        <p:nvSpPr>
          <p:cNvPr id="156" name="Google Shape;156;p12"/>
          <p:cNvSpPr txBox="1"/>
          <p:nvPr>
            <p:ph idx="4294967295" type="body"/>
          </p:nvPr>
        </p:nvSpPr>
        <p:spPr>
          <a:xfrm>
            <a:off x="373425" y="1589825"/>
            <a:ext cx="8191200" cy="703800"/>
          </a:xfrm>
          <a:prstGeom prst="rect">
            <a:avLst/>
          </a:prstGeom>
          <a:noFill/>
          <a:ln>
            <a:noFill/>
          </a:ln>
        </p:spPr>
        <p:txBody>
          <a:bodyPr anchorCtr="0" anchor="ctr" bIns="91425" lIns="91425" spcFirstLastPara="1" rIns="91425" wrap="square" tIns="91425">
            <a:normAutofit fontScale="62500" lnSpcReduction="20000"/>
          </a:bodyPr>
          <a:lstStyle/>
          <a:p>
            <a:pPr indent="0" lvl="0" marL="0" rtl="0" algn="l">
              <a:lnSpc>
                <a:spcPct val="115000"/>
              </a:lnSpc>
              <a:spcBef>
                <a:spcPts val="0"/>
              </a:spcBef>
              <a:spcAft>
                <a:spcPts val="1200"/>
              </a:spcAft>
              <a:buSzPct val="159999"/>
              <a:buNone/>
            </a:pPr>
            <a:r>
              <a:rPr lang="es-419"/>
              <a:t>Existe un amplio abanico de propiedades CSS para modificar las características básicas de las tipografías a utilizar. Aunque existen muchas más, a continuación, veremos las propiedades CSS principales y básicas para establecer en un texto</a:t>
            </a:r>
            <a:endParaRPr/>
          </a:p>
        </p:txBody>
      </p:sp>
      <p:sp>
        <p:nvSpPr>
          <p:cNvPr id="157" name="Google Shape;157;p12"/>
          <p:cNvSpPr txBox="1"/>
          <p:nvPr>
            <p:ph idx="4294967295" type="body"/>
          </p:nvPr>
        </p:nvSpPr>
        <p:spPr>
          <a:xfrm>
            <a:off x="311700" y="1147225"/>
            <a:ext cx="8520600" cy="4923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rPr b="1" i="1" lang="es-419" sz="1600"/>
              <a:t>Tipografía en CSS</a:t>
            </a:r>
            <a:endParaRPr b="1" i="1" sz="1600"/>
          </a:p>
        </p:txBody>
      </p:sp>
      <p:graphicFrame>
        <p:nvGraphicFramePr>
          <p:cNvPr id="158" name="Google Shape;158;p12"/>
          <p:cNvGraphicFramePr/>
          <p:nvPr/>
        </p:nvGraphicFramePr>
        <p:xfrm>
          <a:off x="849525" y="2390825"/>
          <a:ext cx="3000000" cy="3000000"/>
        </p:xfrm>
        <a:graphic>
          <a:graphicData uri="http://schemas.openxmlformats.org/drawingml/2006/table">
            <a:tbl>
              <a:tblPr>
                <a:noFill/>
                <a:tableStyleId>{9C00EA5D-B031-4BB5-B692-589A45D4FE86}</a:tableStyleId>
              </a:tblPr>
              <a:tblGrid>
                <a:gridCol w="1517750"/>
                <a:gridCol w="2274150"/>
                <a:gridCol w="3447100"/>
              </a:tblGrid>
              <a:tr h="381000">
                <a:tc>
                  <a:txBody>
                    <a:bodyPr/>
                    <a:lstStyle/>
                    <a:p>
                      <a:pPr indent="0" lvl="0" marL="0" marR="0" rtl="0" algn="ctr">
                        <a:lnSpc>
                          <a:spcPct val="115000"/>
                        </a:lnSpc>
                        <a:spcBef>
                          <a:spcPts val="0"/>
                        </a:spcBef>
                        <a:spcAft>
                          <a:spcPts val="0"/>
                        </a:spcAft>
                        <a:buClr>
                          <a:srgbClr val="000000"/>
                        </a:buClr>
                        <a:buSzPts val="1200"/>
                        <a:buFont typeface="Arial"/>
                        <a:buNone/>
                      </a:pPr>
                      <a:r>
                        <a:rPr b="1" lang="es-419" sz="1200" u="none" cap="none" strike="noStrike">
                          <a:solidFill>
                            <a:schemeClr val="dk1"/>
                          </a:solidFill>
                          <a:latin typeface="Open Sans"/>
                          <a:ea typeface="Open Sans"/>
                          <a:cs typeface="Open Sans"/>
                          <a:sym typeface="Open Sans"/>
                        </a:rPr>
                        <a:t>Propiedad</a:t>
                      </a:r>
                      <a:endParaRPr b="1" sz="1200" u="none" cap="none" strike="noStrike">
                        <a:solidFill>
                          <a:schemeClr val="dk1"/>
                        </a:solidFill>
                        <a:latin typeface="Open Sans"/>
                        <a:ea typeface="Open Sans"/>
                        <a:cs typeface="Open Sans"/>
                        <a:sym typeface="Open Sans"/>
                      </a:endParaRPr>
                    </a:p>
                  </a:txBody>
                  <a:tcPr marT="76200" marB="76200" marR="76200" marL="762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9EAD3"/>
                    </a:solidFill>
                  </a:tcPr>
                </a:tc>
                <a:tc>
                  <a:txBody>
                    <a:bodyPr/>
                    <a:lstStyle/>
                    <a:p>
                      <a:pPr indent="0" lvl="0" marL="0" marR="0" rtl="0" algn="ctr">
                        <a:lnSpc>
                          <a:spcPct val="115000"/>
                        </a:lnSpc>
                        <a:spcBef>
                          <a:spcPts val="0"/>
                        </a:spcBef>
                        <a:spcAft>
                          <a:spcPts val="0"/>
                        </a:spcAft>
                        <a:buClr>
                          <a:srgbClr val="000000"/>
                        </a:buClr>
                        <a:buSzPts val="1200"/>
                        <a:buFont typeface="Arial"/>
                        <a:buNone/>
                      </a:pPr>
                      <a:r>
                        <a:rPr b="1" lang="es-419" sz="1200" u="none" cap="none" strike="noStrike">
                          <a:solidFill>
                            <a:schemeClr val="dk1"/>
                          </a:solidFill>
                          <a:latin typeface="Open Sans"/>
                          <a:ea typeface="Open Sans"/>
                          <a:cs typeface="Open Sans"/>
                          <a:sym typeface="Open Sans"/>
                        </a:rPr>
                        <a:t>Valor</a:t>
                      </a:r>
                      <a:endParaRPr b="1" sz="1200" u="none" cap="none" strike="noStrike">
                        <a:solidFill>
                          <a:schemeClr val="dk1"/>
                        </a:solidFill>
                        <a:latin typeface="Open Sans"/>
                        <a:ea typeface="Open Sans"/>
                        <a:cs typeface="Open Sans"/>
                        <a:sym typeface="Open Sans"/>
                      </a:endParaRPr>
                    </a:p>
                  </a:txBody>
                  <a:tcPr marT="76200" marB="76200" marR="76200" marL="762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9EAD3"/>
                    </a:solidFill>
                  </a:tcPr>
                </a:tc>
                <a:tc>
                  <a:txBody>
                    <a:bodyPr/>
                    <a:lstStyle/>
                    <a:p>
                      <a:pPr indent="0" lvl="0" marL="0" marR="0" rtl="0" algn="ctr">
                        <a:lnSpc>
                          <a:spcPct val="115000"/>
                        </a:lnSpc>
                        <a:spcBef>
                          <a:spcPts val="0"/>
                        </a:spcBef>
                        <a:spcAft>
                          <a:spcPts val="0"/>
                        </a:spcAft>
                        <a:buClr>
                          <a:srgbClr val="000000"/>
                        </a:buClr>
                        <a:buSzPts val="1200"/>
                        <a:buFont typeface="Arial"/>
                        <a:buNone/>
                      </a:pPr>
                      <a:r>
                        <a:rPr b="1" lang="es-419" sz="1200" u="none" cap="none" strike="noStrike">
                          <a:solidFill>
                            <a:schemeClr val="dk1"/>
                          </a:solidFill>
                          <a:latin typeface="Open Sans"/>
                          <a:ea typeface="Open Sans"/>
                          <a:cs typeface="Open Sans"/>
                          <a:sym typeface="Open Sans"/>
                        </a:rPr>
                        <a:t>Significado</a:t>
                      </a:r>
                      <a:endParaRPr b="1" sz="1200" u="none" cap="none" strike="noStrike">
                        <a:solidFill>
                          <a:schemeClr val="dk1"/>
                        </a:solidFill>
                        <a:latin typeface="Open Sans"/>
                        <a:ea typeface="Open Sans"/>
                        <a:cs typeface="Open Sans"/>
                        <a:sym typeface="Open Sans"/>
                      </a:endParaRPr>
                    </a:p>
                  </a:txBody>
                  <a:tcPr marT="76200" marB="76200" marR="76200" marL="762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9EAD3"/>
                    </a:solidFill>
                  </a:tcPr>
                </a:tc>
              </a:tr>
              <a:tr h="381000">
                <a:tc>
                  <a:txBody>
                    <a:bodyPr/>
                    <a:lstStyle/>
                    <a:p>
                      <a:pPr indent="0" lvl="0" marL="0" marR="0" rtl="0" algn="ctr">
                        <a:lnSpc>
                          <a:spcPct val="115000"/>
                        </a:lnSpc>
                        <a:spcBef>
                          <a:spcPts val="0"/>
                        </a:spcBef>
                        <a:spcAft>
                          <a:spcPts val="0"/>
                        </a:spcAft>
                        <a:buClr>
                          <a:srgbClr val="000000"/>
                        </a:buClr>
                        <a:buSzPts val="1200"/>
                        <a:buFont typeface="Arial"/>
                        <a:buNone/>
                      </a:pPr>
                      <a:r>
                        <a:rPr lang="es-419" sz="1200" u="none" cap="none" strike="noStrike">
                          <a:solidFill>
                            <a:schemeClr val="dk1"/>
                          </a:solidFill>
                          <a:latin typeface="Open Sans"/>
                          <a:ea typeface="Open Sans"/>
                          <a:cs typeface="Open Sans"/>
                          <a:sym typeface="Open Sans"/>
                        </a:rPr>
                        <a:t>font-family</a:t>
                      </a:r>
                      <a:endParaRPr sz="1200" u="none" cap="none" strike="noStrike">
                        <a:solidFill>
                          <a:schemeClr val="dk1"/>
                        </a:solidFill>
                        <a:latin typeface="Open Sans"/>
                        <a:ea typeface="Open Sans"/>
                        <a:cs typeface="Open Sans"/>
                        <a:sym typeface="Open Sans"/>
                      </a:endParaRPr>
                    </a:p>
                  </a:txBody>
                  <a:tcPr marT="76200" marB="76200" marR="76200" marL="762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200"/>
                        <a:buFont typeface="Arial"/>
                        <a:buNone/>
                      </a:pPr>
                      <a:r>
                        <a:rPr lang="es-419" sz="1200" u="none" cap="none" strike="noStrike">
                          <a:solidFill>
                            <a:schemeClr val="dk1"/>
                          </a:solidFill>
                          <a:latin typeface="Open Sans"/>
                          <a:ea typeface="Open Sans"/>
                          <a:cs typeface="Open Sans"/>
                          <a:sym typeface="Open Sans"/>
                        </a:rPr>
                        <a:t>Fontlist</a:t>
                      </a:r>
                      <a:endParaRPr sz="1200" u="none" cap="none" strike="noStrike">
                        <a:solidFill>
                          <a:schemeClr val="dk1"/>
                        </a:solidFill>
                        <a:latin typeface="Open Sans"/>
                        <a:ea typeface="Open Sans"/>
                        <a:cs typeface="Open Sans"/>
                        <a:sym typeface="Open Sans"/>
                      </a:endParaRPr>
                    </a:p>
                  </a:txBody>
                  <a:tcPr marT="76200" marB="76200" marR="76200" marL="762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200"/>
                        <a:buFont typeface="Arial"/>
                        <a:buNone/>
                      </a:pPr>
                      <a:r>
                        <a:rPr lang="es-419" sz="1200" u="none" cap="none" strike="noStrike">
                          <a:solidFill>
                            <a:schemeClr val="dk1"/>
                          </a:solidFill>
                          <a:latin typeface="Open Sans"/>
                          <a:ea typeface="Open Sans"/>
                          <a:cs typeface="Open Sans"/>
                          <a:sym typeface="Open Sans"/>
                        </a:rPr>
                        <a:t>Indica el nombre de la fuente (o una lista de ellas).</a:t>
                      </a:r>
                      <a:endParaRPr sz="1200" u="none" cap="none" strike="noStrike">
                        <a:solidFill>
                          <a:schemeClr val="dk1"/>
                        </a:solidFill>
                        <a:latin typeface="Open Sans"/>
                        <a:ea typeface="Open Sans"/>
                        <a:cs typeface="Open Sans"/>
                        <a:sym typeface="Open Sans"/>
                      </a:endParaRPr>
                    </a:p>
                  </a:txBody>
                  <a:tcPr marT="76200" marB="76200" marR="76200" marL="762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81000">
                <a:tc>
                  <a:txBody>
                    <a:bodyPr/>
                    <a:lstStyle/>
                    <a:p>
                      <a:pPr indent="0" lvl="0" marL="0" marR="0" rtl="0" algn="ctr">
                        <a:lnSpc>
                          <a:spcPct val="115000"/>
                        </a:lnSpc>
                        <a:spcBef>
                          <a:spcPts val="0"/>
                        </a:spcBef>
                        <a:spcAft>
                          <a:spcPts val="0"/>
                        </a:spcAft>
                        <a:buClr>
                          <a:srgbClr val="000000"/>
                        </a:buClr>
                        <a:buSzPts val="1200"/>
                        <a:buFont typeface="Arial"/>
                        <a:buNone/>
                      </a:pPr>
                      <a:r>
                        <a:rPr lang="es-419" sz="1200" u="none" cap="none" strike="noStrike">
                          <a:solidFill>
                            <a:schemeClr val="dk1"/>
                          </a:solidFill>
                          <a:latin typeface="Open Sans"/>
                          <a:ea typeface="Open Sans"/>
                          <a:cs typeface="Open Sans"/>
                          <a:sym typeface="Open Sans"/>
                        </a:rPr>
                        <a:t>font-size</a:t>
                      </a:r>
                      <a:endParaRPr sz="1200" u="none" cap="none" strike="noStrike">
                        <a:solidFill>
                          <a:schemeClr val="dk1"/>
                        </a:solidFill>
                        <a:latin typeface="Open Sans"/>
                        <a:ea typeface="Open Sans"/>
                        <a:cs typeface="Open Sans"/>
                        <a:sym typeface="Open Sans"/>
                      </a:endParaRPr>
                    </a:p>
                  </a:txBody>
                  <a:tcPr marT="76200" marB="76200" marR="76200" marL="762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200"/>
                        <a:buFont typeface="Arial"/>
                        <a:buNone/>
                      </a:pPr>
                      <a:r>
                        <a:rPr lang="es-419" sz="1200" u="none" cap="none" strike="noStrike">
                          <a:solidFill>
                            <a:schemeClr val="dk1"/>
                          </a:solidFill>
                          <a:latin typeface="Open Sans"/>
                          <a:ea typeface="Open Sans"/>
                          <a:cs typeface="Open Sans"/>
                          <a:sym typeface="Open Sans"/>
                        </a:rPr>
                        <a:t>Size</a:t>
                      </a:r>
                      <a:endParaRPr sz="1200" u="none" cap="none" strike="noStrike">
                        <a:solidFill>
                          <a:schemeClr val="dk1"/>
                        </a:solidFill>
                        <a:latin typeface="Open Sans"/>
                        <a:ea typeface="Open Sans"/>
                        <a:cs typeface="Open Sans"/>
                        <a:sym typeface="Open Sans"/>
                      </a:endParaRPr>
                    </a:p>
                  </a:txBody>
                  <a:tcPr marT="76200" marB="76200" marR="76200" marL="762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200"/>
                        <a:buFont typeface="Arial"/>
                        <a:buNone/>
                      </a:pPr>
                      <a:r>
                        <a:rPr lang="es-419" sz="1200" u="none" cap="none" strike="noStrike">
                          <a:solidFill>
                            <a:schemeClr val="dk1"/>
                          </a:solidFill>
                          <a:latin typeface="Open Sans"/>
                          <a:ea typeface="Open Sans"/>
                          <a:cs typeface="Open Sans"/>
                          <a:sym typeface="Open Sans"/>
                        </a:rPr>
                        <a:t>Indica el tamaño de la fuente.</a:t>
                      </a:r>
                      <a:endParaRPr sz="1200" u="none" cap="none" strike="noStrike">
                        <a:solidFill>
                          <a:schemeClr val="dk1"/>
                        </a:solidFill>
                        <a:latin typeface="Open Sans"/>
                        <a:ea typeface="Open Sans"/>
                        <a:cs typeface="Open Sans"/>
                        <a:sym typeface="Open Sans"/>
                      </a:endParaRPr>
                    </a:p>
                  </a:txBody>
                  <a:tcPr marT="76200" marB="76200" marR="76200" marL="762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81000">
                <a:tc>
                  <a:txBody>
                    <a:bodyPr/>
                    <a:lstStyle/>
                    <a:p>
                      <a:pPr indent="0" lvl="0" marL="0" marR="0" rtl="0" algn="ctr">
                        <a:lnSpc>
                          <a:spcPct val="115000"/>
                        </a:lnSpc>
                        <a:spcBef>
                          <a:spcPts val="0"/>
                        </a:spcBef>
                        <a:spcAft>
                          <a:spcPts val="0"/>
                        </a:spcAft>
                        <a:buClr>
                          <a:srgbClr val="000000"/>
                        </a:buClr>
                        <a:buSzPts val="1200"/>
                        <a:buFont typeface="Arial"/>
                        <a:buNone/>
                      </a:pPr>
                      <a:r>
                        <a:rPr lang="es-419" sz="1200" u="none" cap="none" strike="noStrike">
                          <a:solidFill>
                            <a:schemeClr val="dk1"/>
                          </a:solidFill>
                          <a:latin typeface="Open Sans"/>
                          <a:ea typeface="Open Sans"/>
                          <a:cs typeface="Open Sans"/>
                          <a:sym typeface="Open Sans"/>
                        </a:rPr>
                        <a:t>font-style</a:t>
                      </a:r>
                      <a:endParaRPr sz="1200" u="none" cap="none" strike="noStrike">
                        <a:solidFill>
                          <a:schemeClr val="dk1"/>
                        </a:solidFill>
                        <a:latin typeface="Open Sans"/>
                        <a:ea typeface="Open Sans"/>
                        <a:cs typeface="Open Sans"/>
                        <a:sym typeface="Open Sans"/>
                      </a:endParaRPr>
                    </a:p>
                  </a:txBody>
                  <a:tcPr marT="76200" marB="76200" marR="76200" marL="762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lang="es-419" sz="1200" u="none" cap="none" strike="noStrike">
                          <a:solidFill>
                            <a:schemeClr val="dk1"/>
                          </a:solidFill>
                          <a:latin typeface="Open Sans"/>
                          <a:ea typeface="Open Sans"/>
                          <a:cs typeface="Open Sans"/>
                          <a:sym typeface="Open Sans"/>
                        </a:rPr>
                        <a:t>normal | italic | oblique</a:t>
                      </a:r>
                      <a:endParaRPr sz="1200" u="none" cap="none" strike="noStrike">
                        <a:solidFill>
                          <a:schemeClr val="dk1"/>
                        </a:solidFill>
                        <a:latin typeface="Open Sans"/>
                        <a:ea typeface="Open Sans"/>
                        <a:cs typeface="Open Sans"/>
                        <a:sym typeface="Open Sans"/>
                      </a:endParaRPr>
                    </a:p>
                  </a:txBody>
                  <a:tcPr marT="76200" marB="76200" marR="76200" marL="762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200"/>
                        <a:buFont typeface="Arial"/>
                        <a:buNone/>
                      </a:pPr>
                      <a:r>
                        <a:rPr lang="es-419" sz="1200" u="none" cap="none" strike="noStrike">
                          <a:solidFill>
                            <a:schemeClr val="dk1"/>
                          </a:solidFill>
                          <a:latin typeface="Open Sans"/>
                          <a:ea typeface="Open Sans"/>
                          <a:cs typeface="Open Sans"/>
                          <a:sym typeface="Open Sans"/>
                        </a:rPr>
                        <a:t>Indica el estilo de la fuente. Por defecto, normal.</a:t>
                      </a:r>
                      <a:endParaRPr sz="1200" u="none" cap="none" strike="noStrike">
                        <a:solidFill>
                          <a:schemeClr val="dk1"/>
                        </a:solidFill>
                        <a:latin typeface="Open Sans"/>
                        <a:ea typeface="Open Sans"/>
                        <a:cs typeface="Open Sans"/>
                        <a:sym typeface="Open Sans"/>
                      </a:endParaRPr>
                    </a:p>
                  </a:txBody>
                  <a:tcPr marT="76200" marB="76200" marR="76200" marL="762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81000">
                <a:tc>
                  <a:txBody>
                    <a:bodyPr/>
                    <a:lstStyle/>
                    <a:p>
                      <a:pPr indent="0" lvl="0" marL="0" marR="0" rtl="0" algn="ctr">
                        <a:lnSpc>
                          <a:spcPct val="115000"/>
                        </a:lnSpc>
                        <a:spcBef>
                          <a:spcPts val="0"/>
                        </a:spcBef>
                        <a:spcAft>
                          <a:spcPts val="0"/>
                        </a:spcAft>
                        <a:buClr>
                          <a:srgbClr val="000000"/>
                        </a:buClr>
                        <a:buSzPts val="1200"/>
                        <a:buFont typeface="Arial"/>
                        <a:buNone/>
                      </a:pPr>
                      <a:r>
                        <a:rPr lang="es-419" sz="1200" u="none" cap="none" strike="noStrike">
                          <a:solidFill>
                            <a:schemeClr val="dk1"/>
                          </a:solidFill>
                          <a:latin typeface="Open Sans"/>
                          <a:ea typeface="Open Sans"/>
                          <a:cs typeface="Open Sans"/>
                          <a:sym typeface="Open Sans"/>
                        </a:rPr>
                        <a:t>font-weight</a:t>
                      </a:r>
                      <a:endParaRPr sz="1200" u="none" cap="none" strike="noStrike">
                        <a:solidFill>
                          <a:schemeClr val="dk1"/>
                        </a:solidFill>
                        <a:latin typeface="Open Sans"/>
                        <a:ea typeface="Open Sans"/>
                        <a:cs typeface="Open Sans"/>
                        <a:sym typeface="Open Sans"/>
                      </a:endParaRPr>
                    </a:p>
                  </a:txBody>
                  <a:tcPr marT="76200" marB="76200" marR="76200" marL="762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200"/>
                        <a:buFont typeface="Arial"/>
                        <a:buNone/>
                      </a:pPr>
                      <a:r>
                        <a:rPr lang="es-419" sz="1200" u="none" cap="none" strike="noStrike">
                          <a:solidFill>
                            <a:schemeClr val="dk1"/>
                          </a:solidFill>
                          <a:latin typeface="Open Sans"/>
                          <a:ea typeface="Open Sans"/>
                          <a:cs typeface="Open Sans"/>
                          <a:sym typeface="Open Sans"/>
                        </a:rPr>
                        <a:t>Weight</a:t>
                      </a:r>
                      <a:endParaRPr sz="1200" u="none" cap="none" strike="noStrike">
                        <a:solidFill>
                          <a:schemeClr val="dk1"/>
                        </a:solidFill>
                        <a:latin typeface="Open Sans"/>
                        <a:ea typeface="Open Sans"/>
                        <a:cs typeface="Open Sans"/>
                        <a:sym typeface="Open Sans"/>
                      </a:endParaRPr>
                    </a:p>
                  </a:txBody>
                  <a:tcPr marT="76200" marB="76200" marR="76200" marL="762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200"/>
                        <a:buFont typeface="Arial"/>
                        <a:buNone/>
                      </a:pPr>
                      <a:r>
                        <a:rPr lang="es-419" sz="1200" u="none" cap="none" strike="noStrike">
                          <a:solidFill>
                            <a:schemeClr val="dk1"/>
                          </a:solidFill>
                          <a:latin typeface="Open Sans"/>
                          <a:ea typeface="Open Sans"/>
                          <a:cs typeface="Open Sans"/>
                          <a:sym typeface="Open Sans"/>
                        </a:rPr>
                        <a:t>Indica el peso (grosor) de la fuente. (100-800)</a:t>
                      </a:r>
                      <a:endParaRPr sz="1200" u="none" cap="none" strike="noStrike">
                        <a:solidFill>
                          <a:schemeClr val="dk1"/>
                        </a:solidFill>
                        <a:latin typeface="Open Sans"/>
                        <a:ea typeface="Open Sans"/>
                        <a:cs typeface="Open Sans"/>
                        <a:sym typeface="Open Sans"/>
                      </a:endParaRPr>
                    </a:p>
                  </a:txBody>
                  <a:tcPr marT="76200" marB="76200" marR="76200" marL="762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13"/>
          <p:cNvSpPr txBox="1"/>
          <p:nvPr>
            <p:ph type="title"/>
          </p:nvPr>
        </p:nvSpPr>
        <p:spPr>
          <a:xfrm>
            <a:off x="440700" y="560400"/>
            <a:ext cx="8262600" cy="7557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3000"/>
              <a:buNone/>
            </a:pPr>
            <a:r>
              <a:rPr lang="es-419"/>
              <a:t>La propiedad font-family</a:t>
            </a:r>
            <a:endParaRPr/>
          </a:p>
        </p:txBody>
      </p:sp>
      <p:sp>
        <p:nvSpPr>
          <p:cNvPr id="164" name="Google Shape;164;p13"/>
          <p:cNvSpPr/>
          <p:nvPr/>
        </p:nvSpPr>
        <p:spPr>
          <a:xfrm>
            <a:off x="456550" y="1876575"/>
            <a:ext cx="2693700" cy="967200"/>
          </a:xfrm>
          <a:prstGeom prst="rect">
            <a:avLst/>
          </a:prstGeom>
          <a:solidFill>
            <a:srgbClr val="F3F3F3"/>
          </a:solidFill>
          <a:ln>
            <a:noFill/>
          </a:ln>
        </p:spPr>
        <p:txBody>
          <a:bodyPr anchorCtr="0" anchor="ctr" bIns="105425" lIns="105425" spcFirstLastPara="1" rIns="105425" wrap="square" tIns="105425">
            <a:noAutofit/>
          </a:bodyPr>
          <a:lstStyle/>
          <a:p>
            <a:pPr indent="0" lvl="0" marL="0" marR="0" rtl="0" algn="l">
              <a:lnSpc>
                <a:spcPct val="100000"/>
              </a:lnSpc>
              <a:spcBef>
                <a:spcPts val="0"/>
              </a:spcBef>
              <a:spcAft>
                <a:spcPts val="0"/>
              </a:spcAft>
              <a:buClr>
                <a:srgbClr val="000000"/>
              </a:buClr>
              <a:buSzPts val="1229"/>
              <a:buFont typeface="Arial"/>
              <a:buNone/>
            </a:pPr>
            <a:r>
              <a:rPr b="0" i="0" lang="es-419" sz="1229" u="none" cap="none" strike="noStrike">
                <a:solidFill>
                  <a:srgbClr val="505050"/>
                </a:solidFill>
                <a:latin typeface="Roboto Mono"/>
                <a:ea typeface="Roboto Mono"/>
                <a:cs typeface="Roboto Mono"/>
                <a:sym typeface="Roboto Mono"/>
              </a:rPr>
              <a:t>.container</a:t>
            </a:r>
            <a:r>
              <a:rPr b="0" i="0" lang="es-419" sz="1229" u="none" cap="none" strike="noStrike">
                <a:solidFill>
                  <a:srgbClr val="000000"/>
                </a:solidFill>
                <a:latin typeface="Roboto Mono"/>
                <a:ea typeface="Roboto Mono"/>
                <a:cs typeface="Roboto Mono"/>
                <a:sym typeface="Roboto Mono"/>
              </a:rPr>
              <a:t> {</a:t>
            </a:r>
            <a:endParaRPr b="0" i="0" sz="1229" u="none" cap="none" strike="noStrike">
              <a:solidFill>
                <a:srgbClr val="000000"/>
              </a:solidFill>
              <a:latin typeface="Roboto Mono"/>
              <a:ea typeface="Roboto Mono"/>
              <a:cs typeface="Roboto Mono"/>
              <a:sym typeface="Roboto Mono"/>
            </a:endParaRPr>
          </a:p>
          <a:p>
            <a:pPr indent="0" lvl="0" marL="0" marR="0" rtl="0" algn="l">
              <a:lnSpc>
                <a:spcPct val="100000"/>
              </a:lnSpc>
              <a:spcBef>
                <a:spcPts val="0"/>
              </a:spcBef>
              <a:spcAft>
                <a:spcPts val="0"/>
              </a:spcAft>
              <a:buClr>
                <a:srgbClr val="000000"/>
              </a:buClr>
              <a:buSzPts val="1229"/>
              <a:buFont typeface="Arial"/>
              <a:buNone/>
            </a:pPr>
            <a:r>
              <a:rPr b="0" i="0" lang="es-419" sz="1229" u="none" cap="none" strike="noStrike">
                <a:solidFill>
                  <a:srgbClr val="000000"/>
                </a:solidFill>
                <a:latin typeface="Roboto Mono"/>
                <a:ea typeface="Roboto Mono"/>
                <a:cs typeface="Roboto Mono"/>
                <a:sym typeface="Roboto Mono"/>
              </a:rPr>
              <a:t>  </a:t>
            </a:r>
            <a:r>
              <a:rPr b="0" i="0" lang="es-419" sz="1229" u="none" cap="none" strike="noStrike">
                <a:solidFill>
                  <a:srgbClr val="572000"/>
                </a:solidFill>
                <a:latin typeface="Roboto Mono"/>
                <a:ea typeface="Roboto Mono"/>
                <a:cs typeface="Roboto Mono"/>
                <a:sym typeface="Roboto Mono"/>
              </a:rPr>
              <a:t>font-family</a:t>
            </a:r>
            <a:r>
              <a:rPr b="0" i="0" lang="es-419" sz="1229" u="none" cap="none" strike="noStrike">
                <a:solidFill>
                  <a:srgbClr val="000000"/>
                </a:solidFill>
                <a:latin typeface="Roboto Mono"/>
                <a:ea typeface="Roboto Mono"/>
                <a:cs typeface="Roboto Mono"/>
                <a:sym typeface="Roboto Mono"/>
              </a:rPr>
              <a:t>: </a:t>
            </a:r>
            <a:r>
              <a:rPr b="0" i="0" lang="es-419" sz="1229" u="none" cap="none" strike="noStrike">
                <a:solidFill>
                  <a:srgbClr val="1AB1CD"/>
                </a:solidFill>
                <a:latin typeface="Roboto Mono"/>
                <a:ea typeface="Roboto Mono"/>
                <a:cs typeface="Roboto Mono"/>
                <a:sym typeface="Roboto Mono"/>
              </a:rPr>
              <a:t>Verdana</a:t>
            </a:r>
            <a:r>
              <a:rPr b="0" i="0" lang="es-419" sz="1229" u="none" cap="none" strike="noStrike">
                <a:solidFill>
                  <a:srgbClr val="000000"/>
                </a:solidFill>
                <a:latin typeface="Roboto Mono"/>
                <a:ea typeface="Roboto Mono"/>
                <a:cs typeface="Roboto Mono"/>
                <a:sym typeface="Roboto Mono"/>
              </a:rPr>
              <a:t>;</a:t>
            </a:r>
            <a:endParaRPr b="0" i="0" sz="1229" u="none" cap="none" strike="noStrike">
              <a:solidFill>
                <a:srgbClr val="000000"/>
              </a:solidFill>
              <a:latin typeface="Roboto Mono"/>
              <a:ea typeface="Roboto Mono"/>
              <a:cs typeface="Roboto Mono"/>
              <a:sym typeface="Roboto Mono"/>
            </a:endParaRPr>
          </a:p>
          <a:p>
            <a:pPr indent="0" lvl="0" marL="0" marR="0" rtl="0" algn="l">
              <a:lnSpc>
                <a:spcPct val="100000"/>
              </a:lnSpc>
              <a:spcBef>
                <a:spcPts val="0"/>
              </a:spcBef>
              <a:spcAft>
                <a:spcPts val="0"/>
              </a:spcAft>
              <a:buClr>
                <a:srgbClr val="000000"/>
              </a:buClr>
              <a:buSzPts val="1229"/>
              <a:buFont typeface="Arial"/>
              <a:buNone/>
            </a:pPr>
            <a:r>
              <a:rPr b="0" i="0" lang="es-419" sz="1229" u="none" cap="none" strike="noStrike">
                <a:solidFill>
                  <a:srgbClr val="000000"/>
                </a:solidFill>
                <a:latin typeface="Roboto Mono"/>
                <a:ea typeface="Roboto Mono"/>
                <a:cs typeface="Roboto Mono"/>
                <a:sym typeface="Roboto Mono"/>
              </a:rPr>
              <a:t>  </a:t>
            </a:r>
            <a:r>
              <a:rPr b="0" i="0" lang="es-419" sz="1229" u="none" cap="none" strike="noStrike">
                <a:solidFill>
                  <a:srgbClr val="572000"/>
                </a:solidFill>
                <a:latin typeface="Roboto Mono"/>
                <a:ea typeface="Roboto Mono"/>
                <a:cs typeface="Roboto Mono"/>
                <a:sym typeface="Roboto Mono"/>
              </a:rPr>
              <a:t>font-family</a:t>
            </a:r>
            <a:r>
              <a:rPr b="0" i="0" lang="es-419" sz="1229" u="none" cap="none" strike="noStrike">
                <a:solidFill>
                  <a:srgbClr val="000000"/>
                </a:solidFill>
                <a:latin typeface="Roboto Mono"/>
                <a:ea typeface="Roboto Mono"/>
                <a:cs typeface="Roboto Mono"/>
                <a:sym typeface="Roboto Mono"/>
              </a:rPr>
              <a:t>: </a:t>
            </a:r>
            <a:r>
              <a:rPr b="0" i="0" lang="es-419" sz="1229" u="none" cap="none" strike="noStrike">
                <a:solidFill>
                  <a:srgbClr val="A01010"/>
                </a:solidFill>
                <a:latin typeface="Roboto Mono"/>
                <a:ea typeface="Roboto Mono"/>
                <a:cs typeface="Roboto Mono"/>
                <a:sym typeface="Roboto Mono"/>
              </a:rPr>
              <a:t>'PT Sans'</a:t>
            </a:r>
            <a:r>
              <a:rPr b="0" i="0" lang="es-419" sz="1229" u="none" cap="none" strike="noStrike">
                <a:solidFill>
                  <a:srgbClr val="000000"/>
                </a:solidFill>
                <a:latin typeface="Roboto Mono"/>
                <a:ea typeface="Roboto Mono"/>
                <a:cs typeface="Roboto Mono"/>
                <a:sym typeface="Roboto Mono"/>
              </a:rPr>
              <a:t>;</a:t>
            </a:r>
            <a:endParaRPr b="0" i="0" sz="1229" u="none" cap="none" strike="noStrike">
              <a:solidFill>
                <a:srgbClr val="000000"/>
              </a:solidFill>
              <a:latin typeface="Roboto Mono"/>
              <a:ea typeface="Roboto Mono"/>
              <a:cs typeface="Roboto Mono"/>
              <a:sym typeface="Roboto Mono"/>
            </a:endParaRPr>
          </a:p>
          <a:p>
            <a:pPr indent="0" lvl="0" marL="0" marR="0" rtl="0" algn="l">
              <a:lnSpc>
                <a:spcPct val="100000"/>
              </a:lnSpc>
              <a:spcBef>
                <a:spcPts val="0"/>
              </a:spcBef>
              <a:spcAft>
                <a:spcPts val="0"/>
              </a:spcAft>
              <a:buClr>
                <a:srgbClr val="000000"/>
              </a:buClr>
              <a:buSzPts val="1229"/>
              <a:buFont typeface="Arial"/>
              <a:buNone/>
            </a:pPr>
            <a:r>
              <a:rPr b="0" i="0" lang="es-419" sz="1229" u="none" cap="none" strike="noStrike">
                <a:solidFill>
                  <a:srgbClr val="000000"/>
                </a:solidFill>
                <a:latin typeface="Roboto Mono"/>
                <a:ea typeface="Roboto Mono"/>
                <a:cs typeface="Roboto Mono"/>
                <a:sym typeface="Roboto Mono"/>
              </a:rPr>
              <a:t>}</a:t>
            </a:r>
            <a:endParaRPr b="0" i="0" sz="1229" u="none" cap="none" strike="noStrike">
              <a:solidFill>
                <a:srgbClr val="000000"/>
              </a:solidFill>
              <a:latin typeface="Roboto Mono"/>
              <a:ea typeface="Roboto Mono"/>
              <a:cs typeface="Roboto Mono"/>
              <a:sym typeface="Roboto Mono"/>
            </a:endParaRPr>
          </a:p>
        </p:txBody>
      </p:sp>
      <p:sp>
        <p:nvSpPr>
          <p:cNvPr id="165" name="Google Shape;165;p13"/>
          <p:cNvSpPr txBox="1"/>
          <p:nvPr>
            <p:ph idx="1" type="body"/>
          </p:nvPr>
        </p:nvSpPr>
        <p:spPr>
          <a:xfrm>
            <a:off x="440700" y="1316100"/>
            <a:ext cx="8191200" cy="4887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SzPts val="935"/>
              <a:buNone/>
            </a:pPr>
            <a:r>
              <a:rPr lang="es-419" sz="1120"/>
              <a:t>Con esta propiedad, denominada font-family , podemos seleccionar una tipografía específica simplemente escribiendo su nombre:</a:t>
            </a:r>
            <a:endParaRPr sz="1120"/>
          </a:p>
        </p:txBody>
      </p:sp>
      <p:sp>
        <p:nvSpPr>
          <p:cNvPr id="166" name="Google Shape;166;p13"/>
          <p:cNvSpPr txBox="1"/>
          <p:nvPr>
            <p:ph idx="1" type="body"/>
          </p:nvPr>
        </p:nvSpPr>
        <p:spPr>
          <a:xfrm>
            <a:off x="756275" y="3644450"/>
            <a:ext cx="7358400" cy="598500"/>
          </a:xfrm>
          <a:prstGeom prst="rect">
            <a:avLst/>
          </a:prstGeom>
          <a:solidFill>
            <a:srgbClr val="FFF2CC"/>
          </a:solidFill>
          <a:ln>
            <a:noFill/>
          </a:ln>
        </p:spPr>
        <p:txBody>
          <a:bodyPr anchorCtr="0" anchor="ctr" bIns="91425" lIns="91425" spcFirstLastPara="1" rIns="91425" wrap="square" tIns="91425">
            <a:normAutofit/>
          </a:bodyPr>
          <a:lstStyle/>
          <a:p>
            <a:pPr indent="0" lvl="0" marL="0" rtl="0" algn="l">
              <a:lnSpc>
                <a:spcPct val="115000"/>
              </a:lnSpc>
              <a:spcBef>
                <a:spcPts val="0"/>
              </a:spcBef>
              <a:spcAft>
                <a:spcPts val="1200"/>
              </a:spcAft>
              <a:buSzPts val="1200"/>
              <a:buNone/>
            </a:pPr>
            <a:r>
              <a:rPr lang="es-419"/>
              <a:t>Los navegadores sólo son capaces de dibujar tipografías que reconoce el navegador, es decir, que estén instaladas en el sistema o precargadas por el navegador.</a:t>
            </a:r>
            <a:endParaRPr/>
          </a:p>
        </p:txBody>
      </p:sp>
      <p:sp>
        <p:nvSpPr>
          <p:cNvPr id="167" name="Google Shape;167;p13"/>
          <p:cNvSpPr txBox="1"/>
          <p:nvPr>
            <p:ph idx="1" type="body"/>
          </p:nvPr>
        </p:nvSpPr>
        <p:spPr>
          <a:xfrm>
            <a:off x="2740025" y="3203450"/>
            <a:ext cx="3390900" cy="441000"/>
          </a:xfrm>
          <a:prstGeom prst="rect">
            <a:avLst/>
          </a:prstGeom>
          <a:solidFill>
            <a:srgbClr val="8CA2E3"/>
          </a:solidFill>
          <a:ln>
            <a:noFill/>
          </a:ln>
        </p:spPr>
        <p:txBody>
          <a:bodyPr anchorCtr="0" anchor="ctr" bIns="91425" lIns="91425" spcFirstLastPara="1" rIns="91425" wrap="square" tIns="91425">
            <a:normAutofit/>
          </a:bodyPr>
          <a:lstStyle/>
          <a:p>
            <a:pPr indent="0" lvl="0" marL="0" rtl="0" algn="ctr">
              <a:lnSpc>
                <a:spcPct val="115000"/>
              </a:lnSpc>
              <a:spcBef>
                <a:spcPts val="0"/>
              </a:spcBef>
              <a:spcAft>
                <a:spcPts val="1200"/>
              </a:spcAft>
              <a:buSzPts val="1018"/>
              <a:buNone/>
            </a:pPr>
            <a:r>
              <a:rPr lang="es-419" sz="1400"/>
              <a:t>Alternativas y fuentes seguras</a:t>
            </a:r>
            <a:endParaRPr sz="1400"/>
          </a:p>
        </p:txBody>
      </p:sp>
      <p:sp>
        <p:nvSpPr>
          <p:cNvPr id="168" name="Google Shape;168;p13"/>
          <p:cNvSpPr txBox="1"/>
          <p:nvPr>
            <p:ph idx="1" type="body"/>
          </p:nvPr>
        </p:nvSpPr>
        <p:spPr>
          <a:xfrm>
            <a:off x="3375000" y="2202925"/>
            <a:ext cx="5328300" cy="827400"/>
          </a:xfrm>
          <a:prstGeom prst="rect">
            <a:avLst/>
          </a:prstGeom>
          <a:solidFill>
            <a:srgbClr val="FFF2CC"/>
          </a:solidFill>
          <a:ln>
            <a:noFill/>
          </a:ln>
        </p:spPr>
        <p:txBody>
          <a:bodyPr anchorCtr="0" anchor="ctr" bIns="91425" lIns="91425" spcFirstLastPara="1" rIns="91425" wrap="square" tIns="91425">
            <a:normAutofit/>
          </a:bodyPr>
          <a:lstStyle/>
          <a:p>
            <a:pPr indent="0" lvl="0" marL="0" rtl="0" algn="l">
              <a:lnSpc>
                <a:spcPct val="115000"/>
              </a:lnSpc>
              <a:spcBef>
                <a:spcPts val="0"/>
              </a:spcBef>
              <a:spcAft>
                <a:spcPts val="1200"/>
              </a:spcAft>
              <a:buSzPts val="1200"/>
              <a:buNone/>
            </a:pPr>
            <a:r>
              <a:rPr lang="es-419"/>
              <a:t>Los navegadores sólo son capaces de dibujar tipografías que reconoce el navegador, es decir, que estén instaladas en el sistema o precargadas por el navegador.</a:t>
            </a:r>
            <a:endParaRPr/>
          </a:p>
        </p:txBody>
      </p:sp>
      <p:sp>
        <p:nvSpPr>
          <p:cNvPr id="169" name="Google Shape;169;p13"/>
          <p:cNvSpPr txBox="1"/>
          <p:nvPr>
            <p:ph idx="1" type="body"/>
          </p:nvPr>
        </p:nvSpPr>
        <p:spPr>
          <a:xfrm>
            <a:off x="4802709" y="1761913"/>
            <a:ext cx="2472900" cy="441000"/>
          </a:xfrm>
          <a:prstGeom prst="rect">
            <a:avLst/>
          </a:prstGeom>
          <a:solidFill>
            <a:srgbClr val="8CA2E3"/>
          </a:solidFill>
          <a:ln>
            <a:noFill/>
          </a:ln>
        </p:spPr>
        <p:txBody>
          <a:bodyPr anchorCtr="0" anchor="ctr" bIns="91425" lIns="91425" spcFirstLastPara="1" rIns="91425" wrap="square" tIns="91425">
            <a:normAutofit/>
          </a:bodyPr>
          <a:lstStyle/>
          <a:p>
            <a:pPr indent="0" lvl="0" marL="0" rtl="0" algn="ctr">
              <a:lnSpc>
                <a:spcPct val="115000"/>
              </a:lnSpc>
              <a:spcBef>
                <a:spcPts val="0"/>
              </a:spcBef>
              <a:spcAft>
                <a:spcPts val="1200"/>
              </a:spcAft>
              <a:buSzPts val="1018"/>
              <a:buNone/>
            </a:pPr>
            <a:r>
              <a:rPr lang="es-419" sz="1400"/>
              <a:t>Tipografías desconocidas</a:t>
            </a:r>
            <a:endParaRPr sz="1400"/>
          </a:p>
        </p:txBody>
      </p:sp>
      <p:sp>
        <p:nvSpPr>
          <p:cNvPr id="170" name="Google Shape;170;p13"/>
          <p:cNvSpPr/>
          <p:nvPr/>
        </p:nvSpPr>
        <p:spPr>
          <a:xfrm>
            <a:off x="1886250" y="4317375"/>
            <a:ext cx="5371500" cy="695100"/>
          </a:xfrm>
          <a:prstGeom prst="rect">
            <a:avLst/>
          </a:prstGeom>
          <a:solidFill>
            <a:srgbClr val="F3F3F3"/>
          </a:solidFill>
          <a:ln>
            <a:noFill/>
          </a:ln>
        </p:spPr>
        <p:txBody>
          <a:bodyPr anchorCtr="0" anchor="ctr" bIns="105425" lIns="105425" spcFirstLastPara="1" rIns="105425" wrap="square" tIns="105425">
            <a:noAutofit/>
          </a:bodyPr>
          <a:lstStyle/>
          <a:p>
            <a:pPr indent="0" lvl="0" marL="0" marR="0" rtl="0" algn="l">
              <a:lnSpc>
                <a:spcPct val="100000"/>
              </a:lnSpc>
              <a:spcBef>
                <a:spcPts val="0"/>
              </a:spcBef>
              <a:spcAft>
                <a:spcPts val="0"/>
              </a:spcAft>
              <a:buClr>
                <a:srgbClr val="000000"/>
              </a:buClr>
              <a:buSzPts val="1229"/>
              <a:buFont typeface="Arial"/>
              <a:buNone/>
            </a:pPr>
            <a:r>
              <a:rPr b="0" i="0" lang="es-419" sz="1229" u="none" cap="none" strike="noStrike">
                <a:solidFill>
                  <a:srgbClr val="505050"/>
                </a:solidFill>
                <a:latin typeface="Roboto Mono"/>
                <a:ea typeface="Roboto Mono"/>
                <a:cs typeface="Roboto Mono"/>
                <a:sym typeface="Roboto Mono"/>
              </a:rPr>
              <a:t>.container</a:t>
            </a:r>
            <a:r>
              <a:rPr b="0" i="0" lang="es-419" sz="1229" u="none" cap="none" strike="noStrike">
                <a:solidFill>
                  <a:srgbClr val="000000"/>
                </a:solidFill>
                <a:latin typeface="Roboto Mono"/>
                <a:ea typeface="Roboto Mono"/>
                <a:cs typeface="Roboto Mono"/>
                <a:sym typeface="Roboto Mono"/>
              </a:rPr>
              <a:t> {</a:t>
            </a:r>
            <a:endParaRPr b="0" i="0" sz="1229" u="none" cap="none" strike="noStrike">
              <a:solidFill>
                <a:srgbClr val="000000"/>
              </a:solidFill>
              <a:latin typeface="Roboto Mono"/>
              <a:ea typeface="Roboto Mono"/>
              <a:cs typeface="Roboto Mono"/>
              <a:sym typeface="Roboto Mono"/>
            </a:endParaRPr>
          </a:p>
          <a:p>
            <a:pPr indent="0" lvl="0" marL="0" marR="0" rtl="0" algn="l">
              <a:lnSpc>
                <a:spcPct val="100000"/>
              </a:lnSpc>
              <a:spcBef>
                <a:spcPts val="0"/>
              </a:spcBef>
              <a:spcAft>
                <a:spcPts val="0"/>
              </a:spcAft>
              <a:buClr>
                <a:srgbClr val="000000"/>
              </a:buClr>
              <a:buSzPts val="1229"/>
              <a:buFont typeface="Arial"/>
              <a:buNone/>
            </a:pPr>
            <a:r>
              <a:rPr b="0" i="0" lang="es-419" sz="1229" u="none" cap="none" strike="noStrike">
                <a:solidFill>
                  <a:srgbClr val="000000"/>
                </a:solidFill>
                <a:latin typeface="Roboto Mono"/>
                <a:ea typeface="Roboto Mono"/>
                <a:cs typeface="Roboto Mono"/>
                <a:sym typeface="Roboto Mono"/>
              </a:rPr>
              <a:t>  </a:t>
            </a:r>
            <a:r>
              <a:rPr b="0" i="0" lang="es-419" sz="1229" u="none" cap="none" strike="noStrike">
                <a:solidFill>
                  <a:srgbClr val="572000"/>
                </a:solidFill>
                <a:latin typeface="Roboto Mono"/>
                <a:ea typeface="Roboto Mono"/>
                <a:cs typeface="Roboto Mono"/>
                <a:sym typeface="Roboto Mono"/>
              </a:rPr>
              <a:t>font-family</a:t>
            </a:r>
            <a:r>
              <a:rPr b="0" i="0" lang="es-419" sz="1229" u="none" cap="none" strike="noStrike">
                <a:solidFill>
                  <a:srgbClr val="000000"/>
                </a:solidFill>
                <a:latin typeface="Roboto Mono"/>
                <a:ea typeface="Roboto Mono"/>
                <a:cs typeface="Roboto Mono"/>
                <a:sym typeface="Roboto Mono"/>
              </a:rPr>
              <a:t>: </a:t>
            </a:r>
            <a:r>
              <a:rPr b="0" i="0" lang="es-419" sz="1229" u="none" cap="none" strike="noStrike">
                <a:solidFill>
                  <a:srgbClr val="1AB1CD"/>
                </a:solidFill>
                <a:latin typeface="Roboto Mono"/>
                <a:ea typeface="Roboto Mono"/>
                <a:cs typeface="Roboto Mono"/>
                <a:sym typeface="Roboto Mono"/>
              </a:rPr>
              <a:t>Vegur</a:t>
            </a:r>
            <a:r>
              <a:rPr b="0" i="0" lang="es-419" sz="1229" u="none" cap="none" strike="noStrike">
                <a:solidFill>
                  <a:srgbClr val="000000"/>
                </a:solidFill>
                <a:latin typeface="Roboto Mono"/>
                <a:ea typeface="Roboto Mono"/>
                <a:cs typeface="Roboto Mono"/>
                <a:sym typeface="Roboto Mono"/>
              </a:rPr>
              <a:t>, </a:t>
            </a:r>
            <a:r>
              <a:rPr b="0" i="0" lang="es-419" sz="1229" u="none" cap="none" strike="noStrike">
                <a:solidFill>
                  <a:srgbClr val="A01010"/>
                </a:solidFill>
                <a:latin typeface="Roboto Mono"/>
                <a:ea typeface="Roboto Mono"/>
                <a:cs typeface="Roboto Mono"/>
                <a:sym typeface="Roboto Mono"/>
              </a:rPr>
              <a:t>'PT Sans'</a:t>
            </a:r>
            <a:r>
              <a:rPr b="0" i="0" lang="es-419" sz="1229" u="none" cap="none" strike="noStrike">
                <a:solidFill>
                  <a:srgbClr val="000000"/>
                </a:solidFill>
                <a:latin typeface="Roboto Mono"/>
                <a:ea typeface="Roboto Mono"/>
                <a:cs typeface="Roboto Mono"/>
                <a:sym typeface="Roboto Mono"/>
              </a:rPr>
              <a:t>, </a:t>
            </a:r>
            <a:r>
              <a:rPr b="0" i="0" lang="es-419" sz="1229" u="none" cap="none" strike="noStrike">
                <a:solidFill>
                  <a:srgbClr val="1AB1CD"/>
                </a:solidFill>
                <a:latin typeface="Roboto Mono"/>
                <a:ea typeface="Roboto Mono"/>
                <a:cs typeface="Roboto Mono"/>
                <a:sym typeface="Roboto Mono"/>
              </a:rPr>
              <a:t>Verdana</a:t>
            </a:r>
            <a:r>
              <a:rPr b="0" i="0" lang="es-419" sz="1229" u="none" cap="none" strike="noStrike">
                <a:solidFill>
                  <a:srgbClr val="000000"/>
                </a:solidFill>
                <a:latin typeface="Roboto Mono"/>
                <a:ea typeface="Roboto Mono"/>
                <a:cs typeface="Roboto Mono"/>
                <a:sym typeface="Roboto Mono"/>
              </a:rPr>
              <a:t>, </a:t>
            </a:r>
            <a:r>
              <a:rPr b="0" i="0" lang="es-419" sz="1229" u="none" cap="none" strike="noStrike">
                <a:solidFill>
                  <a:srgbClr val="201090"/>
                </a:solidFill>
                <a:latin typeface="Roboto Mono"/>
                <a:ea typeface="Roboto Mono"/>
                <a:cs typeface="Roboto Mono"/>
                <a:sym typeface="Roboto Mono"/>
              </a:rPr>
              <a:t>sans-serif</a:t>
            </a:r>
            <a:r>
              <a:rPr b="0" i="0" lang="es-419" sz="1229" u="none" cap="none" strike="noStrike">
                <a:solidFill>
                  <a:srgbClr val="000000"/>
                </a:solidFill>
                <a:latin typeface="Roboto Mono"/>
                <a:ea typeface="Roboto Mono"/>
                <a:cs typeface="Roboto Mono"/>
                <a:sym typeface="Roboto Mono"/>
              </a:rPr>
              <a:t>;</a:t>
            </a:r>
            <a:endParaRPr b="0" i="0" sz="1229" u="none" cap="none" strike="noStrike">
              <a:solidFill>
                <a:srgbClr val="000000"/>
              </a:solidFill>
              <a:latin typeface="Roboto Mono"/>
              <a:ea typeface="Roboto Mono"/>
              <a:cs typeface="Roboto Mono"/>
              <a:sym typeface="Roboto Mono"/>
            </a:endParaRPr>
          </a:p>
          <a:p>
            <a:pPr indent="0" lvl="0" marL="0" marR="0" rtl="0" algn="l">
              <a:lnSpc>
                <a:spcPct val="100000"/>
              </a:lnSpc>
              <a:spcBef>
                <a:spcPts val="0"/>
              </a:spcBef>
              <a:spcAft>
                <a:spcPts val="0"/>
              </a:spcAft>
              <a:buClr>
                <a:srgbClr val="000000"/>
              </a:buClr>
              <a:buSzPts val="1229"/>
              <a:buFont typeface="Arial"/>
              <a:buNone/>
            </a:pPr>
            <a:r>
              <a:rPr b="0" i="0" lang="es-419" sz="1229" u="none" cap="none" strike="noStrike">
                <a:solidFill>
                  <a:srgbClr val="000000"/>
                </a:solidFill>
                <a:latin typeface="Roboto Mono"/>
                <a:ea typeface="Roboto Mono"/>
                <a:cs typeface="Roboto Mono"/>
                <a:sym typeface="Roboto Mono"/>
              </a:rPr>
              <a:t>}</a:t>
            </a:r>
            <a:endParaRPr b="0" i="0" sz="1229" u="none" cap="none" strike="noStrike">
              <a:solidFill>
                <a:srgbClr val="000000"/>
              </a:solidFill>
              <a:latin typeface="Roboto Mono"/>
              <a:ea typeface="Roboto Mono"/>
              <a:cs typeface="Roboto Mono"/>
              <a:sym typeface="Roboto Mon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14"/>
          <p:cNvSpPr txBox="1"/>
          <p:nvPr>
            <p:ph type="title"/>
          </p:nvPr>
        </p:nvSpPr>
        <p:spPr>
          <a:xfrm>
            <a:off x="440700" y="560400"/>
            <a:ext cx="8262600" cy="7557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3000"/>
              <a:buNone/>
            </a:pPr>
            <a:r>
              <a:rPr lang="es-419"/>
              <a:t>La propiedad font-size</a:t>
            </a:r>
            <a:endParaRPr/>
          </a:p>
        </p:txBody>
      </p:sp>
      <p:sp>
        <p:nvSpPr>
          <p:cNvPr id="176" name="Google Shape;176;p14"/>
          <p:cNvSpPr txBox="1"/>
          <p:nvPr>
            <p:ph idx="1" type="body"/>
          </p:nvPr>
        </p:nvSpPr>
        <p:spPr>
          <a:xfrm>
            <a:off x="440700" y="1316100"/>
            <a:ext cx="8191200" cy="4887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SzPts val="935"/>
              <a:buNone/>
            </a:pPr>
            <a:r>
              <a:rPr lang="es-419" sz="1120"/>
              <a:t>Otra de las propiedades más utilizadas con las tipografías es font-size, una tipografía que permite indicar el tamaño que tendrá la fuente que vamos a utilizar. El tamaño puede indicarse de 3 formas diferentes:</a:t>
            </a:r>
            <a:endParaRPr sz="1120"/>
          </a:p>
        </p:txBody>
      </p:sp>
      <p:graphicFrame>
        <p:nvGraphicFramePr>
          <p:cNvPr id="177" name="Google Shape;177;p14"/>
          <p:cNvGraphicFramePr/>
          <p:nvPr/>
        </p:nvGraphicFramePr>
        <p:xfrm>
          <a:off x="842400" y="2011600"/>
          <a:ext cx="3000000" cy="3000000"/>
        </p:xfrm>
        <a:graphic>
          <a:graphicData uri="http://schemas.openxmlformats.org/drawingml/2006/table">
            <a:tbl>
              <a:tblPr>
                <a:noFill/>
                <a:tableStyleId>{9C00EA5D-B031-4BB5-B692-589A45D4FE86}</a:tableStyleId>
              </a:tblPr>
              <a:tblGrid>
                <a:gridCol w="1436350"/>
                <a:gridCol w="3174225"/>
                <a:gridCol w="2628425"/>
              </a:tblGrid>
              <a:tr h="381000">
                <a:tc>
                  <a:txBody>
                    <a:bodyPr/>
                    <a:lstStyle/>
                    <a:p>
                      <a:pPr indent="0" lvl="0" marL="0" marR="0" rtl="0" algn="ctr">
                        <a:lnSpc>
                          <a:spcPct val="115000"/>
                        </a:lnSpc>
                        <a:spcBef>
                          <a:spcPts val="0"/>
                        </a:spcBef>
                        <a:spcAft>
                          <a:spcPts val="0"/>
                        </a:spcAft>
                        <a:buClr>
                          <a:srgbClr val="000000"/>
                        </a:buClr>
                        <a:buSzPts val="1200"/>
                        <a:buFont typeface="Arial"/>
                        <a:buNone/>
                      </a:pPr>
                      <a:r>
                        <a:rPr b="1" lang="es-419" sz="1200" u="none" cap="none" strike="noStrike">
                          <a:solidFill>
                            <a:schemeClr val="dk1"/>
                          </a:solidFill>
                          <a:latin typeface="Open Sans"/>
                          <a:ea typeface="Open Sans"/>
                          <a:cs typeface="Open Sans"/>
                          <a:sym typeface="Open Sans"/>
                        </a:rPr>
                        <a:t>Tipo de valor</a:t>
                      </a:r>
                      <a:endParaRPr b="1" sz="1200" u="none" cap="none" strike="noStrike">
                        <a:solidFill>
                          <a:schemeClr val="dk1"/>
                        </a:solidFill>
                        <a:latin typeface="Open Sans"/>
                        <a:ea typeface="Open Sans"/>
                        <a:cs typeface="Open Sans"/>
                        <a:sym typeface="Open Sans"/>
                      </a:endParaRPr>
                    </a:p>
                  </a:txBody>
                  <a:tcPr marT="76200" marB="76200" marR="76200" marL="76200" anchor="ctr">
                    <a:lnL cap="flat" cmpd="sng" w="9525">
                      <a:solidFill>
                        <a:srgbClr val="969696"/>
                      </a:solidFill>
                      <a:prstDash val="solid"/>
                      <a:round/>
                      <a:headEnd len="sm" w="sm" type="none"/>
                      <a:tailEnd len="sm" w="sm" type="none"/>
                    </a:lnL>
                    <a:lnR cap="flat" cmpd="sng" w="9525">
                      <a:solidFill>
                        <a:srgbClr val="969696"/>
                      </a:solidFill>
                      <a:prstDash val="solid"/>
                      <a:round/>
                      <a:headEnd len="sm" w="sm" type="none"/>
                      <a:tailEnd len="sm" w="sm" type="none"/>
                    </a:lnR>
                    <a:lnT cap="flat" cmpd="sng" w="9525">
                      <a:solidFill>
                        <a:srgbClr val="969696"/>
                      </a:solidFill>
                      <a:prstDash val="solid"/>
                      <a:round/>
                      <a:headEnd len="sm" w="sm" type="none"/>
                      <a:tailEnd len="sm" w="sm" type="none"/>
                    </a:lnT>
                    <a:lnB cap="flat" cmpd="sng" w="9525">
                      <a:solidFill>
                        <a:srgbClr val="969696"/>
                      </a:solidFill>
                      <a:prstDash val="solid"/>
                      <a:round/>
                      <a:headEnd len="sm" w="sm" type="none"/>
                      <a:tailEnd len="sm" w="sm" type="none"/>
                    </a:lnB>
                    <a:solidFill>
                      <a:srgbClr val="D9EAD3"/>
                    </a:solidFill>
                  </a:tcPr>
                </a:tc>
                <a:tc>
                  <a:txBody>
                    <a:bodyPr/>
                    <a:lstStyle/>
                    <a:p>
                      <a:pPr indent="0" lvl="0" marL="0" marR="0" rtl="0" algn="ctr">
                        <a:lnSpc>
                          <a:spcPct val="115000"/>
                        </a:lnSpc>
                        <a:spcBef>
                          <a:spcPts val="0"/>
                        </a:spcBef>
                        <a:spcAft>
                          <a:spcPts val="0"/>
                        </a:spcAft>
                        <a:buClr>
                          <a:srgbClr val="000000"/>
                        </a:buClr>
                        <a:buSzPts val="1200"/>
                        <a:buFont typeface="Arial"/>
                        <a:buNone/>
                      </a:pPr>
                      <a:r>
                        <a:rPr b="1" lang="es-419" sz="1200" u="none" cap="none" strike="noStrike">
                          <a:solidFill>
                            <a:schemeClr val="dk1"/>
                          </a:solidFill>
                          <a:latin typeface="Open Sans"/>
                          <a:ea typeface="Open Sans"/>
                          <a:cs typeface="Open Sans"/>
                          <a:sym typeface="Open Sans"/>
                        </a:rPr>
                        <a:t>Valor</a:t>
                      </a:r>
                      <a:endParaRPr b="1" sz="1200" u="none" cap="none" strike="noStrike">
                        <a:solidFill>
                          <a:schemeClr val="dk1"/>
                        </a:solidFill>
                        <a:latin typeface="Open Sans"/>
                        <a:ea typeface="Open Sans"/>
                        <a:cs typeface="Open Sans"/>
                        <a:sym typeface="Open Sans"/>
                      </a:endParaRPr>
                    </a:p>
                  </a:txBody>
                  <a:tcPr marT="76200" marB="76200" marR="76200" marL="76200" anchor="ctr">
                    <a:lnL cap="flat" cmpd="sng" w="9525">
                      <a:solidFill>
                        <a:srgbClr val="969696"/>
                      </a:solidFill>
                      <a:prstDash val="solid"/>
                      <a:round/>
                      <a:headEnd len="sm" w="sm" type="none"/>
                      <a:tailEnd len="sm" w="sm" type="none"/>
                    </a:lnL>
                    <a:lnR cap="flat" cmpd="sng" w="9525">
                      <a:solidFill>
                        <a:srgbClr val="969696"/>
                      </a:solidFill>
                      <a:prstDash val="solid"/>
                      <a:round/>
                      <a:headEnd len="sm" w="sm" type="none"/>
                      <a:tailEnd len="sm" w="sm" type="none"/>
                    </a:lnR>
                    <a:lnT cap="flat" cmpd="sng" w="9525">
                      <a:solidFill>
                        <a:srgbClr val="969696"/>
                      </a:solidFill>
                      <a:prstDash val="solid"/>
                      <a:round/>
                      <a:headEnd len="sm" w="sm" type="none"/>
                      <a:tailEnd len="sm" w="sm" type="none"/>
                    </a:lnT>
                    <a:lnB cap="flat" cmpd="sng" w="9525">
                      <a:solidFill>
                        <a:srgbClr val="969696"/>
                      </a:solidFill>
                      <a:prstDash val="solid"/>
                      <a:round/>
                      <a:headEnd len="sm" w="sm" type="none"/>
                      <a:tailEnd len="sm" w="sm" type="none"/>
                    </a:lnB>
                    <a:solidFill>
                      <a:srgbClr val="D9EAD3"/>
                    </a:solidFill>
                  </a:tcPr>
                </a:tc>
                <a:tc>
                  <a:txBody>
                    <a:bodyPr/>
                    <a:lstStyle/>
                    <a:p>
                      <a:pPr indent="0" lvl="0" marL="0" marR="0" rtl="0" algn="ctr">
                        <a:lnSpc>
                          <a:spcPct val="115000"/>
                        </a:lnSpc>
                        <a:spcBef>
                          <a:spcPts val="0"/>
                        </a:spcBef>
                        <a:spcAft>
                          <a:spcPts val="0"/>
                        </a:spcAft>
                        <a:buClr>
                          <a:srgbClr val="000000"/>
                        </a:buClr>
                        <a:buSzPts val="1200"/>
                        <a:buFont typeface="Arial"/>
                        <a:buNone/>
                      </a:pPr>
                      <a:r>
                        <a:rPr b="1" lang="es-419" sz="1200" u="none" cap="none" strike="noStrike">
                          <a:solidFill>
                            <a:schemeClr val="dk1"/>
                          </a:solidFill>
                          <a:latin typeface="Open Sans"/>
                          <a:ea typeface="Open Sans"/>
                          <a:cs typeface="Open Sans"/>
                          <a:sym typeface="Open Sans"/>
                        </a:rPr>
                        <a:t>Tipo de medida</a:t>
                      </a:r>
                      <a:endParaRPr b="1" sz="1200" u="none" cap="none" strike="noStrike">
                        <a:solidFill>
                          <a:schemeClr val="dk1"/>
                        </a:solidFill>
                        <a:latin typeface="Open Sans"/>
                        <a:ea typeface="Open Sans"/>
                        <a:cs typeface="Open Sans"/>
                        <a:sym typeface="Open Sans"/>
                      </a:endParaRPr>
                    </a:p>
                  </a:txBody>
                  <a:tcPr marT="76200" marB="76200" marR="76200" marL="76200" anchor="ctr">
                    <a:lnL cap="flat" cmpd="sng" w="9525">
                      <a:solidFill>
                        <a:srgbClr val="969696"/>
                      </a:solidFill>
                      <a:prstDash val="solid"/>
                      <a:round/>
                      <a:headEnd len="sm" w="sm" type="none"/>
                      <a:tailEnd len="sm" w="sm" type="none"/>
                    </a:lnL>
                    <a:lnR cap="flat" cmpd="sng" w="9525">
                      <a:solidFill>
                        <a:srgbClr val="969696"/>
                      </a:solidFill>
                      <a:prstDash val="solid"/>
                      <a:round/>
                      <a:headEnd len="sm" w="sm" type="none"/>
                      <a:tailEnd len="sm" w="sm" type="none"/>
                    </a:lnR>
                    <a:lnT cap="flat" cmpd="sng" w="9525">
                      <a:solidFill>
                        <a:srgbClr val="969696"/>
                      </a:solidFill>
                      <a:prstDash val="solid"/>
                      <a:round/>
                      <a:headEnd len="sm" w="sm" type="none"/>
                      <a:tailEnd len="sm" w="sm" type="none"/>
                    </a:lnT>
                    <a:lnB cap="flat" cmpd="sng" w="9525">
                      <a:solidFill>
                        <a:srgbClr val="969696"/>
                      </a:solidFill>
                      <a:prstDash val="solid"/>
                      <a:round/>
                      <a:headEnd len="sm" w="sm" type="none"/>
                      <a:tailEnd len="sm" w="sm" type="none"/>
                    </a:lnB>
                    <a:solidFill>
                      <a:srgbClr val="D9EAD3"/>
                    </a:solidFill>
                  </a:tcPr>
                </a:tc>
              </a:tr>
              <a:tr h="381000">
                <a:tc>
                  <a:txBody>
                    <a:bodyPr/>
                    <a:lstStyle/>
                    <a:p>
                      <a:pPr indent="0" lvl="0" marL="0" marR="0" rtl="0" algn="ctr">
                        <a:lnSpc>
                          <a:spcPct val="100000"/>
                        </a:lnSpc>
                        <a:spcBef>
                          <a:spcPts val="0"/>
                        </a:spcBef>
                        <a:spcAft>
                          <a:spcPts val="0"/>
                        </a:spcAft>
                        <a:buClr>
                          <a:srgbClr val="000000"/>
                        </a:buClr>
                        <a:buSzPts val="1200"/>
                        <a:buFont typeface="Arial"/>
                        <a:buNone/>
                      </a:pPr>
                      <a:r>
                        <a:rPr lang="es-419" sz="1200" u="none" cap="none" strike="noStrike">
                          <a:solidFill>
                            <a:schemeClr val="dk1"/>
                          </a:solidFill>
                          <a:latin typeface="Open Sans"/>
                          <a:ea typeface="Open Sans"/>
                          <a:cs typeface="Open Sans"/>
                          <a:sym typeface="Open Sans"/>
                        </a:rPr>
                        <a:t>Absolute Size</a:t>
                      </a:r>
                      <a:endParaRPr sz="1200" u="none" cap="none" strike="noStrike">
                        <a:solidFill>
                          <a:schemeClr val="dk1"/>
                        </a:solidFill>
                        <a:latin typeface="Open Sans"/>
                        <a:ea typeface="Open Sans"/>
                        <a:cs typeface="Open Sans"/>
                        <a:sym typeface="Open Sans"/>
                      </a:endParaRPr>
                    </a:p>
                  </a:txBody>
                  <a:tcPr marT="76200" marB="76200" marR="76200" marL="76200" anchor="ctr">
                    <a:lnL cap="flat" cmpd="sng" w="9525">
                      <a:solidFill>
                        <a:srgbClr val="969696"/>
                      </a:solidFill>
                      <a:prstDash val="solid"/>
                      <a:round/>
                      <a:headEnd len="sm" w="sm" type="none"/>
                      <a:tailEnd len="sm" w="sm" type="none"/>
                    </a:lnL>
                    <a:lnR cap="flat" cmpd="sng" w="9525">
                      <a:solidFill>
                        <a:srgbClr val="969696"/>
                      </a:solidFill>
                      <a:prstDash val="solid"/>
                      <a:round/>
                      <a:headEnd len="sm" w="sm" type="none"/>
                      <a:tailEnd len="sm" w="sm" type="none"/>
                    </a:lnR>
                    <a:lnT cap="flat" cmpd="sng" w="9525">
                      <a:solidFill>
                        <a:srgbClr val="969696"/>
                      </a:solidFill>
                      <a:prstDash val="solid"/>
                      <a:round/>
                      <a:headEnd len="sm" w="sm" type="none"/>
                      <a:tailEnd len="sm" w="sm" type="none"/>
                    </a:lnT>
                    <a:lnB cap="flat" cmpd="sng" w="9525">
                      <a:solidFill>
                        <a:srgbClr val="969696"/>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lang="es-419" sz="1200" u="none" cap="none" strike="noStrike">
                          <a:solidFill>
                            <a:schemeClr val="dk1"/>
                          </a:solidFill>
                          <a:latin typeface="Open Sans"/>
                          <a:ea typeface="Open Sans"/>
                          <a:cs typeface="Open Sans"/>
                          <a:sym typeface="Open Sans"/>
                        </a:rPr>
                        <a:t>xx-small | x-small | small | </a:t>
                      </a:r>
                      <a:r>
                        <a:rPr b="1" lang="es-419" sz="1200" u="none" cap="none" strike="noStrike">
                          <a:solidFill>
                            <a:schemeClr val="dk1"/>
                          </a:solidFill>
                          <a:latin typeface="Open Sans"/>
                          <a:ea typeface="Open Sans"/>
                          <a:cs typeface="Open Sans"/>
                          <a:sym typeface="Open Sans"/>
                        </a:rPr>
                        <a:t>medium</a:t>
                      </a:r>
                      <a:r>
                        <a:rPr lang="es-419" sz="1200" u="none" cap="none" strike="noStrike">
                          <a:solidFill>
                            <a:schemeClr val="dk1"/>
                          </a:solidFill>
                          <a:latin typeface="Open Sans"/>
                          <a:ea typeface="Open Sans"/>
                          <a:cs typeface="Open Sans"/>
                          <a:sym typeface="Open Sans"/>
                        </a:rPr>
                        <a:t> | large | x-large | xx-large</a:t>
                      </a:r>
                      <a:endParaRPr sz="1200" u="none" cap="none" strike="noStrike">
                        <a:solidFill>
                          <a:schemeClr val="dk1"/>
                        </a:solidFill>
                        <a:latin typeface="Open Sans"/>
                        <a:ea typeface="Open Sans"/>
                        <a:cs typeface="Open Sans"/>
                        <a:sym typeface="Open Sans"/>
                      </a:endParaRPr>
                    </a:p>
                  </a:txBody>
                  <a:tcPr marT="76200" marB="76200" marR="76200" marL="76200" anchor="ctr">
                    <a:lnL cap="flat" cmpd="sng" w="9525">
                      <a:solidFill>
                        <a:srgbClr val="969696"/>
                      </a:solidFill>
                      <a:prstDash val="solid"/>
                      <a:round/>
                      <a:headEnd len="sm" w="sm" type="none"/>
                      <a:tailEnd len="sm" w="sm" type="none"/>
                    </a:lnL>
                    <a:lnR cap="flat" cmpd="sng" w="9525">
                      <a:solidFill>
                        <a:srgbClr val="969696"/>
                      </a:solidFill>
                      <a:prstDash val="solid"/>
                      <a:round/>
                      <a:headEnd len="sm" w="sm" type="none"/>
                      <a:tailEnd len="sm" w="sm" type="none"/>
                    </a:lnR>
                    <a:lnT cap="flat" cmpd="sng" w="9525">
                      <a:solidFill>
                        <a:srgbClr val="969696"/>
                      </a:solidFill>
                      <a:prstDash val="solid"/>
                      <a:round/>
                      <a:headEnd len="sm" w="sm" type="none"/>
                      <a:tailEnd len="sm" w="sm" type="none"/>
                    </a:lnT>
                    <a:lnB cap="flat" cmpd="sng" w="9525">
                      <a:solidFill>
                        <a:srgbClr val="969696"/>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lang="es-419" sz="1200" u="none" cap="none" strike="noStrike">
                          <a:solidFill>
                            <a:schemeClr val="dk1"/>
                          </a:solidFill>
                          <a:latin typeface="Open Sans"/>
                          <a:ea typeface="Open Sans"/>
                          <a:cs typeface="Open Sans"/>
                          <a:sym typeface="Open Sans"/>
                        </a:rPr>
                        <a:t>Tamaño absoluto (predefinido)</a:t>
                      </a:r>
                      <a:endParaRPr sz="1200" u="none" cap="none" strike="noStrike">
                        <a:solidFill>
                          <a:schemeClr val="dk1"/>
                        </a:solidFill>
                        <a:latin typeface="Open Sans"/>
                        <a:ea typeface="Open Sans"/>
                        <a:cs typeface="Open Sans"/>
                        <a:sym typeface="Open Sans"/>
                      </a:endParaRPr>
                    </a:p>
                  </a:txBody>
                  <a:tcPr marT="76200" marB="76200" marR="76200" marL="76200" anchor="ctr">
                    <a:lnL cap="flat" cmpd="sng" w="9525">
                      <a:solidFill>
                        <a:srgbClr val="969696"/>
                      </a:solidFill>
                      <a:prstDash val="solid"/>
                      <a:round/>
                      <a:headEnd len="sm" w="sm" type="none"/>
                      <a:tailEnd len="sm" w="sm" type="none"/>
                    </a:lnL>
                    <a:lnR cap="flat" cmpd="sng" w="9525">
                      <a:solidFill>
                        <a:srgbClr val="969696"/>
                      </a:solidFill>
                      <a:prstDash val="solid"/>
                      <a:round/>
                      <a:headEnd len="sm" w="sm" type="none"/>
                      <a:tailEnd len="sm" w="sm" type="none"/>
                    </a:lnR>
                    <a:lnT cap="flat" cmpd="sng" w="9525">
                      <a:solidFill>
                        <a:srgbClr val="969696"/>
                      </a:solidFill>
                      <a:prstDash val="solid"/>
                      <a:round/>
                      <a:headEnd len="sm" w="sm" type="none"/>
                      <a:tailEnd len="sm" w="sm" type="none"/>
                    </a:lnT>
                    <a:lnB cap="flat" cmpd="sng" w="9525">
                      <a:solidFill>
                        <a:srgbClr val="969696"/>
                      </a:solidFill>
                      <a:prstDash val="solid"/>
                      <a:round/>
                      <a:headEnd len="sm" w="sm" type="none"/>
                      <a:tailEnd len="sm" w="sm" type="none"/>
                    </a:lnB>
                  </a:tcPr>
                </a:tc>
              </a:tr>
              <a:tr h="381000">
                <a:tc>
                  <a:txBody>
                    <a:bodyPr/>
                    <a:lstStyle/>
                    <a:p>
                      <a:pPr indent="0" lvl="0" marL="0" marR="0" rtl="0" algn="ctr">
                        <a:lnSpc>
                          <a:spcPct val="100000"/>
                        </a:lnSpc>
                        <a:spcBef>
                          <a:spcPts val="0"/>
                        </a:spcBef>
                        <a:spcAft>
                          <a:spcPts val="0"/>
                        </a:spcAft>
                        <a:buClr>
                          <a:srgbClr val="000000"/>
                        </a:buClr>
                        <a:buSzPts val="1200"/>
                        <a:buFont typeface="Arial"/>
                        <a:buNone/>
                      </a:pPr>
                      <a:r>
                        <a:rPr lang="es-419" sz="1200" u="none" cap="none" strike="noStrike">
                          <a:solidFill>
                            <a:schemeClr val="dk1"/>
                          </a:solidFill>
                          <a:latin typeface="Open Sans"/>
                          <a:ea typeface="Open Sans"/>
                          <a:cs typeface="Open Sans"/>
                          <a:sym typeface="Open Sans"/>
                        </a:rPr>
                        <a:t>Relative Size</a:t>
                      </a:r>
                      <a:endParaRPr sz="1200" u="none" cap="none" strike="noStrike">
                        <a:solidFill>
                          <a:schemeClr val="dk1"/>
                        </a:solidFill>
                        <a:latin typeface="Open Sans"/>
                        <a:ea typeface="Open Sans"/>
                        <a:cs typeface="Open Sans"/>
                        <a:sym typeface="Open Sans"/>
                      </a:endParaRPr>
                    </a:p>
                  </a:txBody>
                  <a:tcPr marT="76200" marB="76200" marR="76200" marL="76200" anchor="ctr">
                    <a:lnL cap="flat" cmpd="sng" w="9525">
                      <a:solidFill>
                        <a:srgbClr val="969696"/>
                      </a:solidFill>
                      <a:prstDash val="solid"/>
                      <a:round/>
                      <a:headEnd len="sm" w="sm" type="none"/>
                      <a:tailEnd len="sm" w="sm" type="none"/>
                    </a:lnL>
                    <a:lnR cap="flat" cmpd="sng" w="9525">
                      <a:solidFill>
                        <a:srgbClr val="969696"/>
                      </a:solidFill>
                      <a:prstDash val="solid"/>
                      <a:round/>
                      <a:headEnd len="sm" w="sm" type="none"/>
                      <a:tailEnd len="sm" w="sm" type="none"/>
                    </a:lnR>
                    <a:lnT cap="flat" cmpd="sng" w="9525">
                      <a:solidFill>
                        <a:srgbClr val="969696"/>
                      </a:solidFill>
                      <a:prstDash val="solid"/>
                      <a:round/>
                      <a:headEnd len="sm" w="sm" type="none"/>
                      <a:tailEnd len="sm" w="sm" type="none"/>
                    </a:lnT>
                    <a:lnB cap="flat" cmpd="sng" w="9525">
                      <a:solidFill>
                        <a:srgbClr val="969696"/>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lang="es-419" sz="1200" u="none" cap="none" strike="noStrike">
                          <a:solidFill>
                            <a:schemeClr val="dk1"/>
                          </a:solidFill>
                          <a:latin typeface="Open Sans"/>
                          <a:ea typeface="Open Sans"/>
                          <a:cs typeface="Open Sans"/>
                          <a:sym typeface="Open Sans"/>
                        </a:rPr>
                        <a:t>smaller | larger</a:t>
                      </a:r>
                      <a:endParaRPr sz="1200" u="none" cap="none" strike="noStrike">
                        <a:solidFill>
                          <a:schemeClr val="dk1"/>
                        </a:solidFill>
                        <a:latin typeface="Open Sans"/>
                        <a:ea typeface="Open Sans"/>
                        <a:cs typeface="Open Sans"/>
                        <a:sym typeface="Open Sans"/>
                      </a:endParaRPr>
                    </a:p>
                  </a:txBody>
                  <a:tcPr marT="76200" marB="76200" marR="76200" marL="76200" anchor="ctr">
                    <a:lnL cap="flat" cmpd="sng" w="9525">
                      <a:solidFill>
                        <a:srgbClr val="969696"/>
                      </a:solidFill>
                      <a:prstDash val="solid"/>
                      <a:round/>
                      <a:headEnd len="sm" w="sm" type="none"/>
                      <a:tailEnd len="sm" w="sm" type="none"/>
                    </a:lnL>
                    <a:lnR cap="flat" cmpd="sng" w="9525">
                      <a:solidFill>
                        <a:srgbClr val="969696"/>
                      </a:solidFill>
                      <a:prstDash val="solid"/>
                      <a:round/>
                      <a:headEnd len="sm" w="sm" type="none"/>
                      <a:tailEnd len="sm" w="sm" type="none"/>
                    </a:lnR>
                    <a:lnT cap="flat" cmpd="sng" w="9525">
                      <a:solidFill>
                        <a:srgbClr val="969696"/>
                      </a:solidFill>
                      <a:prstDash val="solid"/>
                      <a:round/>
                      <a:headEnd len="sm" w="sm" type="none"/>
                      <a:tailEnd len="sm" w="sm" type="none"/>
                    </a:lnT>
                    <a:lnB cap="flat" cmpd="sng" w="9525">
                      <a:solidFill>
                        <a:srgbClr val="969696"/>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lang="es-419" sz="1200" u="none" cap="none" strike="noStrike">
                          <a:solidFill>
                            <a:schemeClr val="dk1"/>
                          </a:solidFill>
                          <a:latin typeface="Open Sans"/>
                          <a:ea typeface="Open Sans"/>
                          <a:cs typeface="Open Sans"/>
                          <a:sym typeface="Open Sans"/>
                        </a:rPr>
                        <a:t>Tamaño relativo (más pequeño/más grande)</a:t>
                      </a:r>
                      <a:endParaRPr sz="1200" u="none" cap="none" strike="noStrike">
                        <a:solidFill>
                          <a:schemeClr val="dk1"/>
                        </a:solidFill>
                        <a:latin typeface="Open Sans"/>
                        <a:ea typeface="Open Sans"/>
                        <a:cs typeface="Open Sans"/>
                        <a:sym typeface="Open Sans"/>
                      </a:endParaRPr>
                    </a:p>
                  </a:txBody>
                  <a:tcPr marT="76200" marB="76200" marR="76200" marL="76200" anchor="ctr">
                    <a:lnL cap="flat" cmpd="sng" w="9525">
                      <a:solidFill>
                        <a:srgbClr val="969696"/>
                      </a:solidFill>
                      <a:prstDash val="solid"/>
                      <a:round/>
                      <a:headEnd len="sm" w="sm" type="none"/>
                      <a:tailEnd len="sm" w="sm" type="none"/>
                    </a:lnL>
                    <a:lnR cap="flat" cmpd="sng" w="9525">
                      <a:solidFill>
                        <a:srgbClr val="969696"/>
                      </a:solidFill>
                      <a:prstDash val="solid"/>
                      <a:round/>
                      <a:headEnd len="sm" w="sm" type="none"/>
                      <a:tailEnd len="sm" w="sm" type="none"/>
                    </a:lnR>
                    <a:lnT cap="flat" cmpd="sng" w="9525">
                      <a:solidFill>
                        <a:srgbClr val="969696"/>
                      </a:solidFill>
                      <a:prstDash val="solid"/>
                      <a:round/>
                      <a:headEnd len="sm" w="sm" type="none"/>
                      <a:tailEnd len="sm" w="sm" type="none"/>
                    </a:lnT>
                    <a:lnB cap="flat" cmpd="sng" w="9525">
                      <a:solidFill>
                        <a:srgbClr val="969696"/>
                      </a:solidFill>
                      <a:prstDash val="solid"/>
                      <a:round/>
                      <a:headEnd len="sm" w="sm" type="none"/>
                      <a:tailEnd len="sm" w="sm" type="none"/>
                    </a:lnB>
                  </a:tcPr>
                </a:tc>
              </a:tr>
              <a:tr h="381000">
                <a:tc>
                  <a:txBody>
                    <a:bodyPr/>
                    <a:lstStyle/>
                    <a:p>
                      <a:pPr indent="0" lvl="0" marL="0" marR="0" rtl="0" algn="ctr">
                        <a:lnSpc>
                          <a:spcPct val="100000"/>
                        </a:lnSpc>
                        <a:spcBef>
                          <a:spcPts val="0"/>
                        </a:spcBef>
                        <a:spcAft>
                          <a:spcPts val="0"/>
                        </a:spcAft>
                        <a:buClr>
                          <a:srgbClr val="000000"/>
                        </a:buClr>
                        <a:buSzPts val="1200"/>
                        <a:buFont typeface="Arial"/>
                        <a:buNone/>
                      </a:pPr>
                      <a:r>
                        <a:rPr lang="es-419" sz="1200" u="none" cap="none" strike="noStrike">
                          <a:solidFill>
                            <a:schemeClr val="dk1"/>
                          </a:solidFill>
                          <a:latin typeface="Open Sans"/>
                          <a:ea typeface="Open Sans"/>
                          <a:cs typeface="Open Sans"/>
                          <a:sym typeface="Open Sans"/>
                        </a:rPr>
                        <a:t>Size</a:t>
                      </a:r>
                      <a:endParaRPr sz="1200" u="none" cap="none" strike="noStrike">
                        <a:solidFill>
                          <a:schemeClr val="dk1"/>
                        </a:solidFill>
                        <a:latin typeface="Open Sans"/>
                        <a:ea typeface="Open Sans"/>
                        <a:cs typeface="Open Sans"/>
                        <a:sym typeface="Open Sans"/>
                      </a:endParaRPr>
                    </a:p>
                  </a:txBody>
                  <a:tcPr marT="76200" marB="76200" marR="76200" marL="76200" anchor="ctr">
                    <a:lnL cap="flat" cmpd="sng" w="9525">
                      <a:solidFill>
                        <a:srgbClr val="969696"/>
                      </a:solidFill>
                      <a:prstDash val="solid"/>
                      <a:round/>
                      <a:headEnd len="sm" w="sm" type="none"/>
                      <a:tailEnd len="sm" w="sm" type="none"/>
                    </a:lnL>
                    <a:lnR cap="flat" cmpd="sng" w="9525">
                      <a:solidFill>
                        <a:srgbClr val="969696"/>
                      </a:solidFill>
                      <a:prstDash val="solid"/>
                      <a:round/>
                      <a:headEnd len="sm" w="sm" type="none"/>
                      <a:tailEnd len="sm" w="sm" type="none"/>
                    </a:lnR>
                    <a:lnT cap="flat" cmpd="sng" w="9525">
                      <a:solidFill>
                        <a:srgbClr val="969696"/>
                      </a:solidFill>
                      <a:prstDash val="solid"/>
                      <a:round/>
                      <a:headEnd len="sm" w="sm" type="none"/>
                      <a:tailEnd len="sm" w="sm" type="none"/>
                    </a:lnT>
                    <a:lnB cap="flat" cmpd="sng" w="9525">
                      <a:solidFill>
                        <a:srgbClr val="969696"/>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i="1" lang="es-419" sz="1200" u="none" cap="none" strike="noStrike">
                          <a:solidFill>
                            <a:schemeClr val="dk1"/>
                          </a:solidFill>
                          <a:latin typeface="Open Sans"/>
                          <a:ea typeface="Open Sans"/>
                          <a:cs typeface="Open Sans"/>
                          <a:sym typeface="Open Sans"/>
                        </a:rPr>
                        <a:t>tamaño</a:t>
                      </a:r>
                      <a:endParaRPr i="1" sz="1200" u="none" cap="none" strike="noStrike">
                        <a:solidFill>
                          <a:schemeClr val="dk1"/>
                        </a:solidFill>
                        <a:latin typeface="Open Sans"/>
                        <a:ea typeface="Open Sans"/>
                        <a:cs typeface="Open Sans"/>
                        <a:sym typeface="Open Sans"/>
                      </a:endParaRPr>
                    </a:p>
                  </a:txBody>
                  <a:tcPr marT="76200" marB="76200" marR="76200" marL="76200" anchor="ctr">
                    <a:lnL cap="flat" cmpd="sng" w="9525">
                      <a:solidFill>
                        <a:srgbClr val="969696"/>
                      </a:solidFill>
                      <a:prstDash val="solid"/>
                      <a:round/>
                      <a:headEnd len="sm" w="sm" type="none"/>
                      <a:tailEnd len="sm" w="sm" type="none"/>
                    </a:lnL>
                    <a:lnR cap="flat" cmpd="sng" w="9525">
                      <a:solidFill>
                        <a:srgbClr val="969696"/>
                      </a:solidFill>
                      <a:prstDash val="solid"/>
                      <a:round/>
                      <a:headEnd len="sm" w="sm" type="none"/>
                      <a:tailEnd len="sm" w="sm" type="none"/>
                    </a:lnR>
                    <a:lnT cap="flat" cmpd="sng" w="9525">
                      <a:solidFill>
                        <a:srgbClr val="969696"/>
                      </a:solidFill>
                      <a:prstDash val="solid"/>
                      <a:round/>
                      <a:headEnd len="sm" w="sm" type="none"/>
                      <a:tailEnd len="sm" w="sm" type="none"/>
                    </a:lnT>
                    <a:lnB cap="flat" cmpd="sng" w="9525">
                      <a:solidFill>
                        <a:srgbClr val="969696"/>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lang="es-419" sz="1200" u="none" cap="none" strike="noStrike">
                          <a:solidFill>
                            <a:schemeClr val="dk1"/>
                          </a:solidFill>
                          <a:latin typeface="Open Sans"/>
                          <a:ea typeface="Open Sans"/>
                          <a:cs typeface="Open Sans"/>
                          <a:sym typeface="Open Sans"/>
                        </a:rPr>
                        <a:t>Tamaño específico (tamaño exacto)</a:t>
                      </a:r>
                      <a:endParaRPr sz="1200" u="none" cap="none" strike="noStrike">
                        <a:solidFill>
                          <a:schemeClr val="dk1"/>
                        </a:solidFill>
                        <a:latin typeface="Open Sans"/>
                        <a:ea typeface="Open Sans"/>
                        <a:cs typeface="Open Sans"/>
                        <a:sym typeface="Open Sans"/>
                      </a:endParaRPr>
                    </a:p>
                  </a:txBody>
                  <a:tcPr marT="76200" marB="76200" marR="76200" marL="76200" anchor="ctr">
                    <a:lnL cap="flat" cmpd="sng" w="9525">
                      <a:solidFill>
                        <a:srgbClr val="969696"/>
                      </a:solidFill>
                      <a:prstDash val="solid"/>
                      <a:round/>
                      <a:headEnd len="sm" w="sm" type="none"/>
                      <a:tailEnd len="sm" w="sm" type="none"/>
                    </a:lnL>
                    <a:lnR cap="flat" cmpd="sng" w="9525">
                      <a:solidFill>
                        <a:srgbClr val="969696"/>
                      </a:solidFill>
                      <a:prstDash val="solid"/>
                      <a:round/>
                      <a:headEnd len="sm" w="sm" type="none"/>
                      <a:tailEnd len="sm" w="sm" type="none"/>
                    </a:lnR>
                    <a:lnT cap="flat" cmpd="sng" w="9525">
                      <a:solidFill>
                        <a:srgbClr val="969696"/>
                      </a:solidFill>
                      <a:prstDash val="solid"/>
                      <a:round/>
                      <a:headEnd len="sm" w="sm" type="none"/>
                      <a:tailEnd len="sm" w="sm" type="none"/>
                    </a:lnT>
                    <a:lnB cap="flat" cmpd="sng" w="9525">
                      <a:solidFill>
                        <a:srgbClr val="969696"/>
                      </a:solidFill>
                      <a:prstDash val="solid"/>
                      <a:round/>
                      <a:headEnd len="sm" w="sm" type="none"/>
                      <a:tailEnd len="sm" w="sm" type="none"/>
                    </a:lnB>
                  </a:tcPr>
                </a:tc>
              </a:tr>
            </a:tbl>
          </a:graphicData>
        </a:graphic>
      </p:graphicFrame>
      <p:sp>
        <p:nvSpPr>
          <p:cNvPr id="178" name="Google Shape;178;p14"/>
          <p:cNvSpPr txBox="1"/>
          <p:nvPr>
            <p:ph idx="1" type="body"/>
          </p:nvPr>
        </p:nvSpPr>
        <p:spPr>
          <a:xfrm>
            <a:off x="782700" y="4236900"/>
            <a:ext cx="7358400" cy="598500"/>
          </a:xfrm>
          <a:prstGeom prst="rect">
            <a:avLst/>
          </a:prstGeom>
          <a:solidFill>
            <a:srgbClr val="FFF2CC"/>
          </a:solidFill>
          <a:ln>
            <a:noFill/>
          </a:ln>
        </p:spPr>
        <p:txBody>
          <a:bodyPr anchorCtr="0" anchor="ctr" bIns="91425" lIns="91425" spcFirstLastPara="1" rIns="91425" wrap="square" tIns="91425">
            <a:normAutofit/>
          </a:bodyPr>
          <a:lstStyle/>
          <a:p>
            <a:pPr indent="0" lvl="0" marL="0" rtl="0" algn="l">
              <a:lnSpc>
                <a:spcPct val="115000"/>
              </a:lnSpc>
              <a:spcBef>
                <a:spcPts val="0"/>
              </a:spcBef>
              <a:spcAft>
                <a:spcPts val="1200"/>
              </a:spcAft>
              <a:buSzPts val="1200"/>
              <a:buNone/>
            </a:pPr>
            <a:r>
              <a:rPr lang="es-419"/>
              <a:t>Simplemente, indicar un tamaño exacto con una unidad determinada como px (píxeles), rem (root em) u otras </a:t>
            </a:r>
            <a:r>
              <a:rPr b="1" lang="es-419"/>
              <a:t>unidades disponibles en CSS</a:t>
            </a:r>
            <a:r>
              <a:rPr lang="es-419"/>
              <a: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15"/>
          <p:cNvSpPr txBox="1"/>
          <p:nvPr>
            <p:ph type="title"/>
          </p:nvPr>
        </p:nvSpPr>
        <p:spPr>
          <a:xfrm>
            <a:off x="440700" y="560400"/>
            <a:ext cx="8262600" cy="7557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3000"/>
              <a:buNone/>
            </a:pPr>
            <a:r>
              <a:rPr lang="es-419"/>
              <a:t>La propiedad font-style</a:t>
            </a:r>
            <a:endParaRPr/>
          </a:p>
        </p:txBody>
      </p:sp>
      <p:sp>
        <p:nvSpPr>
          <p:cNvPr id="184" name="Google Shape;184;p15"/>
          <p:cNvSpPr txBox="1"/>
          <p:nvPr>
            <p:ph idx="1" type="body"/>
          </p:nvPr>
        </p:nvSpPr>
        <p:spPr>
          <a:xfrm>
            <a:off x="440700" y="1316100"/>
            <a:ext cx="8191200" cy="7857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SzPts val="935"/>
              <a:buNone/>
            </a:pPr>
            <a:r>
              <a:rPr lang="es-419" sz="1120"/>
              <a:t>Quizás recuerde los botones para dar estilo de los procesadores de texto como Word o Google Docs. Estos botones permiten aplicar estilos como negrita o cursiva. Esto es lo que realiza la propiedad font-style, que puede tomar los siguientes valores:</a:t>
            </a:r>
            <a:endParaRPr sz="1120"/>
          </a:p>
        </p:txBody>
      </p:sp>
      <p:graphicFrame>
        <p:nvGraphicFramePr>
          <p:cNvPr id="185" name="Google Shape;185;p15"/>
          <p:cNvGraphicFramePr/>
          <p:nvPr/>
        </p:nvGraphicFramePr>
        <p:xfrm>
          <a:off x="842400" y="2392600"/>
          <a:ext cx="3000000" cy="3000000"/>
        </p:xfrm>
        <a:graphic>
          <a:graphicData uri="http://schemas.openxmlformats.org/drawingml/2006/table">
            <a:tbl>
              <a:tblPr>
                <a:noFill/>
                <a:tableStyleId>{9C00EA5D-B031-4BB5-B692-589A45D4FE86}</a:tableStyleId>
              </a:tblPr>
              <a:tblGrid>
                <a:gridCol w="1273575"/>
                <a:gridCol w="1110825"/>
                <a:gridCol w="4854600"/>
              </a:tblGrid>
              <a:tr h="381000">
                <a:tc>
                  <a:txBody>
                    <a:bodyPr/>
                    <a:lstStyle/>
                    <a:p>
                      <a:pPr indent="0" lvl="0" marL="0" marR="0" rtl="0" algn="ctr">
                        <a:lnSpc>
                          <a:spcPct val="115000"/>
                        </a:lnSpc>
                        <a:spcBef>
                          <a:spcPts val="0"/>
                        </a:spcBef>
                        <a:spcAft>
                          <a:spcPts val="0"/>
                        </a:spcAft>
                        <a:buClr>
                          <a:srgbClr val="000000"/>
                        </a:buClr>
                        <a:buSzPts val="1200"/>
                        <a:buFont typeface="Arial"/>
                        <a:buNone/>
                      </a:pPr>
                      <a:r>
                        <a:rPr b="1" lang="es-419" sz="1200" u="none" cap="none" strike="noStrike">
                          <a:solidFill>
                            <a:schemeClr val="dk1"/>
                          </a:solidFill>
                          <a:latin typeface="Open Sans"/>
                          <a:ea typeface="Open Sans"/>
                          <a:cs typeface="Open Sans"/>
                          <a:sym typeface="Open Sans"/>
                        </a:rPr>
                        <a:t>Propiedad</a:t>
                      </a:r>
                      <a:endParaRPr b="1" sz="1200" u="none" cap="none" strike="noStrike">
                        <a:solidFill>
                          <a:schemeClr val="dk1"/>
                        </a:solidFill>
                        <a:latin typeface="Open Sans"/>
                        <a:ea typeface="Open Sans"/>
                        <a:cs typeface="Open Sans"/>
                        <a:sym typeface="Open Sans"/>
                      </a:endParaRPr>
                    </a:p>
                  </a:txBody>
                  <a:tcPr marT="76200" marB="76200" marR="76200" marL="76200" anchor="ctr">
                    <a:lnL cap="flat" cmpd="sng" w="9525">
                      <a:solidFill>
                        <a:srgbClr val="969696"/>
                      </a:solidFill>
                      <a:prstDash val="solid"/>
                      <a:round/>
                      <a:headEnd len="sm" w="sm" type="none"/>
                      <a:tailEnd len="sm" w="sm" type="none"/>
                    </a:lnL>
                    <a:lnR cap="flat" cmpd="sng" w="9525">
                      <a:solidFill>
                        <a:srgbClr val="969696"/>
                      </a:solidFill>
                      <a:prstDash val="solid"/>
                      <a:round/>
                      <a:headEnd len="sm" w="sm" type="none"/>
                      <a:tailEnd len="sm" w="sm" type="none"/>
                    </a:lnR>
                    <a:lnT cap="flat" cmpd="sng" w="9525">
                      <a:solidFill>
                        <a:srgbClr val="969696"/>
                      </a:solidFill>
                      <a:prstDash val="solid"/>
                      <a:round/>
                      <a:headEnd len="sm" w="sm" type="none"/>
                      <a:tailEnd len="sm" w="sm" type="none"/>
                    </a:lnT>
                    <a:lnB cap="flat" cmpd="sng" w="9525">
                      <a:solidFill>
                        <a:srgbClr val="969696"/>
                      </a:solidFill>
                      <a:prstDash val="solid"/>
                      <a:round/>
                      <a:headEnd len="sm" w="sm" type="none"/>
                      <a:tailEnd len="sm" w="sm" type="none"/>
                    </a:lnB>
                    <a:solidFill>
                      <a:srgbClr val="D9EAD3"/>
                    </a:solidFill>
                  </a:tcPr>
                </a:tc>
                <a:tc>
                  <a:txBody>
                    <a:bodyPr/>
                    <a:lstStyle/>
                    <a:p>
                      <a:pPr indent="0" lvl="0" marL="0" marR="0" rtl="0" algn="ctr">
                        <a:lnSpc>
                          <a:spcPct val="115000"/>
                        </a:lnSpc>
                        <a:spcBef>
                          <a:spcPts val="0"/>
                        </a:spcBef>
                        <a:spcAft>
                          <a:spcPts val="0"/>
                        </a:spcAft>
                        <a:buClr>
                          <a:srgbClr val="000000"/>
                        </a:buClr>
                        <a:buSzPts val="1200"/>
                        <a:buFont typeface="Arial"/>
                        <a:buNone/>
                      </a:pPr>
                      <a:r>
                        <a:rPr b="1" lang="es-419" sz="1200" u="none" cap="none" strike="noStrike">
                          <a:solidFill>
                            <a:schemeClr val="dk1"/>
                          </a:solidFill>
                          <a:latin typeface="Open Sans"/>
                          <a:ea typeface="Open Sans"/>
                          <a:cs typeface="Open Sans"/>
                          <a:sym typeface="Open Sans"/>
                        </a:rPr>
                        <a:t>Valor</a:t>
                      </a:r>
                      <a:endParaRPr b="1" sz="1200" u="none" cap="none" strike="noStrike">
                        <a:solidFill>
                          <a:schemeClr val="dk1"/>
                        </a:solidFill>
                        <a:latin typeface="Open Sans"/>
                        <a:ea typeface="Open Sans"/>
                        <a:cs typeface="Open Sans"/>
                        <a:sym typeface="Open Sans"/>
                      </a:endParaRPr>
                    </a:p>
                  </a:txBody>
                  <a:tcPr marT="76200" marB="76200" marR="76200" marL="76200" anchor="ctr">
                    <a:lnL cap="flat" cmpd="sng" w="9525">
                      <a:solidFill>
                        <a:srgbClr val="969696"/>
                      </a:solidFill>
                      <a:prstDash val="solid"/>
                      <a:round/>
                      <a:headEnd len="sm" w="sm" type="none"/>
                      <a:tailEnd len="sm" w="sm" type="none"/>
                    </a:lnL>
                    <a:lnR cap="flat" cmpd="sng" w="9525">
                      <a:solidFill>
                        <a:srgbClr val="969696"/>
                      </a:solidFill>
                      <a:prstDash val="solid"/>
                      <a:round/>
                      <a:headEnd len="sm" w="sm" type="none"/>
                      <a:tailEnd len="sm" w="sm" type="none"/>
                    </a:lnR>
                    <a:lnT cap="flat" cmpd="sng" w="9525">
                      <a:solidFill>
                        <a:srgbClr val="969696"/>
                      </a:solidFill>
                      <a:prstDash val="solid"/>
                      <a:round/>
                      <a:headEnd len="sm" w="sm" type="none"/>
                      <a:tailEnd len="sm" w="sm" type="none"/>
                    </a:lnT>
                    <a:lnB cap="flat" cmpd="sng" w="9525">
                      <a:solidFill>
                        <a:srgbClr val="969696"/>
                      </a:solidFill>
                      <a:prstDash val="solid"/>
                      <a:round/>
                      <a:headEnd len="sm" w="sm" type="none"/>
                      <a:tailEnd len="sm" w="sm" type="none"/>
                    </a:lnB>
                    <a:solidFill>
                      <a:srgbClr val="D9EAD3"/>
                    </a:solidFill>
                  </a:tcPr>
                </a:tc>
                <a:tc>
                  <a:txBody>
                    <a:bodyPr/>
                    <a:lstStyle/>
                    <a:p>
                      <a:pPr indent="0" lvl="0" marL="0" marR="0" rtl="0" algn="ctr">
                        <a:lnSpc>
                          <a:spcPct val="115000"/>
                        </a:lnSpc>
                        <a:spcBef>
                          <a:spcPts val="0"/>
                        </a:spcBef>
                        <a:spcAft>
                          <a:spcPts val="0"/>
                        </a:spcAft>
                        <a:buClr>
                          <a:srgbClr val="000000"/>
                        </a:buClr>
                        <a:buSzPts val="1200"/>
                        <a:buFont typeface="Arial"/>
                        <a:buNone/>
                      </a:pPr>
                      <a:r>
                        <a:rPr b="1" lang="es-419" sz="1200" u="none" cap="none" strike="noStrike">
                          <a:solidFill>
                            <a:schemeClr val="dk1"/>
                          </a:solidFill>
                          <a:latin typeface="Open Sans"/>
                          <a:ea typeface="Open Sans"/>
                          <a:cs typeface="Open Sans"/>
                          <a:sym typeface="Open Sans"/>
                        </a:rPr>
                        <a:t>Significado</a:t>
                      </a:r>
                      <a:endParaRPr b="1" sz="1200" u="none" cap="none" strike="noStrike">
                        <a:solidFill>
                          <a:schemeClr val="dk1"/>
                        </a:solidFill>
                        <a:latin typeface="Open Sans"/>
                        <a:ea typeface="Open Sans"/>
                        <a:cs typeface="Open Sans"/>
                        <a:sym typeface="Open Sans"/>
                      </a:endParaRPr>
                    </a:p>
                  </a:txBody>
                  <a:tcPr marT="76200" marB="76200" marR="76200" marL="76200" anchor="ctr">
                    <a:lnL cap="flat" cmpd="sng" w="9525">
                      <a:solidFill>
                        <a:srgbClr val="969696"/>
                      </a:solidFill>
                      <a:prstDash val="solid"/>
                      <a:round/>
                      <a:headEnd len="sm" w="sm" type="none"/>
                      <a:tailEnd len="sm" w="sm" type="none"/>
                    </a:lnL>
                    <a:lnR cap="flat" cmpd="sng" w="9525">
                      <a:solidFill>
                        <a:srgbClr val="969696"/>
                      </a:solidFill>
                      <a:prstDash val="solid"/>
                      <a:round/>
                      <a:headEnd len="sm" w="sm" type="none"/>
                      <a:tailEnd len="sm" w="sm" type="none"/>
                    </a:lnR>
                    <a:lnT cap="flat" cmpd="sng" w="9525">
                      <a:solidFill>
                        <a:srgbClr val="969696"/>
                      </a:solidFill>
                      <a:prstDash val="solid"/>
                      <a:round/>
                      <a:headEnd len="sm" w="sm" type="none"/>
                      <a:tailEnd len="sm" w="sm" type="none"/>
                    </a:lnT>
                    <a:lnB cap="flat" cmpd="sng" w="9525">
                      <a:solidFill>
                        <a:srgbClr val="969696"/>
                      </a:solidFill>
                      <a:prstDash val="solid"/>
                      <a:round/>
                      <a:headEnd len="sm" w="sm" type="none"/>
                      <a:tailEnd len="sm" w="sm" type="none"/>
                    </a:lnB>
                    <a:solidFill>
                      <a:srgbClr val="D9EAD3"/>
                    </a:solidFill>
                  </a:tcPr>
                </a:tc>
              </a:tr>
              <a:tr h="381000">
                <a:tc>
                  <a:txBody>
                    <a:bodyPr/>
                    <a:lstStyle/>
                    <a:p>
                      <a:pPr indent="0" lvl="0" marL="0" marR="0" rtl="0" algn="ctr">
                        <a:lnSpc>
                          <a:spcPct val="115000"/>
                        </a:lnSpc>
                        <a:spcBef>
                          <a:spcPts val="0"/>
                        </a:spcBef>
                        <a:spcAft>
                          <a:spcPts val="0"/>
                        </a:spcAft>
                        <a:buClr>
                          <a:srgbClr val="000000"/>
                        </a:buClr>
                        <a:buSzPts val="1200"/>
                        <a:buFont typeface="Arial"/>
                        <a:buNone/>
                      </a:pPr>
                      <a:r>
                        <a:rPr lang="es-419" sz="1200" u="none" cap="none" strike="noStrike">
                          <a:solidFill>
                            <a:schemeClr val="dk1"/>
                          </a:solidFill>
                          <a:latin typeface="Open Sans"/>
                          <a:ea typeface="Open Sans"/>
                          <a:cs typeface="Open Sans"/>
                          <a:sym typeface="Open Sans"/>
                        </a:rPr>
                        <a:t>font-style</a:t>
                      </a:r>
                      <a:endParaRPr sz="1200" u="none" cap="none" strike="noStrike">
                        <a:solidFill>
                          <a:schemeClr val="dk1"/>
                        </a:solidFill>
                        <a:latin typeface="Open Sans"/>
                        <a:ea typeface="Open Sans"/>
                        <a:cs typeface="Open Sans"/>
                        <a:sym typeface="Open Sans"/>
                      </a:endParaRPr>
                    </a:p>
                  </a:txBody>
                  <a:tcPr marT="76200" marB="76200" marR="76200" marL="76200" anchor="ctr">
                    <a:lnL cap="flat" cmpd="sng" w="9525">
                      <a:solidFill>
                        <a:srgbClr val="969696"/>
                      </a:solidFill>
                      <a:prstDash val="solid"/>
                      <a:round/>
                      <a:headEnd len="sm" w="sm" type="none"/>
                      <a:tailEnd len="sm" w="sm" type="none"/>
                    </a:lnL>
                    <a:lnR cap="flat" cmpd="sng" w="9525">
                      <a:solidFill>
                        <a:srgbClr val="969696"/>
                      </a:solidFill>
                      <a:prstDash val="solid"/>
                      <a:round/>
                      <a:headEnd len="sm" w="sm" type="none"/>
                      <a:tailEnd len="sm" w="sm" type="none"/>
                    </a:lnR>
                    <a:lnT cap="flat" cmpd="sng" w="9525">
                      <a:solidFill>
                        <a:srgbClr val="969696"/>
                      </a:solidFill>
                      <a:prstDash val="solid"/>
                      <a:round/>
                      <a:headEnd len="sm" w="sm" type="none"/>
                      <a:tailEnd len="sm" w="sm" type="none"/>
                    </a:lnT>
                    <a:lnB cap="flat" cmpd="sng" w="9525">
                      <a:solidFill>
                        <a:srgbClr val="969696"/>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lang="es-419" sz="1200" u="none" cap="none" strike="noStrike">
                          <a:solidFill>
                            <a:schemeClr val="dk1"/>
                          </a:solidFill>
                          <a:latin typeface="Open Sans"/>
                          <a:ea typeface="Open Sans"/>
                          <a:cs typeface="Open Sans"/>
                          <a:sym typeface="Open Sans"/>
                        </a:rPr>
                        <a:t>normal</a:t>
                      </a:r>
                      <a:endParaRPr sz="1200" u="none" cap="none" strike="noStrike">
                        <a:solidFill>
                          <a:schemeClr val="dk1"/>
                        </a:solidFill>
                        <a:latin typeface="Open Sans"/>
                        <a:ea typeface="Open Sans"/>
                        <a:cs typeface="Open Sans"/>
                        <a:sym typeface="Open Sans"/>
                      </a:endParaRPr>
                    </a:p>
                  </a:txBody>
                  <a:tcPr marT="76200" marB="76200" marR="76200" marL="76200" anchor="ctr">
                    <a:lnL cap="flat" cmpd="sng" w="9525">
                      <a:solidFill>
                        <a:srgbClr val="969696"/>
                      </a:solidFill>
                      <a:prstDash val="solid"/>
                      <a:round/>
                      <a:headEnd len="sm" w="sm" type="none"/>
                      <a:tailEnd len="sm" w="sm" type="none"/>
                    </a:lnL>
                    <a:lnR cap="flat" cmpd="sng" w="9525">
                      <a:solidFill>
                        <a:srgbClr val="969696"/>
                      </a:solidFill>
                      <a:prstDash val="solid"/>
                      <a:round/>
                      <a:headEnd len="sm" w="sm" type="none"/>
                      <a:tailEnd len="sm" w="sm" type="none"/>
                    </a:lnR>
                    <a:lnT cap="flat" cmpd="sng" w="9525">
                      <a:solidFill>
                        <a:srgbClr val="969696"/>
                      </a:solidFill>
                      <a:prstDash val="solid"/>
                      <a:round/>
                      <a:headEnd len="sm" w="sm" type="none"/>
                      <a:tailEnd len="sm" w="sm" type="none"/>
                    </a:lnT>
                    <a:lnB cap="flat" cmpd="sng" w="9525">
                      <a:solidFill>
                        <a:srgbClr val="969696"/>
                      </a:solidFill>
                      <a:prstDash val="solid"/>
                      <a:round/>
                      <a:headEnd len="sm" w="sm" type="none"/>
                      <a:tailEnd len="sm" w="sm" type="none"/>
                    </a:lnB>
                  </a:tcPr>
                </a:tc>
                <a:tc>
                  <a:txBody>
                    <a:bodyPr/>
                    <a:lstStyle/>
                    <a:p>
                      <a:pPr indent="0" lvl="0" marL="0" marR="0" rtl="0" algn="just">
                        <a:lnSpc>
                          <a:spcPct val="115000"/>
                        </a:lnSpc>
                        <a:spcBef>
                          <a:spcPts val="0"/>
                        </a:spcBef>
                        <a:spcAft>
                          <a:spcPts val="0"/>
                        </a:spcAft>
                        <a:buClr>
                          <a:srgbClr val="000000"/>
                        </a:buClr>
                        <a:buSzPts val="1200"/>
                        <a:buFont typeface="Arial"/>
                        <a:buNone/>
                      </a:pPr>
                      <a:r>
                        <a:rPr lang="es-419" sz="1200" u="none" cap="none" strike="noStrike">
                          <a:solidFill>
                            <a:schemeClr val="dk1"/>
                          </a:solidFill>
                          <a:latin typeface="Open Sans"/>
                          <a:ea typeface="Open Sans"/>
                          <a:cs typeface="Open Sans"/>
                          <a:sym typeface="Open Sans"/>
                        </a:rPr>
                        <a:t>Estilo normal. Sin cambios aparentes. </a:t>
                      </a:r>
                      <a:r>
                        <a:rPr b="1" lang="es-419" sz="1200" u="none" cap="none" strike="noStrike">
                          <a:solidFill>
                            <a:schemeClr val="dk1"/>
                          </a:solidFill>
                          <a:latin typeface="Open Sans"/>
                          <a:ea typeface="Open Sans"/>
                          <a:cs typeface="Open Sans"/>
                          <a:sym typeface="Open Sans"/>
                        </a:rPr>
                        <a:t>Valor por defecto</a:t>
                      </a:r>
                      <a:r>
                        <a:rPr lang="es-419" sz="1200" u="none" cap="none" strike="noStrike">
                          <a:solidFill>
                            <a:schemeClr val="dk1"/>
                          </a:solidFill>
                          <a:latin typeface="Open Sans"/>
                          <a:ea typeface="Open Sans"/>
                          <a:cs typeface="Open Sans"/>
                          <a:sym typeface="Open Sans"/>
                        </a:rPr>
                        <a:t>.</a:t>
                      </a:r>
                      <a:endParaRPr sz="1200" u="none" cap="none" strike="noStrike">
                        <a:solidFill>
                          <a:schemeClr val="dk1"/>
                        </a:solidFill>
                        <a:latin typeface="Open Sans"/>
                        <a:ea typeface="Open Sans"/>
                        <a:cs typeface="Open Sans"/>
                        <a:sym typeface="Open Sans"/>
                      </a:endParaRPr>
                    </a:p>
                  </a:txBody>
                  <a:tcPr marT="76200" marB="76200" marR="76200" marL="76200" anchor="ctr">
                    <a:lnL cap="flat" cmpd="sng" w="9525">
                      <a:solidFill>
                        <a:srgbClr val="969696"/>
                      </a:solidFill>
                      <a:prstDash val="solid"/>
                      <a:round/>
                      <a:headEnd len="sm" w="sm" type="none"/>
                      <a:tailEnd len="sm" w="sm" type="none"/>
                    </a:lnL>
                    <a:lnR cap="flat" cmpd="sng" w="9525">
                      <a:solidFill>
                        <a:srgbClr val="969696"/>
                      </a:solidFill>
                      <a:prstDash val="solid"/>
                      <a:round/>
                      <a:headEnd len="sm" w="sm" type="none"/>
                      <a:tailEnd len="sm" w="sm" type="none"/>
                    </a:lnR>
                    <a:lnT cap="flat" cmpd="sng" w="9525">
                      <a:solidFill>
                        <a:srgbClr val="969696"/>
                      </a:solidFill>
                      <a:prstDash val="solid"/>
                      <a:round/>
                      <a:headEnd len="sm" w="sm" type="none"/>
                      <a:tailEnd len="sm" w="sm" type="none"/>
                    </a:lnT>
                    <a:lnB cap="flat" cmpd="sng" w="9525">
                      <a:solidFill>
                        <a:srgbClr val="969696"/>
                      </a:solidFill>
                      <a:prstDash val="solid"/>
                      <a:round/>
                      <a:headEnd len="sm" w="sm" type="none"/>
                      <a:tailEnd len="sm" w="sm" type="none"/>
                    </a:lnB>
                  </a:tcPr>
                </a:tc>
              </a:tr>
              <a:tr h="381000">
                <a:tc>
                  <a:txBody>
                    <a:bodyPr/>
                    <a:lstStyle/>
                    <a:p>
                      <a:pPr indent="0" lvl="0" marL="0" marR="0" rtl="0" algn="ctr">
                        <a:lnSpc>
                          <a:spcPct val="115000"/>
                        </a:lnSpc>
                        <a:spcBef>
                          <a:spcPts val="0"/>
                        </a:spcBef>
                        <a:spcAft>
                          <a:spcPts val="0"/>
                        </a:spcAft>
                        <a:buClr>
                          <a:srgbClr val="000000"/>
                        </a:buClr>
                        <a:buSzPts val="1200"/>
                        <a:buFont typeface="Arial"/>
                        <a:buNone/>
                      </a:pPr>
                      <a:r>
                        <a:rPr lang="es-419" sz="1200" u="none" cap="none" strike="noStrike">
                          <a:solidFill>
                            <a:schemeClr val="dk1"/>
                          </a:solidFill>
                          <a:latin typeface="Open Sans"/>
                          <a:ea typeface="Open Sans"/>
                          <a:cs typeface="Open Sans"/>
                          <a:sym typeface="Open Sans"/>
                        </a:rPr>
                        <a:t>font-style</a:t>
                      </a:r>
                      <a:endParaRPr sz="1200" u="none" cap="none" strike="noStrike">
                        <a:solidFill>
                          <a:schemeClr val="dk1"/>
                        </a:solidFill>
                        <a:latin typeface="Open Sans"/>
                        <a:ea typeface="Open Sans"/>
                        <a:cs typeface="Open Sans"/>
                        <a:sym typeface="Open Sans"/>
                      </a:endParaRPr>
                    </a:p>
                  </a:txBody>
                  <a:tcPr marT="76200" marB="76200" marR="76200" marL="76200" anchor="ctr">
                    <a:lnL cap="flat" cmpd="sng" w="9525">
                      <a:solidFill>
                        <a:srgbClr val="969696"/>
                      </a:solidFill>
                      <a:prstDash val="solid"/>
                      <a:round/>
                      <a:headEnd len="sm" w="sm" type="none"/>
                      <a:tailEnd len="sm" w="sm" type="none"/>
                    </a:lnL>
                    <a:lnR cap="flat" cmpd="sng" w="9525">
                      <a:solidFill>
                        <a:srgbClr val="969696"/>
                      </a:solidFill>
                      <a:prstDash val="solid"/>
                      <a:round/>
                      <a:headEnd len="sm" w="sm" type="none"/>
                      <a:tailEnd len="sm" w="sm" type="none"/>
                    </a:lnR>
                    <a:lnT cap="flat" cmpd="sng" w="9525">
                      <a:solidFill>
                        <a:srgbClr val="969696"/>
                      </a:solidFill>
                      <a:prstDash val="solid"/>
                      <a:round/>
                      <a:headEnd len="sm" w="sm" type="none"/>
                      <a:tailEnd len="sm" w="sm" type="none"/>
                    </a:lnT>
                    <a:lnB cap="flat" cmpd="sng" w="9525">
                      <a:solidFill>
                        <a:srgbClr val="969696"/>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lang="es-419" sz="1200" u="none" cap="none" strike="noStrike">
                          <a:solidFill>
                            <a:schemeClr val="dk1"/>
                          </a:solidFill>
                          <a:latin typeface="Open Sans"/>
                          <a:ea typeface="Open Sans"/>
                          <a:cs typeface="Open Sans"/>
                          <a:sym typeface="Open Sans"/>
                        </a:rPr>
                        <a:t>italic</a:t>
                      </a:r>
                      <a:endParaRPr sz="1200" u="none" cap="none" strike="noStrike">
                        <a:solidFill>
                          <a:schemeClr val="dk1"/>
                        </a:solidFill>
                        <a:latin typeface="Open Sans"/>
                        <a:ea typeface="Open Sans"/>
                        <a:cs typeface="Open Sans"/>
                        <a:sym typeface="Open Sans"/>
                      </a:endParaRPr>
                    </a:p>
                  </a:txBody>
                  <a:tcPr marT="76200" marB="76200" marR="76200" marL="76200" anchor="ctr">
                    <a:lnL cap="flat" cmpd="sng" w="9525">
                      <a:solidFill>
                        <a:srgbClr val="969696"/>
                      </a:solidFill>
                      <a:prstDash val="solid"/>
                      <a:round/>
                      <a:headEnd len="sm" w="sm" type="none"/>
                      <a:tailEnd len="sm" w="sm" type="none"/>
                    </a:lnL>
                    <a:lnR cap="flat" cmpd="sng" w="9525">
                      <a:solidFill>
                        <a:srgbClr val="969696"/>
                      </a:solidFill>
                      <a:prstDash val="solid"/>
                      <a:round/>
                      <a:headEnd len="sm" w="sm" type="none"/>
                      <a:tailEnd len="sm" w="sm" type="none"/>
                    </a:lnR>
                    <a:lnT cap="flat" cmpd="sng" w="9525">
                      <a:solidFill>
                        <a:srgbClr val="969696"/>
                      </a:solidFill>
                      <a:prstDash val="solid"/>
                      <a:round/>
                      <a:headEnd len="sm" w="sm" type="none"/>
                      <a:tailEnd len="sm" w="sm" type="none"/>
                    </a:lnT>
                    <a:lnB cap="flat" cmpd="sng" w="9525">
                      <a:solidFill>
                        <a:srgbClr val="969696"/>
                      </a:solidFill>
                      <a:prstDash val="solid"/>
                      <a:round/>
                      <a:headEnd len="sm" w="sm" type="none"/>
                      <a:tailEnd len="sm" w="sm" type="none"/>
                    </a:lnB>
                  </a:tcPr>
                </a:tc>
                <a:tc>
                  <a:txBody>
                    <a:bodyPr/>
                    <a:lstStyle/>
                    <a:p>
                      <a:pPr indent="0" lvl="0" marL="0" marR="0" rtl="0" algn="just">
                        <a:lnSpc>
                          <a:spcPct val="115000"/>
                        </a:lnSpc>
                        <a:spcBef>
                          <a:spcPts val="0"/>
                        </a:spcBef>
                        <a:spcAft>
                          <a:spcPts val="0"/>
                        </a:spcAft>
                        <a:buClr>
                          <a:srgbClr val="000000"/>
                        </a:buClr>
                        <a:buSzPts val="1200"/>
                        <a:buFont typeface="Arial"/>
                        <a:buNone/>
                      </a:pPr>
                      <a:r>
                        <a:rPr lang="es-419" sz="1200" u="none" cap="none" strike="noStrike">
                          <a:solidFill>
                            <a:schemeClr val="dk1"/>
                          </a:solidFill>
                          <a:latin typeface="Open Sans"/>
                          <a:ea typeface="Open Sans"/>
                          <a:cs typeface="Open Sans"/>
                          <a:sym typeface="Open Sans"/>
                        </a:rPr>
                        <a:t>Cursiva. Estilo caracterizado por una ligera inclinación de las letras hacia la derecha.</a:t>
                      </a:r>
                      <a:endParaRPr sz="1200" u="none" cap="none" strike="noStrike">
                        <a:solidFill>
                          <a:schemeClr val="dk1"/>
                        </a:solidFill>
                        <a:latin typeface="Open Sans"/>
                        <a:ea typeface="Open Sans"/>
                        <a:cs typeface="Open Sans"/>
                        <a:sym typeface="Open Sans"/>
                      </a:endParaRPr>
                    </a:p>
                  </a:txBody>
                  <a:tcPr marT="76200" marB="76200" marR="76200" marL="76200" anchor="ctr">
                    <a:lnL cap="flat" cmpd="sng" w="9525">
                      <a:solidFill>
                        <a:srgbClr val="969696"/>
                      </a:solidFill>
                      <a:prstDash val="solid"/>
                      <a:round/>
                      <a:headEnd len="sm" w="sm" type="none"/>
                      <a:tailEnd len="sm" w="sm" type="none"/>
                    </a:lnL>
                    <a:lnR cap="flat" cmpd="sng" w="9525">
                      <a:solidFill>
                        <a:srgbClr val="969696"/>
                      </a:solidFill>
                      <a:prstDash val="solid"/>
                      <a:round/>
                      <a:headEnd len="sm" w="sm" type="none"/>
                      <a:tailEnd len="sm" w="sm" type="none"/>
                    </a:lnR>
                    <a:lnT cap="flat" cmpd="sng" w="9525">
                      <a:solidFill>
                        <a:srgbClr val="969696"/>
                      </a:solidFill>
                      <a:prstDash val="solid"/>
                      <a:round/>
                      <a:headEnd len="sm" w="sm" type="none"/>
                      <a:tailEnd len="sm" w="sm" type="none"/>
                    </a:lnT>
                    <a:lnB cap="flat" cmpd="sng" w="9525">
                      <a:solidFill>
                        <a:srgbClr val="969696"/>
                      </a:solidFill>
                      <a:prstDash val="solid"/>
                      <a:round/>
                      <a:headEnd len="sm" w="sm" type="none"/>
                      <a:tailEnd len="sm" w="sm" type="none"/>
                    </a:lnB>
                  </a:tcPr>
                </a:tc>
              </a:tr>
              <a:tr h="381000">
                <a:tc>
                  <a:txBody>
                    <a:bodyPr/>
                    <a:lstStyle/>
                    <a:p>
                      <a:pPr indent="0" lvl="0" marL="0" marR="0" rtl="0" algn="ctr">
                        <a:lnSpc>
                          <a:spcPct val="115000"/>
                        </a:lnSpc>
                        <a:spcBef>
                          <a:spcPts val="0"/>
                        </a:spcBef>
                        <a:spcAft>
                          <a:spcPts val="0"/>
                        </a:spcAft>
                        <a:buClr>
                          <a:srgbClr val="000000"/>
                        </a:buClr>
                        <a:buSzPts val="1200"/>
                        <a:buFont typeface="Arial"/>
                        <a:buNone/>
                      </a:pPr>
                      <a:r>
                        <a:rPr lang="es-419" sz="1200" u="none" cap="none" strike="noStrike">
                          <a:solidFill>
                            <a:schemeClr val="dk1"/>
                          </a:solidFill>
                          <a:latin typeface="Open Sans"/>
                          <a:ea typeface="Open Sans"/>
                          <a:cs typeface="Open Sans"/>
                          <a:sym typeface="Open Sans"/>
                        </a:rPr>
                        <a:t>font-style</a:t>
                      </a:r>
                      <a:endParaRPr sz="1200" u="none" cap="none" strike="noStrike">
                        <a:solidFill>
                          <a:schemeClr val="dk1"/>
                        </a:solidFill>
                        <a:latin typeface="Open Sans"/>
                        <a:ea typeface="Open Sans"/>
                        <a:cs typeface="Open Sans"/>
                        <a:sym typeface="Open Sans"/>
                      </a:endParaRPr>
                    </a:p>
                  </a:txBody>
                  <a:tcPr marT="76200" marB="76200" marR="76200" marL="76200" anchor="ctr">
                    <a:lnL cap="flat" cmpd="sng" w="9525">
                      <a:solidFill>
                        <a:srgbClr val="969696"/>
                      </a:solidFill>
                      <a:prstDash val="solid"/>
                      <a:round/>
                      <a:headEnd len="sm" w="sm" type="none"/>
                      <a:tailEnd len="sm" w="sm" type="none"/>
                    </a:lnL>
                    <a:lnR cap="flat" cmpd="sng" w="9525">
                      <a:solidFill>
                        <a:srgbClr val="969696"/>
                      </a:solidFill>
                      <a:prstDash val="solid"/>
                      <a:round/>
                      <a:headEnd len="sm" w="sm" type="none"/>
                      <a:tailEnd len="sm" w="sm" type="none"/>
                    </a:lnR>
                    <a:lnT cap="flat" cmpd="sng" w="9525">
                      <a:solidFill>
                        <a:srgbClr val="969696"/>
                      </a:solidFill>
                      <a:prstDash val="solid"/>
                      <a:round/>
                      <a:headEnd len="sm" w="sm" type="none"/>
                      <a:tailEnd len="sm" w="sm" type="none"/>
                    </a:lnT>
                    <a:lnB cap="flat" cmpd="sng" w="9525">
                      <a:solidFill>
                        <a:srgbClr val="969696"/>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lang="es-419" sz="1200" u="none" cap="none" strike="noStrike">
                          <a:solidFill>
                            <a:schemeClr val="dk1"/>
                          </a:solidFill>
                          <a:latin typeface="Open Sans"/>
                          <a:ea typeface="Open Sans"/>
                          <a:cs typeface="Open Sans"/>
                          <a:sym typeface="Open Sans"/>
                        </a:rPr>
                        <a:t>oblique</a:t>
                      </a:r>
                      <a:endParaRPr sz="1200" u="none" cap="none" strike="noStrike">
                        <a:solidFill>
                          <a:schemeClr val="dk1"/>
                        </a:solidFill>
                        <a:latin typeface="Open Sans"/>
                        <a:ea typeface="Open Sans"/>
                        <a:cs typeface="Open Sans"/>
                        <a:sym typeface="Open Sans"/>
                      </a:endParaRPr>
                    </a:p>
                  </a:txBody>
                  <a:tcPr marT="76200" marB="76200" marR="76200" marL="76200" anchor="ctr">
                    <a:lnL cap="flat" cmpd="sng" w="9525">
                      <a:solidFill>
                        <a:srgbClr val="969696"/>
                      </a:solidFill>
                      <a:prstDash val="solid"/>
                      <a:round/>
                      <a:headEnd len="sm" w="sm" type="none"/>
                      <a:tailEnd len="sm" w="sm" type="none"/>
                    </a:lnL>
                    <a:lnR cap="flat" cmpd="sng" w="9525">
                      <a:solidFill>
                        <a:srgbClr val="969696"/>
                      </a:solidFill>
                      <a:prstDash val="solid"/>
                      <a:round/>
                      <a:headEnd len="sm" w="sm" type="none"/>
                      <a:tailEnd len="sm" w="sm" type="none"/>
                    </a:lnR>
                    <a:lnT cap="flat" cmpd="sng" w="9525">
                      <a:solidFill>
                        <a:srgbClr val="969696"/>
                      </a:solidFill>
                      <a:prstDash val="solid"/>
                      <a:round/>
                      <a:headEnd len="sm" w="sm" type="none"/>
                      <a:tailEnd len="sm" w="sm" type="none"/>
                    </a:lnT>
                    <a:lnB cap="flat" cmpd="sng" w="9525">
                      <a:solidFill>
                        <a:srgbClr val="969696"/>
                      </a:solidFill>
                      <a:prstDash val="solid"/>
                      <a:round/>
                      <a:headEnd len="sm" w="sm" type="none"/>
                      <a:tailEnd len="sm" w="sm" type="none"/>
                    </a:lnB>
                  </a:tcPr>
                </a:tc>
                <a:tc>
                  <a:txBody>
                    <a:bodyPr/>
                    <a:lstStyle/>
                    <a:p>
                      <a:pPr indent="0" lvl="0" marL="0" marR="0" rtl="0" algn="just">
                        <a:lnSpc>
                          <a:spcPct val="115000"/>
                        </a:lnSpc>
                        <a:spcBef>
                          <a:spcPts val="0"/>
                        </a:spcBef>
                        <a:spcAft>
                          <a:spcPts val="0"/>
                        </a:spcAft>
                        <a:buClr>
                          <a:srgbClr val="000000"/>
                        </a:buClr>
                        <a:buSzPts val="1200"/>
                        <a:buFont typeface="Arial"/>
                        <a:buNone/>
                      </a:pPr>
                      <a:r>
                        <a:rPr lang="es-419" sz="1200" u="none" cap="none" strike="noStrike">
                          <a:solidFill>
                            <a:schemeClr val="dk1"/>
                          </a:solidFill>
                          <a:latin typeface="Open Sans"/>
                          <a:ea typeface="Open Sans"/>
                          <a:cs typeface="Open Sans"/>
                          <a:sym typeface="Open Sans"/>
                        </a:rPr>
                        <a:t>Oblicua. </a:t>
                      </a:r>
                      <a:r>
                        <a:rPr lang="es-419" sz="1200">
                          <a:solidFill>
                            <a:schemeClr val="dk1"/>
                          </a:solidFill>
                          <a:latin typeface="Open Sans"/>
                          <a:ea typeface="Open Sans"/>
                          <a:cs typeface="Open Sans"/>
                          <a:sym typeface="Open Sans"/>
                        </a:rPr>
                        <a:t>Similar</a:t>
                      </a:r>
                      <a:r>
                        <a:rPr lang="es-419" sz="1200" u="none" cap="none" strike="noStrike">
                          <a:solidFill>
                            <a:schemeClr val="dk1"/>
                          </a:solidFill>
                          <a:latin typeface="Open Sans"/>
                          <a:ea typeface="Open Sans"/>
                          <a:cs typeface="Open Sans"/>
                          <a:sym typeface="Open Sans"/>
                        </a:rPr>
                        <a:t> al anterior, salvo que esta inclinación se realiza de forma artificial.</a:t>
                      </a:r>
                      <a:endParaRPr sz="1200" u="none" cap="none" strike="noStrike">
                        <a:solidFill>
                          <a:schemeClr val="dk1"/>
                        </a:solidFill>
                        <a:latin typeface="Open Sans"/>
                        <a:ea typeface="Open Sans"/>
                        <a:cs typeface="Open Sans"/>
                        <a:sym typeface="Open Sans"/>
                      </a:endParaRPr>
                    </a:p>
                  </a:txBody>
                  <a:tcPr marT="76200" marB="76200" marR="76200" marL="76200" anchor="ctr">
                    <a:lnL cap="flat" cmpd="sng" w="9525">
                      <a:solidFill>
                        <a:srgbClr val="969696"/>
                      </a:solidFill>
                      <a:prstDash val="solid"/>
                      <a:round/>
                      <a:headEnd len="sm" w="sm" type="none"/>
                      <a:tailEnd len="sm" w="sm" type="none"/>
                    </a:lnL>
                    <a:lnR cap="flat" cmpd="sng" w="9525">
                      <a:solidFill>
                        <a:srgbClr val="969696"/>
                      </a:solidFill>
                      <a:prstDash val="solid"/>
                      <a:round/>
                      <a:headEnd len="sm" w="sm" type="none"/>
                      <a:tailEnd len="sm" w="sm" type="none"/>
                    </a:lnR>
                    <a:lnT cap="flat" cmpd="sng" w="9525">
                      <a:solidFill>
                        <a:srgbClr val="969696"/>
                      </a:solidFill>
                      <a:prstDash val="solid"/>
                      <a:round/>
                      <a:headEnd len="sm" w="sm" type="none"/>
                      <a:tailEnd len="sm" w="sm" type="none"/>
                    </a:lnT>
                    <a:lnB cap="flat" cmpd="sng" w="9525">
                      <a:solidFill>
                        <a:srgbClr val="969696"/>
                      </a:solidFill>
                      <a:prstDash val="solid"/>
                      <a:round/>
                      <a:headEnd len="sm" w="sm" type="none"/>
                      <a:tailEnd len="sm" w="sm" type="none"/>
                    </a:lnB>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16"/>
          <p:cNvSpPr txBox="1"/>
          <p:nvPr>
            <p:ph type="title"/>
          </p:nvPr>
        </p:nvSpPr>
        <p:spPr>
          <a:xfrm>
            <a:off x="440700" y="560400"/>
            <a:ext cx="8262600" cy="7557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3000"/>
              <a:buNone/>
            </a:pPr>
            <a:r>
              <a:rPr lang="es-419"/>
              <a:t>La propiedad font-weight</a:t>
            </a:r>
            <a:endParaRPr/>
          </a:p>
        </p:txBody>
      </p:sp>
      <p:sp>
        <p:nvSpPr>
          <p:cNvPr id="191" name="Google Shape;191;p16"/>
          <p:cNvSpPr txBox="1"/>
          <p:nvPr>
            <p:ph idx="1" type="body"/>
          </p:nvPr>
        </p:nvSpPr>
        <p:spPr>
          <a:xfrm>
            <a:off x="440700" y="1316100"/>
            <a:ext cx="8191200" cy="4887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SzPts val="935"/>
              <a:buNone/>
            </a:pPr>
            <a:r>
              <a:rPr lang="es-419" sz="1120"/>
              <a:t>Tenemos el peso de la tipografía, que es el grosor de la misma. No todas las tipografías soportan todos los tipos de grosor. Hay tres formas de definir grosor de una tipografía:</a:t>
            </a:r>
            <a:endParaRPr sz="1120"/>
          </a:p>
        </p:txBody>
      </p:sp>
      <p:graphicFrame>
        <p:nvGraphicFramePr>
          <p:cNvPr id="192" name="Google Shape;192;p16"/>
          <p:cNvGraphicFramePr/>
          <p:nvPr/>
        </p:nvGraphicFramePr>
        <p:xfrm>
          <a:off x="842400" y="2011600"/>
          <a:ext cx="3000000" cy="3000000"/>
        </p:xfrm>
        <a:graphic>
          <a:graphicData uri="http://schemas.openxmlformats.org/drawingml/2006/table">
            <a:tbl>
              <a:tblPr>
                <a:noFill/>
                <a:tableStyleId>{9C00EA5D-B031-4BB5-B692-589A45D4FE86}</a:tableStyleId>
              </a:tblPr>
              <a:tblGrid>
                <a:gridCol w="1153900"/>
                <a:gridCol w="2030000"/>
                <a:gridCol w="4055100"/>
              </a:tblGrid>
              <a:tr h="381000">
                <a:tc>
                  <a:txBody>
                    <a:bodyPr/>
                    <a:lstStyle/>
                    <a:p>
                      <a:pPr indent="0" lvl="0" marL="0" marR="0" rtl="0" algn="ctr">
                        <a:lnSpc>
                          <a:spcPct val="115000"/>
                        </a:lnSpc>
                        <a:spcBef>
                          <a:spcPts val="0"/>
                        </a:spcBef>
                        <a:spcAft>
                          <a:spcPts val="0"/>
                        </a:spcAft>
                        <a:buClr>
                          <a:srgbClr val="000000"/>
                        </a:buClr>
                        <a:buSzPts val="1200"/>
                        <a:buFont typeface="Arial"/>
                        <a:buNone/>
                      </a:pPr>
                      <a:r>
                        <a:rPr b="1" lang="es-419" sz="1200" u="none" cap="none" strike="noStrike">
                          <a:solidFill>
                            <a:schemeClr val="dk1"/>
                          </a:solidFill>
                          <a:latin typeface="Open Sans"/>
                          <a:ea typeface="Open Sans"/>
                          <a:cs typeface="Open Sans"/>
                          <a:sym typeface="Open Sans"/>
                        </a:rPr>
                        <a:t>Propiedad</a:t>
                      </a:r>
                      <a:endParaRPr b="1" sz="1200" u="none" cap="none" strike="noStrike">
                        <a:solidFill>
                          <a:schemeClr val="dk1"/>
                        </a:solidFill>
                        <a:latin typeface="Open Sans"/>
                        <a:ea typeface="Open Sans"/>
                        <a:cs typeface="Open Sans"/>
                        <a:sym typeface="Open Sans"/>
                      </a:endParaRPr>
                    </a:p>
                  </a:txBody>
                  <a:tcPr marT="76200" marB="76200" marR="76200" marL="76200" anchor="ctr">
                    <a:lnL cap="flat" cmpd="sng" w="9525">
                      <a:solidFill>
                        <a:srgbClr val="969696"/>
                      </a:solidFill>
                      <a:prstDash val="solid"/>
                      <a:round/>
                      <a:headEnd len="sm" w="sm" type="none"/>
                      <a:tailEnd len="sm" w="sm" type="none"/>
                    </a:lnL>
                    <a:lnR cap="flat" cmpd="sng" w="9525">
                      <a:solidFill>
                        <a:srgbClr val="969696"/>
                      </a:solidFill>
                      <a:prstDash val="solid"/>
                      <a:round/>
                      <a:headEnd len="sm" w="sm" type="none"/>
                      <a:tailEnd len="sm" w="sm" type="none"/>
                    </a:lnR>
                    <a:lnT cap="flat" cmpd="sng" w="9525">
                      <a:solidFill>
                        <a:srgbClr val="969696"/>
                      </a:solidFill>
                      <a:prstDash val="solid"/>
                      <a:round/>
                      <a:headEnd len="sm" w="sm" type="none"/>
                      <a:tailEnd len="sm" w="sm" type="none"/>
                    </a:lnT>
                    <a:lnB cap="flat" cmpd="sng" w="9525">
                      <a:solidFill>
                        <a:srgbClr val="969696"/>
                      </a:solidFill>
                      <a:prstDash val="solid"/>
                      <a:round/>
                      <a:headEnd len="sm" w="sm" type="none"/>
                      <a:tailEnd len="sm" w="sm" type="none"/>
                    </a:lnB>
                    <a:solidFill>
                      <a:srgbClr val="D9EAD3"/>
                    </a:solidFill>
                  </a:tcPr>
                </a:tc>
                <a:tc>
                  <a:txBody>
                    <a:bodyPr/>
                    <a:lstStyle/>
                    <a:p>
                      <a:pPr indent="0" lvl="0" marL="0" marR="0" rtl="0" algn="ctr">
                        <a:lnSpc>
                          <a:spcPct val="115000"/>
                        </a:lnSpc>
                        <a:spcBef>
                          <a:spcPts val="0"/>
                        </a:spcBef>
                        <a:spcAft>
                          <a:spcPts val="0"/>
                        </a:spcAft>
                        <a:buClr>
                          <a:srgbClr val="000000"/>
                        </a:buClr>
                        <a:buSzPts val="1200"/>
                        <a:buFont typeface="Arial"/>
                        <a:buNone/>
                      </a:pPr>
                      <a:r>
                        <a:rPr b="1" lang="es-419" sz="1200" u="none" cap="none" strike="noStrike">
                          <a:solidFill>
                            <a:schemeClr val="dk1"/>
                          </a:solidFill>
                          <a:latin typeface="Open Sans"/>
                          <a:ea typeface="Open Sans"/>
                          <a:cs typeface="Open Sans"/>
                          <a:sym typeface="Open Sans"/>
                        </a:rPr>
                        <a:t>Valor</a:t>
                      </a:r>
                      <a:endParaRPr b="1" sz="1200" u="none" cap="none" strike="noStrike">
                        <a:solidFill>
                          <a:schemeClr val="dk1"/>
                        </a:solidFill>
                        <a:latin typeface="Open Sans"/>
                        <a:ea typeface="Open Sans"/>
                        <a:cs typeface="Open Sans"/>
                        <a:sym typeface="Open Sans"/>
                      </a:endParaRPr>
                    </a:p>
                  </a:txBody>
                  <a:tcPr marT="76200" marB="76200" marR="76200" marL="76200" anchor="ctr">
                    <a:lnL cap="flat" cmpd="sng" w="9525">
                      <a:solidFill>
                        <a:srgbClr val="969696"/>
                      </a:solidFill>
                      <a:prstDash val="solid"/>
                      <a:round/>
                      <a:headEnd len="sm" w="sm" type="none"/>
                      <a:tailEnd len="sm" w="sm" type="none"/>
                    </a:lnL>
                    <a:lnR cap="flat" cmpd="sng" w="9525">
                      <a:solidFill>
                        <a:srgbClr val="969696"/>
                      </a:solidFill>
                      <a:prstDash val="solid"/>
                      <a:round/>
                      <a:headEnd len="sm" w="sm" type="none"/>
                      <a:tailEnd len="sm" w="sm" type="none"/>
                    </a:lnR>
                    <a:lnT cap="flat" cmpd="sng" w="9525">
                      <a:solidFill>
                        <a:srgbClr val="969696"/>
                      </a:solidFill>
                      <a:prstDash val="solid"/>
                      <a:round/>
                      <a:headEnd len="sm" w="sm" type="none"/>
                      <a:tailEnd len="sm" w="sm" type="none"/>
                    </a:lnT>
                    <a:lnB cap="flat" cmpd="sng" w="9525">
                      <a:solidFill>
                        <a:srgbClr val="969696"/>
                      </a:solidFill>
                      <a:prstDash val="solid"/>
                      <a:round/>
                      <a:headEnd len="sm" w="sm" type="none"/>
                      <a:tailEnd len="sm" w="sm" type="none"/>
                    </a:lnB>
                    <a:solidFill>
                      <a:srgbClr val="D9EAD3"/>
                    </a:solidFill>
                  </a:tcPr>
                </a:tc>
                <a:tc>
                  <a:txBody>
                    <a:bodyPr/>
                    <a:lstStyle/>
                    <a:p>
                      <a:pPr indent="0" lvl="0" marL="0" marR="0" rtl="0" algn="ctr">
                        <a:lnSpc>
                          <a:spcPct val="115000"/>
                        </a:lnSpc>
                        <a:spcBef>
                          <a:spcPts val="0"/>
                        </a:spcBef>
                        <a:spcAft>
                          <a:spcPts val="0"/>
                        </a:spcAft>
                        <a:buClr>
                          <a:srgbClr val="000000"/>
                        </a:buClr>
                        <a:buSzPts val="1200"/>
                        <a:buFont typeface="Arial"/>
                        <a:buNone/>
                      </a:pPr>
                      <a:r>
                        <a:rPr b="1" lang="es-419" sz="1200" u="none" cap="none" strike="noStrike">
                          <a:solidFill>
                            <a:schemeClr val="dk1"/>
                          </a:solidFill>
                          <a:latin typeface="Open Sans"/>
                          <a:ea typeface="Open Sans"/>
                          <a:cs typeface="Open Sans"/>
                          <a:sym typeface="Open Sans"/>
                        </a:rPr>
                        <a:t>Significado</a:t>
                      </a:r>
                      <a:endParaRPr b="1" sz="1200" u="none" cap="none" strike="noStrike">
                        <a:solidFill>
                          <a:schemeClr val="dk1"/>
                        </a:solidFill>
                        <a:latin typeface="Open Sans"/>
                        <a:ea typeface="Open Sans"/>
                        <a:cs typeface="Open Sans"/>
                        <a:sym typeface="Open Sans"/>
                      </a:endParaRPr>
                    </a:p>
                  </a:txBody>
                  <a:tcPr marT="76200" marB="76200" marR="76200" marL="76200" anchor="ctr">
                    <a:lnL cap="flat" cmpd="sng" w="9525">
                      <a:solidFill>
                        <a:srgbClr val="969696"/>
                      </a:solidFill>
                      <a:prstDash val="solid"/>
                      <a:round/>
                      <a:headEnd len="sm" w="sm" type="none"/>
                      <a:tailEnd len="sm" w="sm" type="none"/>
                    </a:lnL>
                    <a:lnR cap="flat" cmpd="sng" w="9525">
                      <a:solidFill>
                        <a:srgbClr val="969696"/>
                      </a:solidFill>
                      <a:prstDash val="solid"/>
                      <a:round/>
                      <a:headEnd len="sm" w="sm" type="none"/>
                      <a:tailEnd len="sm" w="sm" type="none"/>
                    </a:lnR>
                    <a:lnT cap="flat" cmpd="sng" w="9525">
                      <a:solidFill>
                        <a:srgbClr val="969696"/>
                      </a:solidFill>
                      <a:prstDash val="solid"/>
                      <a:round/>
                      <a:headEnd len="sm" w="sm" type="none"/>
                      <a:tailEnd len="sm" w="sm" type="none"/>
                    </a:lnT>
                    <a:lnB cap="flat" cmpd="sng" w="9525">
                      <a:solidFill>
                        <a:srgbClr val="969696"/>
                      </a:solidFill>
                      <a:prstDash val="solid"/>
                      <a:round/>
                      <a:headEnd len="sm" w="sm" type="none"/>
                      <a:tailEnd len="sm" w="sm" type="none"/>
                    </a:lnB>
                    <a:solidFill>
                      <a:srgbClr val="D9EAD3"/>
                    </a:solidFill>
                  </a:tcPr>
                </a:tc>
              </a:tr>
              <a:tr h="381000">
                <a:tc>
                  <a:txBody>
                    <a:bodyPr/>
                    <a:lstStyle/>
                    <a:p>
                      <a:pPr indent="0" lvl="0" marL="0" marR="0" rtl="0" algn="ctr">
                        <a:lnSpc>
                          <a:spcPct val="115000"/>
                        </a:lnSpc>
                        <a:spcBef>
                          <a:spcPts val="0"/>
                        </a:spcBef>
                        <a:spcAft>
                          <a:spcPts val="0"/>
                        </a:spcAft>
                        <a:buClr>
                          <a:srgbClr val="000000"/>
                        </a:buClr>
                        <a:buSzPts val="1200"/>
                        <a:buFont typeface="Arial"/>
                        <a:buNone/>
                      </a:pPr>
                      <a:r>
                        <a:rPr lang="es-419" sz="1200" u="none" cap="none" strike="noStrike">
                          <a:solidFill>
                            <a:schemeClr val="dk1"/>
                          </a:solidFill>
                          <a:latin typeface="Open Sans"/>
                          <a:ea typeface="Open Sans"/>
                          <a:cs typeface="Open Sans"/>
                          <a:sym typeface="Open Sans"/>
                        </a:rPr>
                        <a:t>font-weight</a:t>
                      </a:r>
                      <a:endParaRPr sz="1200" u="none" cap="none" strike="noStrike">
                        <a:solidFill>
                          <a:schemeClr val="dk1"/>
                        </a:solidFill>
                        <a:latin typeface="Open Sans"/>
                        <a:ea typeface="Open Sans"/>
                        <a:cs typeface="Open Sans"/>
                        <a:sym typeface="Open Sans"/>
                      </a:endParaRPr>
                    </a:p>
                  </a:txBody>
                  <a:tcPr marT="76200" marB="76200" marR="76200" marL="76200" anchor="ctr">
                    <a:lnL cap="flat" cmpd="sng" w="9525">
                      <a:solidFill>
                        <a:srgbClr val="969696"/>
                      </a:solidFill>
                      <a:prstDash val="solid"/>
                      <a:round/>
                      <a:headEnd len="sm" w="sm" type="none"/>
                      <a:tailEnd len="sm" w="sm" type="none"/>
                    </a:lnL>
                    <a:lnR cap="flat" cmpd="sng" w="9525">
                      <a:solidFill>
                        <a:srgbClr val="969696"/>
                      </a:solidFill>
                      <a:prstDash val="solid"/>
                      <a:round/>
                      <a:headEnd len="sm" w="sm" type="none"/>
                      <a:tailEnd len="sm" w="sm" type="none"/>
                    </a:lnR>
                    <a:lnT cap="flat" cmpd="sng" w="9525">
                      <a:solidFill>
                        <a:srgbClr val="969696"/>
                      </a:solidFill>
                      <a:prstDash val="solid"/>
                      <a:round/>
                      <a:headEnd len="sm" w="sm" type="none"/>
                      <a:tailEnd len="sm" w="sm" type="none"/>
                    </a:lnT>
                    <a:lnB cap="flat" cmpd="sng" w="9525">
                      <a:solidFill>
                        <a:srgbClr val="969696"/>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lang="es-419" sz="1200" u="none" cap="none" strike="noStrike">
                          <a:solidFill>
                            <a:schemeClr val="dk1"/>
                          </a:solidFill>
                          <a:latin typeface="Open Sans"/>
                          <a:ea typeface="Open Sans"/>
                          <a:cs typeface="Open Sans"/>
                          <a:sym typeface="Open Sans"/>
                        </a:rPr>
                        <a:t>normal (400) | bold (700)</a:t>
                      </a:r>
                      <a:endParaRPr sz="1200" u="none" cap="none" strike="noStrike">
                        <a:solidFill>
                          <a:schemeClr val="dk1"/>
                        </a:solidFill>
                        <a:latin typeface="Open Sans"/>
                        <a:ea typeface="Open Sans"/>
                        <a:cs typeface="Open Sans"/>
                        <a:sym typeface="Open Sans"/>
                      </a:endParaRPr>
                    </a:p>
                  </a:txBody>
                  <a:tcPr marT="76200" marB="76200" marR="76200" marL="76200" anchor="ctr">
                    <a:lnL cap="flat" cmpd="sng" w="9525">
                      <a:solidFill>
                        <a:srgbClr val="969696"/>
                      </a:solidFill>
                      <a:prstDash val="solid"/>
                      <a:round/>
                      <a:headEnd len="sm" w="sm" type="none"/>
                      <a:tailEnd len="sm" w="sm" type="none"/>
                    </a:lnL>
                    <a:lnR cap="flat" cmpd="sng" w="9525">
                      <a:solidFill>
                        <a:srgbClr val="969696"/>
                      </a:solidFill>
                      <a:prstDash val="solid"/>
                      <a:round/>
                      <a:headEnd len="sm" w="sm" type="none"/>
                      <a:tailEnd len="sm" w="sm" type="none"/>
                    </a:lnR>
                    <a:lnT cap="flat" cmpd="sng" w="9525">
                      <a:solidFill>
                        <a:srgbClr val="969696"/>
                      </a:solidFill>
                      <a:prstDash val="solid"/>
                      <a:round/>
                      <a:headEnd len="sm" w="sm" type="none"/>
                      <a:tailEnd len="sm" w="sm" type="none"/>
                    </a:lnT>
                    <a:lnB cap="flat" cmpd="sng" w="9525">
                      <a:solidFill>
                        <a:srgbClr val="969696"/>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lang="es-419" sz="1200" u="none" cap="none" strike="noStrike">
                          <a:solidFill>
                            <a:schemeClr val="dk1"/>
                          </a:solidFill>
                          <a:latin typeface="Open Sans"/>
                          <a:ea typeface="Open Sans"/>
                          <a:cs typeface="Open Sans"/>
                          <a:sym typeface="Open Sans"/>
                        </a:rPr>
                        <a:t>Peso absoluto (predefinido). El valor por defecto es normal.</a:t>
                      </a:r>
                      <a:endParaRPr sz="1200" u="none" cap="none" strike="noStrike">
                        <a:solidFill>
                          <a:schemeClr val="dk1"/>
                        </a:solidFill>
                        <a:latin typeface="Open Sans"/>
                        <a:ea typeface="Open Sans"/>
                        <a:cs typeface="Open Sans"/>
                        <a:sym typeface="Open Sans"/>
                      </a:endParaRPr>
                    </a:p>
                  </a:txBody>
                  <a:tcPr marT="76200" marB="76200" marR="76200" marL="76200" anchor="ctr">
                    <a:lnL cap="flat" cmpd="sng" w="9525">
                      <a:solidFill>
                        <a:srgbClr val="969696"/>
                      </a:solidFill>
                      <a:prstDash val="solid"/>
                      <a:round/>
                      <a:headEnd len="sm" w="sm" type="none"/>
                      <a:tailEnd len="sm" w="sm" type="none"/>
                    </a:lnL>
                    <a:lnR cap="flat" cmpd="sng" w="9525">
                      <a:solidFill>
                        <a:srgbClr val="969696"/>
                      </a:solidFill>
                      <a:prstDash val="solid"/>
                      <a:round/>
                      <a:headEnd len="sm" w="sm" type="none"/>
                      <a:tailEnd len="sm" w="sm" type="none"/>
                    </a:lnR>
                    <a:lnT cap="flat" cmpd="sng" w="9525">
                      <a:solidFill>
                        <a:srgbClr val="969696"/>
                      </a:solidFill>
                      <a:prstDash val="solid"/>
                      <a:round/>
                      <a:headEnd len="sm" w="sm" type="none"/>
                      <a:tailEnd len="sm" w="sm" type="none"/>
                    </a:lnT>
                    <a:lnB cap="flat" cmpd="sng" w="9525">
                      <a:solidFill>
                        <a:srgbClr val="969696"/>
                      </a:solidFill>
                      <a:prstDash val="solid"/>
                      <a:round/>
                      <a:headEnd len="sm" w="sm" type="none"/>
                      <a:tailEnd len="sm" w="sm" type="none"/>
                    </a:lnB>
                  </a:tcPr>
                </a:tc>
              </a:tr>
              <a:tr h="381000">
                <a:tc>
                  <a:txBody>
                    <a:bodyPr/>
                    <a:lstStyle/>
                    <a:p>
                      <a:pPr indent="0" lvl="0" marL="0" marR="0" rtl="0" algn="ctr">
                        <a:lnSpc>
                          <a:spcPct val="115000"/>
                        </a:lnSpc>
                        <a:spcBef>
                          <a:spcPts val="0"/>
                        </a:spcBef>
                        <a:spcAft>
                          <a:spcPts val="0"/>
                        </a:spcAft>
                        <a:buClr>
                          <a:srgbClr val="000000"/>
                        </a:buClr>
                        <a:buSzPts val="1200"/>
                        <a:buFont typeface="Arial"/>
                        <a:buNone/>
                      </a:pPr>
                      <a:r>
                        <a:rPr lang="es-419" sz="1200" u="none" cap="none" strike="noStrike">
                          <a:solidFill>
                            <a:schemeClr val="dk1"/>
                          </a:solidFill>
                          <a:latin typeface="Open Sans"/>
                          <a:ea typeface="Open Sans"/>
                          <a:cs typeface="Open Sans"/>
                          <a:sym typeface="Open Sans"/>
                        </a:rPr>
                        <a:t>font-weight</a:t>
                      </a:r>
                      <a:endParaRPr sz="1200" u="none" cap="none" strike="noStrike">
                        <a:solidFill>
                          <a:schemeClr val="dk1"/>
                        </a:solidFill>
                        <a:latin typeface="Open Sans"/>
                        <a:ea typeface="Open Sans"/>
                        <a:cs typeface="Open Sans"/>
                        <a:sym typeface="Open Sans"/>
                      </a:endParaRPr>
                    </a:p>
                  </a:txBody>
                  <a:tcPr marT="76200" marB="76200" marR="76200" marL="76200" anchor="ctr">
                    <a:lnL cap="flat" cmpd="sng" w="9525">
                      <a:solidFill>
                        <a:srgbClr val="969696"/>
                      </a:solidFill>
                      <a:prstDash val="solid"/>
                      <a:round/>
                      <a:headEnd len="sm" w="sm" type="none"/>
                      <a:tailEnd len="sm" w="sm" type="none"/>
                    </a:lnL>
                    <a:lnR cap="flat" cmpd="sng" w="9525">
                      <a:solidFill>
                        <a:srgbClr val="969696"/>
                      </a:solidFill>
                      <a:prstDash val="solid"/>
                      <a:round/>
                      <a:headEnd len="sm" w="sm" type="none"/>
                      <a:tailEnd len="sm" w="sm" type="none"/>
                    </a:lnR>
                    <a:lnT cap="flat" cmpd="sng" w="9525">
                      <a:solidFill>
                        <a:srgbClr val="969696"/>
                      </a:solidFill>
                      <a:prstDash val="solid"/>
                      <a:round/>
                      <a:headEnd len="sm" w="sm" type="none"/>
                      <a:tailEnd len="sm" w="sm" type="none"/>
                    </a:lnT>
                    <a:lnB cap="flat" cmpd="sng" w="9525">
                      <a:solidFill>
                        <a:srgbClr val="969696"/>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lang="es-419" sz="1200" u="none" cap="none" strike="noStrike">
                          <a:solidFill>
                            <a:schemeClr val="dk1"/>
                          </a:solidFill>
                          <a:latin typeface="Open Sans"/>
                          <a:ea typeface="Open Sans"/>
                          <a:cs typeface="Open Sans"/>
                          <a:sym typeface="Open Sans"/>
                        </a:rPr>
                        <a:t>bolder | lighter</a:t>
                      </a:r>
                      <a:endParaRPr sz="1200" u="none" cap="none" strike="noStrike">
                        <a:solidFill>
                          <a:schemeClr val="dk1"/>
                        </a:solidFill>
                        <a:latin typeface="Open Sans"/>
                        <a:ea typeface="Open Sans"/>
                        <a:cs typeface="Open Sans"/>
                        <a:sym typeface="Open Sans"/>
                      </a:endParaRPr>
                    </a:p>
                  </a:txBody>
                  <a:tcPr marT="76200" marB="76200" marR="76200" marL="76200" anchor="ctr">
                    <a:lnL cap="flat" cmpd="sng" w="9525">
                      <a:solidFill>
                        <a:srgbClr val="969696"/>
                      </a:solidFill>
                      <a:prstDash val="solid"/>
                      <a:round/>
                      <a:headEnd len="sm" w="sm" type="none"/>
                      <a:tailEnd len="sm" w="sm" type="none"/>
                    </a:lnL>
                    <a:lnR cap="flat" cmpd="sng" w="9525">
                      <a:solidFill>
                        <a:srgbClr val="969696"/>
                      </a:solidFill>
                      <a:prstDash val="solid"/>
                      <a:round/>
                      <a:headEnd len="sm" w="sm" type="none"/>
                      <a:tailEnd len="sm" w="sm" type="none"/>
                    </a:lnR>
                    <a:lnT cap="flat" cmpd="sng" w="9525">
                      <a:solidFill>
                        <a:srgbClr val="969696"/>
                      </a:solidFill>
                      <a:prstDash val="solid"/>
                      <a:round/>
                      <a:headEnd len="sm" w="sm" type="none"/>
                      <a:tailEnd len="sm" w="sm" type="none"/>
                    </a:lnT>
                    <a:lnB cap="flat" cmpd="sng" w="9525">
                      <a:solidFill>
                        <a:srgbClr val="969696"/>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lang="es-419" sz="1200" u="none" cap="none" strike="noStrike">
                          <a:solidFill>
                            <a:schemeClr val="dk1"/>
                          </a:solidFill>
                          <a:latin typeface="Open Sans"/>
                          <a:ea typeface="Open Sans"/>
                          <a:cs typeface="Open Sans"/>
                          <a:sym typeface="Open Sans"/>
                        </a:rPr>
                        <a:t>Peso relativo (más pequeño o más grande).</a:t>
                      </a:r>
                      <a:endParaRPr sz="1200" u="none" cap="none" strike="noStrike">
                        <a:solidFill>
                          <a:schemeClr val="dk1"/>
                        </a:solidFill>
                        <a:latin typeface="Open Sans"/>
                        <a:ea typeface="Open Sans"/>
                        <a:cs typeface="Open Sans"/>
                        <a:sym typeface="Open Sans"/>
                      </a:endParaRPr>
                    </a:p>
                  </a:txBody>
                  <a:tcPr marT="76200" marB="76200" marR="76200" marL="76200" anchor="ctr">
                    <a:lnL cap="flat" cmpd="sng" w="9525">
                      <a:solidFill>
                        <a:srgbClr val="969696"/>
                      </a:solidFill>
                      <a:prstDash val="solid"/>
                      <a:round/>
                      <a:headEnd len="sm" w="sm" type="none"/>
                      <a:tailEnd len="sm" w="sm" type="none"/>
                    </a:lnL>
                    <a:lnR cap="flat" cmpd="sng" w="9525">
                      <a:solidFill>
                        <a:srgbClr val="969696"/>
                      </a:solidFill>
                      <a:prstDash val="solid"/>
                      <a:round/>
                      <a:headEnd len="sm" w="sm" type="none"/>
                      <a:tailEnd len="sm" w="sm" type="none"/>
                    </a:lnR>
                    <a:lnT cap="flat" cmpd="sng" w="9525">
                      <a:solidFill>
                        <a:srgbClr val="969696"/>
                      </a:solidFill>
                      <a:prstDash val="solid"/>
                      <a:round/>
                      <a:headEnd len="sm" w="sm" type="none"/>
                      <a:tailEnd len="sm" w="sm" type="none"/>
                    </a:lnT>
                    <a:lnB cap="flat" cmpd="sng" w="9525">
                      <a:solidFill>
                        <a:srgbClr val="969696"/>
                      </a:solidFill>
                      <a:prstDash val="solid"/>
                      <a:round/>
                      <a:headEnd len="sm" w="sm" type="none"/>
                      <a:tailEnd len="sm" w="sm" type="none"/>
                    </a:lnB>
                  </a:tcPr>
                </a:tc>
              </a:tr>
              <a:tr h="381000">
                <a:tc>
                  <a:txBody>
                    <a:bodyPr/>
                    <a:lstStyle/>
                    <a:p>
                      <a:pPr indent="0" lvl="0" marL="0" marR="0" rtl="0" algn="ctr">
                        <a:lnSpc>
                          <a:spcPct val="115000"/>
                        </a:lnSpc>
                        <a:spcBef>
                          <a:spcPts val="0"/>
                        </a:spcBef>
                        <a:spcAft>
                          <a:spcPts val="0"/>
                        </a:spcAft>
                        <a:buClr>
                          <a:srgbClr val="000000"/>
                        </a:buClr>
                        <a:buSzPts val="1200"/>
                        <a:buFont typeface="Arial"/>
                        <a:buNone/>
                      </a:pPr>
                      <a:r>
                        <a:rPr lang="es-419" sz="1200" u="none" cap="none" strike="noStrike">
                          <a:solidFill>
                            <a:schemeClr val="dk1"/>
                          </a:solidFill>
                          <a:latin typeface="Open Sans"/>
                          <a:ea typeface="Open Sans"/>
                          <a:cs typeface="Open Sans"/>
                          <a:sym typeface="Open Sans"/>
                        </a:rPr>
                        <a:t>font-weight</a:t>
                      </a:r>
                      <a:endParaRPr sz="1200" u="none" cap="none" strike="noStrike">
                        <a:solidFill>
                          <a:schemeClr val="dk1"/>
                        </a:solidFill>
                        <a:latin typeface="Open Sans"/>
                        <a:ea typeface="Open Sans"/>
                        <a:cs typeface="Open Sans"/>
                        <a:sym typeface="Open Sans"/>
                      </a:endParaRPr>
                    </a:p>
                  </a:txBody>
                  <a:tcPr marT="76200" marB="76200" marR="76200" marL="76200" anchor="ctr">
                    <a:lnL cap="flat" cmpd="sng" w="9525">
                      <a:solidFill>
                        <a:srgbClr val="969696"/>
                      </a:solidFill>
                      <a:prstDash val="solid"/>
                      <a:round/>
                      <a:headEnd len="sm" w="sm" type="none"/>
                      <a:tailEnd len="sm" w="sm" type="none"/>
                    </a:lnL>
                    <a:lnR cap="flat" cmpd="sng" w="9525">
                      <a:solidFill>
                        <a:srgbClr val="969696"/>
                      </a:solidFill>
                      <a:prstDash val="solid"/>
                      <a:round/>
                      <a:headEnd len="sm" w="sm" type="none"/>
                      <a:tailEnd len="sm" w="sm" type="none"/>
                    </a:lnR>
                    <a:lnT cap="flat" cmpd="sng" w="9525">
                      <a:solidFill>
                        <a:srgbClr val="969696"/>
                      </a:solidFill>
                      <a:prstDash val="solid"/>
                      <a:round/>
                      <a:headEnd len="sm" w="sm" type="none"/>
                      <a:tailEnd len="sm" w="sm" type="none"/>
                    </a:lnT>
                    <a:lnB cap="flat" cmpd="sng" w="9525">
                      <a:solidFill>
                        <a:srgbClr val="969696"/>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i="1" lang="es-419" sz="1200" u="none" cap="none" strike="noStrike">
                          <a:solidFill>
                            <a:schemeClr val="dk1"/>
                          </a:solidFill>
                          <a:latin typeface="Open Sans"/>
                          <a:ea typeface="Open Sans"/>
                          <a:cs typeface="Open Sans"/>
                          <a:sym typeface="Open Sans"/>
                        </a:rPr>
                        <a:t>peso</a:t>
                      </a:r>
                      <a:endParaRPr i="1" sz="1200" u="none" cap="none" strike="noStrike">
                        <a:solidFill>
                          <a:schemeClr val="dk1"/>
                        </a:solidFill>
                        <a:latin typeface="Open Sans"/>
                        <a:ea typeface="Open Sans"/>
                        <a:cs typeface="Open Sans"/>
                        <a:sym typeface="Open Sans"/>
                      </a:endParaRPr>
                    </a:p>
                  </a:txBody>
                  <a:tcPr marT="76200" marB="76200" marR="76200" marL="76200" anchor="ctr">
                    <a:lnL cap="flat" cmpd="sng" w="9525">
                      <a:solidFill>
                        <a:srgbClr val="969696"/>
                      </a:solidFill>
                      <a:prstDash val="solid"/>
                      <a:round/>
                      <a:headEnd len="sm" w="sm" type="none"/>
                      <a:tailEnd len="sm" w="sm" type="none"/>
                    </a:lnL>
                    <a:lnR cap="flat" cmpd="sng" w="9525">
                      <a:solidFill>
                        <a:srgbClr val="969696"/>
                      </a:solidFill>
                      <a:prstDash val="solid"/>
                      <a:round/>
                      <a:headEnd len="sm" w="sm" type="none"/>
                      <a:tailEnd len="sm" w="sm" type="none"/>
                    </a:lnR>
                    <a:lnT cap="flat" cmpd="sng" w="9525">
                      <a:solidFill>
                        <a:srgbClr val="969696"/>
                      </a:solidFill>
                      <a:prstDash val="solid"/>
                      <a:round/>
                      <a:headEnd len="sm" w="sm" type="none"/>
                      <a:tailEnd len="sm" w="sm" type="none"/>
                    </a:lnT>
                    <a:lnB cap="flat" cmpd="sng" w="9525">
                      <a:solidFill>
                        <a:srgbClr val="969696"/>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200"/>
                        <a:buFont typeface="Arial"/>
                        <a:buNone/>
                      </a:pPr>
                      <a:r>
                        <a:rPr lang="es-419" sz="1200" u="none" cap="none" strike="noStrike">
                          <a:solidFill>
                            <a:schemeClr val="dk1"/>
                          </a:solidFill>
                          <a:latin typeface="Open Sans"/>
                          <a:ea typeface="Open Sans"/>
                          <a:cs typeface="Open Sans"/>
                          <a:sym typeface="Open Sans"/>
                        </a:rPr>
                        <a:t>Peso específico (número con el peso concreto).</a:t>
                      </a:r>
                      <a:endParaRPr sz="1200" u="none" cap="none" strike="noStrike">
                        <a:solidFill>
                          <a:schemeClr val="dk1"/>
                        </a:solidFill>
                        <a:latin typeface="Open Sans"/>
                        <a:ea typeface="Open Sans"/>
                        <a:cs typeface="Open Sans"/>
                        <a:sym typeface="Open Sans"/>
                      </a:endParaRPr>
                    </a:p>
                  </a:txBody>
                  <a:tcPr marT="76200" marB="76200" marR="76200" marL="76200" anchor="ctr">
                    <a:lnL cap="flat" cmpd="sng" w="9525">
                      <a:solidFill>
                        <a:srgbClr val="969696"/>
                      </a:solidFill>
                      <a:prstDash val="solid"/>
                      <a:round/>
                      <a:headEnd len="sm" w="sm" type="none"/>
                      <a:tailEnd len="sm" w="sm" type="none"/>
                    </a:lnL>
                    <a:lnR cap="flat" cmpd="sng" w="9525">
                      <a:solidFill>
                        <a:srgbClr val="969696"/>
                      </a:solidFill>
                      <a:prstDash val="solid"/>
                      <a:round/>
                      <a:headEnd len="sm" w="sm" type="none"/>
                      <a:tailEnd len="sm" w="sm" type="none"/>
                    </a:lnR>
                    <a:lnT cap="flat" cmpd="sng" w="9525">
                      <a:solidFill>
                        <a:srgbClr val="969696"/>
                      </a:solidFill>
                      <a:prstDash val="solid"/>
                      <a:round/>
                      <a:headEnd len="sm" w="sm" type="none"/>
                      <a:tailEnd len="sm" w="sm" type="none"/>
                    </a:lnT>
                    <a:lnB cap="flat" cmpd="sng" w="9525">
                      <a:solidFill>
                        <a:srgbClr val="969696"/>
                      </a:solidFill>
                      <a:prstDash val="solid"/>
                      <a:round/>
                      <a:headEnd len="sm" w="sm" type="none"/>
                      <a:tailEnd len="sm" w="sm" type="none"/>
                    </a:lnB>
                  </a:tcPr>
                </a:tc>
              </a:tr>
            </a:tbl>
          </a:graphicData>
        </a:graphic>
      </p:graphicFrame>
      <p:pic>
        <p:nvPicPr>
          <p:cNvPr id="193" name="Google Shape;193;p16" title="Screenshot from 2025-04-28 03-23-46.png"/>
          <p:cNvPicPr preferRelativeResize="0"/>
          <p:nvPr/>
        </p:nvPicPr>
        <p:blipFill rotWithShape="1">
          <a:blip r:embed="rId3">
            <a:alphaModFix/>
          </a:blip>
          <a:srcRect b="0" l="0" r="0" t="0"/>
          <a:stretch/>
        </p:blipFill>
        <p:spPr>
          <a:xfrm>
            <a:off x="2487611" y="4035676"/>
            <a:ext cx="4168776" cy="658350"/>
          </a:xfrm>
          <a:prstGeom prst="rect">
            <a:avLst/>
          </a:prstGeom>
          <a:noFill/>
          <a:ln cap="flat" cmpd="sng" w="9525">
            <a:solidFill>
              <a:schemeClr val="lt2"/>
            </a:solidFill>
            <a:prstDash val="solid"/>
            <a:round/>
            <a:headEnd len="sm" w="sm" type="none"/>
            <a:tailEnd len="sm" w="sm" type="none"/>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17"/>
          <p:cNvSpPr txBox="1"/>
          <p:nvPr>
            <p:ph type="title"/>
          </p:nvPr>
        </p:nvSpPr>
        <p:spPr>
          <a:xfrm>
            <a:off x="440700" y="560400"/>
            <a:ext cx="8262600" cy="7557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3000"/>
              <a:buNone/>
            </a:pPr>
            <a:r>
              <a:rPr lang="es-419"/>
              <a:t>Atajo: la propiedad font</a:t>
            </a:r>
            <a:endParaRPr/>
          </a:p>
        </p:txBody>
      </p:sp>
      <p:sp>
        <p:nvSpPr>
          <p:cNvPr id="199" name="Google Shape;199;p17"/>
          <p:cNvSpPr txBox="1"/>
          <p:nvPr>
            <p:ph idx="1" type="body"/>
          </p:nvPr>
        </p:nvSpPr>
        <p:spPr>
          <a:xfrm>
            <a:off x="440700" y="1316100"/>
            <a:ext cx="8191200" cy="4887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SzPts val="935"/>
              <a:buNone/>
            </a:pPr>
            <a:r>
              <a:rPr lang="es-419" sz="1120"/>
              <a:t>Todas las tipografías vistas, y algunas otras que aún no hemos visto se pueden resumir con el siguiente atajo:</a:t>
            </a:r>
            <a:endParaRPr sz="1120"/>
          </a:p>
        </p:txBody>
      </p:sp>
      <p:sp>
        <p:nvSpPr>
          <p:cNvPr id="200" name="Google Shape;200;p17"/>
          <p:cNvSpPr/>
          <p:nvPr/>
        </p:nvSpPr>
        <p:spPr>
          <a:xfrm>
            <a:off x="665400" y="1852725"/>
            <a:ext cx="7813200" cy="962100"/>
          </a:xfrm>
          <a:prstGeom prst="rect">
            <a:avLst/>
          </a:prstGeom>
          <a:solidFill>
            <a:srgbClr val="F3F3F3"/>
          </a:solidFill>
          <a:ln>
            <a:noFill/>
          </a:ln>
        </p:spPr>
        <p:txBody>
          <a:bodyPr anchorCtr="0" anchor="ctr" bIns="105425" lIns="105425" spcFirstLastPara="1" rIns="105425" wrap="square" tIns="105425">
            <a:noAutofit/>
          </a:bodyPr>
          <a:lstStyle/>
          <a:p>
            <a:pPr indent="0" lvl="0" marL="0" marR="0" rtl="0" algn="l">
              <a:lnSpc>
                <a:spcPct val="100000"/>
              </a:lnSpc>
              <a:spcBef>
                <a:spcPts val="0"/>
              </a:spcBef>
              <a:spcAft>
                <a:spcPts val="0"/>
              </a:spcAft>
              <a:buClr>
                <a:srgbClr val="000000"/>
              </a:buClr>
              <a:buSzPts val="1229"/>
              <a:buFont typeface="Arial"/>
              <a:buNone/>
            </a:pPr>
            <a:r>
              <a:rPr b="0" i="0" lang="es-419" sz="1229" u="none" cap="none" strike="noStrike">
                <a:solidFill>
                  <a:srgbClr val="505050"/>
                </a:solidFill>
                <a:latin typeface="Roboto Mono"/>
                <a:ea typeface="Roboto Mono"/>
                <a:cs typeface="Roboto Mono"/>
                <a:sym typeface="Roboto Mono"/>
              </a:rPr>
              <a:t>.container</a:t>
            </a:r>
            <a:r>
              <a:rPr b="0" i="0" lang="es-419" sz="1229" u="none" cap="none" strike="noStrike">
                <a:solidFill>
                  <a:srgbClr val="000000"/>
                </a:solidFill>
                <a:latin typeface="Roboto Mono"/>
                <a:ea typeface="Roboto Mono"/>
                <a:cs typeface="Roboto Mono"/>
                <a:sym typeface="Roboto Mono"/>
              </a:rPr>
              <a:t> {</a:t>
            </a:r>
            <a:endParaRPr b="0" i="0" sz="1229" u="none" cap="none" strike="noStrike">
              <a:solidFill>
                <a:srgbClr val="000000"/>
              </a:solidFill>
              <a:latin typeface="Roboto Mono"/>
              <a:ea typeface="Roboto Mono"/>
              <a:cs typeface="Roboto Mono"/>
              <a:sym typeface="Roboto Mono"/>
            </a:endParaRPr>
          </a:p>
          <a:p>
            <a:pPr indent="0" lvl="0" marL="0" marR="0" rtl="0" algn="l">
              <a:lnSpc>
                <a:spcPct val="100000"/>
              </a:lnSpc>
              <a:spcBef>
                <a:spcPts val="0"/>
              </a:spcBef>
              <a:spcAft>
                <a:spcPts val="0"/>
              </a:spcAft>
              <a:buClr>
                <a:srgbClr val="000000"/>
              </a:buClr>
              <a:buSzPts val="1229"/>
              <a:buFont typeface="Arial"/>
              <a:buNone/>
            </a:pPr>
            <a:r>
              <a:rPr b="0" i="0" lang="es-419" sz="1229" u="none" cap="none" strike="noStrike">
                <a:solidFill>
                  <a:srgbClr val="000000"/>
                </a:solidFill>
                <a:latin typeface="Roboto Mono"/>
                <a:ea typeface="Roboto Mono"/>
                <a:cs typeface="Roboto Mono"/>
                <a:sym typeface="Roboto Mono"/>
              </a:rPr>
              <a:t>  </a:t>
            </a:r>
            <a:r>
              <a:rPr b="0" i="1" lang="es-419" sz="1229" u="none" cap="none" strike="noStrike">
                <a:solidFill>
                  <a:srgbClr val="A05000"/>
                </a:solidFill>
                <a:latin typeface="Roboto Mono"/>
                <a:ea typeface="Roboto Mono"/>
                <a:cs typeface="Roboto Mono"/>
                <a:sym typeface="Roboto Mono"/>
              </a:rPr>
              <a:t>/* font: &lt;style&gt; &lt;variant&gt; &lt;weight&gt; &lt;stretch&gt; &lt;size/line-height&gt; &lt;family&gt;; */</a:t>
            </a:r>
            <a:endParaRPr b="0" i="0" sz="1229" u="none" cap="none" strike="noStrike">
              <a:solidFill>
                <a:srgbClr val="000000"/>
              </a:solidFill>
              <a:latin typeface="Roboto Mono"/>
              <a:ea typeface="Roboto Mono"/>
              <a:cs typeface="Roboto Mono"/>
              <a:sym typeface="Roboto Mono"/>
            </a:endParaRPr>
          </a:p>
          <a:p>
            <a:pPr indent="0" lvl="0" marL="0" marR="0" rtl="0" algn="l">
              <a:lnSpc>
                <a:spcPct val="100000"/>
              </a:lnSpc>
              <a:spcBef>
                <a:spcPts val="0"/>
              </a:spcBef>
              <a:spcAft>
                <a:spcPts val="0"/>
              </a:spcAft>
              <a:buClr>
                <a:srgbClr val="000000"/>
              </a:buClr>
              <a:buSzPts val="1229"/>
              <a:buFont typeface="Arial"/>
              <a:buNone/>
            </a:pPr>
            <a:r>
              <a:rPr b="0" i="0" lang="es-419" sz="1229" u="none" cap="none" strike="noStrike">
                <a:solidFill>
                  <a:srgbClr val="000000"/>
                </a:solidFill>
                <a:latin typeface="Roboto Mono"/>
                <a:ea typeface="Roboto Mono"/>
                <a:cs typeface="Roboto Mono"/>
                <a:sym typeface="Roboto Mono"/>
              </a:rPr>
              <a:t>}</a:t>
            </a:r>
            <a:endParaRPr b="0" i="0" sz="1229" u="none" cap="none" strike="noStrike">
              <a:solidFill>
                <a:srgbClr val="000000"/>
              </a:solidFill>
              <a:latin typeface="Roboto Mono"/>
              <a:ea typeface="Roboto Mono"/>
              <a:cs typeface="Roboto Mono"/>
              <a:sym typeface="Roboto Mono"/>
            </a:endParaRPr>
          </a:p>
        </p:txBody>
      </p:sp>
      <p:sp>
        <p:nvSpPr>
          <p:cNvPr id="201" name="Google Shape;201;p17"/>
          <p:cNvSpPr/>
          <p:nvPr/>
        </p:nvSpPr>
        <p:spPr>
          <a:xfrm>
            <a:off x="665400" y="3100550"/>
            <a:ext cx="7813200" cy="1629300"/>
          </a:xfrm>
          <a:prstGeom prst="rect">
            <a:avLst/>
          </a:prstGeom>
          <a:solidFill>
            <a:srgbClr val="F3F3F3"/>
          </a:solidFill>
          <a:ln>
            <a:noFill/>
          </a:ln>
        </p:spPr>
        <p:txBody>
          <a:bodyPr anchorCtr="0" anchor="ctr" bIns="105425" lIns="105425" spcFirstLastPara="1" rIns="105425" wrap="square" tIns="105425">
            <a:noAutofit/>
          </a:bodyPr>
          <a:lstStyle/>
          <a:p>
            <a:pPr indent="0" lvl="0" marL="0" marR="0" rtl="0" algn="l">
              <a:lnSpc>
                <a:spcPct val="100000"/>
              </a:lnSpc>
              <a:spcBef>
                <a:spcPts val="0"/>
              </a:spcBef>
              <a:spcAft>
                <a:spcPts val="0"/>
              </a:spcAft>
              <a:buClr>
                <a:srgbClr val="000000"/>
              </a:buClr>
              <a:buSzPts val="1229"/>
              <a:buFont typeface="Arial"/>
              <a:buNone/>
            </a:pPr>
            <a:r>
              <a:rPr b="0" i="0" lang="es-419" sz="1229" u="none" cap="none" strike="noStrike">
                <a:solidFill>
                  <a:srgbClr val="505050"/>
                </a:solidFill>
                <a:latin typeface="Roboto Mono"/>
                <a:ea typeface="Roboto Mono"/>
                <a:cs typeface="Roboto Mono"/>
                <a:sym typeface="Roboto Mono"/>
              </a:rPr>
              <a:t>.container</a:t>
            </a:r>
            <a:r>
              <a:rPr b="0" i="0" lang="es-419" sz="1229" u="none" cap="none" strike="noStrike">
                <a:solidFill>
                  <a:srgbClr val="000000"/>
                </a:solidFill>
                <a:latin typeface="Roboto Mono"/>
                <a:ea typeface="Roboto Mono"/>
                <a:cs typeface="Roboto Mono"/>
                <a:sym typeface="Roboto Mono"/>
              </a:rPr>
              <a:t> {</a:t>
            </a:r>
            <a:endParaRPr b="0" i="0" sz="1229" u="none" cap="none" strike="noStrike">
              <a:solidFill>
                <a:srgbClr val="000000"/>
              </a:solidFill>
              <a:latin typeface="Roboto Mono"/>
              <a:ea typeface="Roboto Mono"/>
              <a:cs typeface="Roboto Mono"/>
              <a:sym typeface="Roboto Mono"/>
            </a:endParaRPr>
          </a:p>
          <a:p>
            <a:pPr indent="0" lvl="0" marL="0" marR="0" rtl="0" algn="l">
              <a:lnSpc>
                <a:spcPct val="100000"/>
              </a:lnSpc>
              <a:spcBef>
                <a:spcPts val="0"/>
              </a:spcBef>
              <a:spcAft>
                <a:spcPts val="0"/>
              </a:spcAft>
              <a:buClr>
                <a:srgbClr val="000000"/>
              </a:buClr>
              <a:buSzPts val="1229"/>
              <a:buFont typeface="Arial"/>
              <a:buNone/>
            </a:pPr>
            <a:r>
              <a:rPr b="0" i="0" lang="es-419" sz="1229" u="none" cap="none" strike="noStrike">
                <a:solidFill>
                  <a:srgbClr val="000000"/>
                </a:solidFill>
                <a:latin typeface="Roboto Mono"/>
                <a:ea typeface="Roboto Mono"/>
                <a:cs typeface="Roboto Mono"/>
                <a:sym typeface="Roboto Mono"/>
              </a:rPr>
              <a:t>  </a:t>
            </a:r>
            <a:r>
              <a:rPr b="0" i="1" lang="es-419" sz="1229" u="none" cap="none" strike="noStrike">
                <a:solidFill>
                  <a:srgbClr val="A05000"/>
                </a:solidFill>
                <a:latin typeface="Roboto Mono"/>
                <a:ea typeface="Roboto Mono"/>
                <a:cs typeface="Roboto Mono"/>
                <a:sym typeface="Roboto Mono"/>
              </a:rPr>
              <a:t>/* Opción 1 */</a:t>
            </a:r>
            <a:endParaRPr b="0" i="0" sz="1229" u="none" cap="none" strike="noStrike">
              <a:solidFill>
                <a:srgbClr val="000000"/>
              </a:solidFill>
              <a:latin typeface="Roboto Mono"/>
              <a:ea typeface="Roboto Mono"/>
              <a:cs typeface="Roboto Mono"/>
              <a:sym typeface="Roboto Mono"/>
            </a:endParaRPr>
          </a:p>
          <a:p>
            <a:pPr indent="0" lvl="0" marL="0" marR="0" rtl="0" algn="l">
              <a:lnSpc>
                <a:spcPct val="100000"/>
              </a:lnSpc>
              <a:spcBef>
                <a:spcPts val="0"/>
              </a:spcBef>
              <a:spcAft>
                <a:spcPts val="0"/>
              </a:spcAft>
              <a:buClr>
                <a:srgbClr val="000000"/>
              </a:buClr>
              <a:buSzPts val="1229"/>
              <a:buFont typeface="Arial"/>
              <a:buNone/>
            </a:pPr>
            <a:r>
              <a:rPr b="0" i="0" lang="es-419" sz="1229" u="none" cap="none" strike="noStrike">
                <a:solidFill>
                  <a:srgbClr val="000000"/>
                </a:solidFill>
                <a:latin typeface="Roboto Mono"/>
                <a:ea typeface="Roboto Mono"/>
                <a:cs typeface="Roboto Mono"/>
                <a:sym typeface="Roboto Mono"/>
              </a:rPr>
              <a:t>  </a:t>
            </a:r>
            <a:r>
              <a:rPr b="0" i="0" lang="es-419" sz="1229" u="none" cap="none" strike="noStrike">
                <a:solidFill>
                  <a:srgbClr val="572000"/>
                </a:solidFill>
                <a:latin typeface="Roboto Mono"/>
                <a:ea typeface="Roboto Mono"/>
                <a:cs typeface="Roboto Mono"/>
                <a:sym typeface="Roboto Mono"/>
              </a:rPr>
              <a:t>font</a:t>
            </a:r>
            <a:r>
              <a:rPr b="0" i="0" lang="es-419" sz="1229" u="none" cap="none" strike="noStrike">
                <a:solidFill>
                  <a:srgbClr val="000000"/>
                </a:solidFill>
                <a:latin typeface="Roboto Mono"/>
                <a:ea typeface="Roboto Mono"/>
                <a:cs typeface="Roboto Mono"/>
                <a:sym typeface="Roboto Mono"/>
              </a:rPr>
              <a:t>: </a:t>
            </a:r>
            <a:r>
              <a:rPr b="0" i="0" lang="es-419" sz="1229" u="none" cap="none" strike="noStrike">
                <a:solidFill>
                  <a:srgbClr val="201090"/>
                </a:solidFill>
                <a:latin typeface="Roboto Mono"/>
                <a:ea typeface="Roboto Mono"/>
                <a:cs typeface="Roboto Mono"/>
                <a:sym typeface="Roboto Mono"/>
              </a:rPr>
              <a:t>italic</a:t>
            </a:r>
            <a:r>
              <a:rPr b="0" i="0" lang="es-419" sz="1229" u="none" cap="none" strike="noStrike">
                <a:solidFill>
                  <a:srgbClr val="000000"/>
                </a:solidFill>
                <a:latin typeface="Roboto Mono"/>
                <a:ea typeface="Roboto Mono"/>
                <a:cs typeface="Roboto Mono"/>
                <a:sym typeface="Roboto Mono"/>
              </a:rPr>
              <a:t> </a:t>
            </a:r>
            <a:r>
              <a:rPr b="0" i="0" lang="es-419" sz="1229" u="none" cap="none" strike="noStrike">
                <a:solidFill>
                  <a:srgbClr val="201090"/>
                </a:solidFill>
                <a:latin typeface="Roboto Mono"/>
                <a:ea typeface="Roboto Mono"/>
                <a:cs typeface="Roboto Mono"/>
                <a:sym typeface="Roboto Mono"/>
              </a:rPr>
              <a:t>normal</a:t>
            </a:r>
            <a:r>
              <a:rPr b="0" i="0" lang="es-419" sz="1229" u="none" cap="none" strike="noStrike">
                <a:solidFill>
                  <a:srgbClr val="000000"/>
                </a:solidFill>
                <a:latin typeface="Roboto Mono"/>
                <a:ea typeface="Roboto Mono"/>
                <a:cs typeface="Roboto Mono"/>
                <a:sym typeface="Roboto Mono"/>
              </a:rPr>
              <a:t> </a:t>
            </a:r>
            <a:r>
              <a:rPr b="0" i="0" lang="es-419" sz="1229" u="none" cap="none" strike="noStrike">
                <a:solidFill>
                  <a:srgbClr val="106040"/>
                </a:solidFill>
                <a:latin typeface="Roboto Mono"/>
                <a:ea typeface="Roboto Mono"/>
                <a:cs typeface="Roboto Mono"/>
                <a:sym typeface="Roboto Mono"/>
              </a:rPr>
              <a:t>400</a:t>
            </a:r>
            <a:r>
              <a:rPr b="0" i="0" lang="es-419" sz="1229" u="none" cap="none" strike="noStrike">
                <a:solidFill>
                  <a:srgbClr val="000000"/>
                </a:solidFill>
                <a:latin typeface="Roboto Mono"/>
                <a:ea typeface="Roboto Mono"/>
                <a:cs typeface="Roboto Mono"/>
                <a:sym typeface="Roboto Mono"/>
              </a:rPr>
              <a:t> </a:t>
            </a:r>
            <a:r>
              <a:rPr b="0" i="0" lang="es-419" sz="1229" u="none" cap="none" strike="noStrike">
                <a:solidFill>
                  <a:srgbClr val="106040"/>
                </a:solidFill>
                <a:latin typeface="Roboto Mono"/>
                <a:ea typeface="Roboto Mono"/>
                <a:cs typeface="Roboto Mono"/>
                <a:sym typeface="Roboto Mono"/>
              </a:rPr>
              <a:t>16px</a:t>
            </a:r>
            <a:r>
              <a:rPr b="0" i="0" lang="es-419" sz="1229" u="none" cap="none" strike="noStrike">
                <a:solidFill>
                  <a:srgbClr val="000000"/>
                </a:solidFill>
                <a:latin typeface="Roboto Mono"/>
                <a:ea typeface="Roboto Mono"/>
                <a:cs typeface="Roboto Mono"/>
                <a:sym typeface="Roboto Mono"/>
              </a:rPr>
              <a:t> </a:t>
            </a:r>
            <a:r>
              <a:rPr b="0" i="0" lang="es-419" sz="1229" u="none" cap="none" strike="noStrike">
                <a:solidFill>
                  <a:srgbClr val="1AB1CD"/>
                </a:solidFill>
                <a:latin typeface="Roboto Mono"/>
                <a:ea typeface="Roboto Mono"/>
                <a:cs typeface="Roboto Mono"/>
                <a:sym typeface="Roboto Mono"/>
              </a:rPr>
              <a:t>Arial</a:t>
            </a:r>
            <a:r>
              <a:rPr b="0" i="0" lang="es-419" sz="1229" u="none" cap="none" strike="noStrike">
                <a:solidFill>
                  <a:srgbClr val="000000"/>
                </a:solidFill>
                <a:latin typeface="Roboto Mono"/>
                <a:ea typeface="Roboto Mono"/>
                <a:cs typeface="Roboto Mono"/>
                <a:sym typeface="Roboto Mono"/>
              </a:rPr>
              <a:t>, </a:t>
            </a:r>
            <a:r>
              <a:rPr b="0" i="0" lang="es-419" sz="1229" u="none" cap="none" strike="noStrike">
                <a:solidFill>
                  <a:srgbClr val="1AB1CD"/>
                </a:solidFill>
                <a:latin typeface="Roboto Mono"/>
                <a:ea typeface="Roboto Mono"/>
                <a:cs typeface="Roboto Mono"/>
                <a:sym typeface="Roboto Mono"/>
              </a:rPr>
              <a:t>Verdana</a:t>
            </a:r>
            <a:r>
              <a:rPr b="0" i="0" lang="es-419" sz="1229" u="none" cap="none" strike="noStrike">
                <a:solidFill>
                  <a:srgbClr val="000000"/>
                </a:solidFill>
                <a:latin typeface="Roboto Mono"/>
                <a:ea typeface="Roboto Mono"/>
                <a:cs typeface="Roboto Mono"/>
                <a:sym typeface="Roboto Mono"/>
              </a:rPr>
              <a:t>, </a:t>
            </a:r>
            <a:r>
              <a:rPr b="0" i="0" lang="es-419" sz="1229" u="none" cap="none" strike="noStrike">
                <a:solidFill>
                  <a:srgbClr val="201090"/>
                </a:solidFill>
                <a:latin typeface="Roboto Mono"/>
                <a:ea typeface="Roboto Mono"/>
                <a:cs typeface="Roboto Mono"/>
                <a:sym typeface="Roboto Mono"/>
              </a:rPr>
              <a:t>sans-serif</a:t>
            </a:r>
            <a:r>
              <a:rPr b="0" i="0" lang="es-419" sz="1229" u="none" cap="none" strike="noStrike">
                <a:solidFill>
                  <a:srgbClr val="000000"/>
                </a:solidFill>
                <a:latin typeface="Roboto Mono"/>
                <a:ea typeface="Roboto Mono"/>
                <a:cs typeface="Roboto Mono"/>
                <a:sym typeface="Roboto Mono"/>
              </a:rPr>
              <a:t>;</a:t>
            </a:r>
            <a:endParaRPr b="0" i="0" sz="1229" u="none" cap="none" strike="noStrike">
              <a:solidFill>
                <a:srgbClr val="000000"/>
              </a:solidFill>
              <a:latin typeface="Roboto Mono"/>
              <a:ea typeface="Roboto Mono"/>
              <a:cs typeface="Roboto Mono"/>
              <a:sym typeface="Roboto Mono"/>
            </a:endParaRPr>
          </a:p>
          <a:p>
            <a:pPr indent="0" lvl="0" marL="0" marR="0" rtl="0" algn="l">
              <a:lnSpc>
                <a:spcPct val="100000"/>
              </a:lnSpc>
              <a:spcBef>
                <a:spcPts val="0"/>
              </a:spcBef>
              <a:spcAft>
                <a:spcPts val="0"/>
              </a:spcAft>
              <a:buClr>
                <a:srgbClr val="000000"/>
              </a:buClr>
              <a:buSzPts val="1229"/>
              <a:buFont typeface="Arial"/>
              <a:buNone/>
            </a:pPr>
            <a:r>
              <a:t/>
            </a:r>
            <a:endParaRPr b="0" i="0" sz="1229" u="none" cap="none" strike="noStrike">
              <a:solidFill>
                <a:srgbClr val="000000"/>
              </a:solidFill>
              <a:latin typeface="Roboto Mono"/>
              <a:ea typeface="Roboto Mono"/>
              <a:cs typeface="Roboto Mono"/>
              <a:sym typeface="Roboto Mono"/>
            </a:endParaRPr>
          </a:p>
          <a:p>
            <a:pPr indent="0" lvl="0" marL="0" marR="0" rtl="0" algn="l">
              <a:lnSpc>
                <a:spcPct val="100000"/>
              </a:lnSpc>
              <a:spcBef>
                <a:spcPts val="0"/>
              </a:spcBef>
              <a:spcAft>
                <a:spcPts val="0"/>
              </a:spcAft>
              <a:buClr>
                <a:srgbClr val="000000"/>
              </a:buClr>
              <a:buSzPts val="1229"/>
              <a:buFont typeface="Arial"/>
              <a:buNone/>
            </a:pPr>
            <a:r>
              <a:rPr b="0" i="0" lang="es-419" sz="1229" u="none" cap="none" strike="noStrike">
                <a:solidFill>
                  <a:srgbClr val="000000"/>
                </a:solidFill>
                <a:latin typeface="Roboto Mono"/>
                <a:ea typeface="Roboto Mono"/>
                <a:cs typeface="Roboto Mono"/>
                <a:sym typeface="Roboto Mono"/>
              </a:rPr>
              <a:t>  </a:t>
            </a:r>
            <a:r>
              <a:rPr b="0" i="1" lang="es-419" sz="1229" u="none" cap="none" strike="noStrike">
                <a:solidFill>
                  <a:srgbClr val="A05000"/>
                </a:solidFill>
                <a:latin typeface="Roboto Mono"/>
                <a:ea typeface="Roboto Mono"/>
                <a:cs typeface="Roboto Mono"/>
                <a:sym typeface="Roboto Mono"/>
              </a:rPr>
              <a:t>/* Opción 2 */</a:t>
            </a:r>
            <a:endParaRPr b="0" i="0" sz="1229" u="none" cap="none" strike="noStrike">
              <a:solidFill>
                <a:srgbClr val="000000"/>
              </a:solidFill>
              <a:latin typeface="Roboto Mono"/>
              <a:ea typeface="Roboto Mono"/>
              <a:cs typeface="Roboto Mono"/>
              <a:sym typeface="Roboto Mono"/>
            </a:endParaRPr>
          </a:p>
          <a:p>
            <a:pPr indent="0" lvl="0" marL="0" marR="0" rtl="0" algn="l">
              <a:lnSpc>
                <a:spcPct val="100000"/>
              </a:lnSpc>
              <a:spcBef>
                <a:spcPts val="0"/>
              </a:spcBef>
              <a:spcAft>
                <a:spcPts val="0"/>
              </a:spcAft>
              <a:buClr>
                <a:srgbClr val="000000"/>
              </a:buClr>
              <a:buSzPts val="1229"/>
              <a:buFont typeface="Arial"/>
              <a:buNone/>
            </a:pPr>
            <a:r>
              <a:rPr b="0" i="0" lang="es-419" sz="1229" u="none" cap="none" strike="noStrike">
                <a:solidFill>
                  <a:srgbClr val="000000"/>
                </a:solidFill>
                <a:latin typeface="Roboto Mono"/>
                <a:ea typeface="Roboto Mono"/>
                <a:cs typeface="Roboto Mono"/>
                <a:sym typeface="Roboto Mono"/>
              </a:rPr>
              <a:t>  </a:t>
            </a:r>
            <a:r>
              <a:rPr b="0" i="0" lang="es-419" sz="1229" u="none" cap="none" strike="noStrike">
                <a:solidFill>
                  <a:srgbClr val="572000"/>
                </a:solidFill>
                <a:latin typeface="Roboto Mono"/>
                <a:ea typeface="Roboto Mono"/>
                <a:cs typeface="Roboto Mono"/>
                <a:sym typeface="Roboto Mono"/>
              </a:rPr>
              <a:t>font</a:t>
            </a:r>
            <a:r>
              <a:rPr b="0" i="0" lang="es-419" sz="1229" u="none" cap="none" strike="noStrike">
                <a:solidFill>
                  <a:srgbClr val="000000"/>
                </a:solidFill>
                <a:latin typeface="Roboto Mono"/>
                <a:ea typeface="Roboto Mono"/>
                <a:cs typeface="Roboto Mono"/>
                <a:sym typeface="Roboto Mono"/>
              </a:rPr>
              <a:t>: </a:t>
            </a:r>
            <a:r>
              <a:rPr b="0" i="0" lang="es-419" sz="1229" u="none" cap="none" strike="noStrike">
                <a:solidFill>
                  <a:srgbClr val="201090"/>
                </a:solidFill>
                <a:latin typeface="Roboto Mono"/>
                <a:ea typeface="Roboto Mono"/>
                <a:cs typeface="Roboto Mono"/>
                <a:sym typeface="Roboto Mono"/>
              </a:rPr>
              <a:t>italic</a:t>
            </a:r>
            <a:r>
              <a:rPr b="0" i="0" lang="es-419" sz="1229" u="none" cap="none" strike="noStrike">
                <a:solidFill>
                  <a:srgbClr val="000000"/>
                </a:solidFill>
                <a:latin typeface="Roboto Mono"/>
                <a:ea typeface="Roboto Mono"/>
                <a:cs typeface="Roboto Mono"/>
                <a:sym typeface="Roboto Mono"/>
              </a:rPr>
              <a:t> </a:t>
            </a:r>
            <a:r>
              <a:rPr b="0" i="0" lang="es-419" sz="1229" u="none" cap="none" strike="noStrike">
                <a:solidFill>
                  <a:srgbClr val="201090"/>
                </a:solidFill>
                <a:latin typeface="Roboto Mono"/>
                <a:ea typeface="Roboto Mono"/>
                <a:cs typeface="Roboto Mono"/>
                <a:sym typeface="Roboto Mono"/>
              </a:rPr>
              <a:t>normal</a:t>
            </a:r>
            <a:r>
              <a:rPr b="0" i="0" lang="es-419" sz="1229" u="none" cap="none" strike="noStrike">
                <a:solidFill>
                  <a:srgbClr val="000000"/>
                </a:solidFill>
                <a:latin typeface="Roboto Mono"/>
                <a:ea typeface="Roboto Mono"/>
                <a:cs typeface="Roboto Mono"/>
                <a:sym typeface="Roboto Mono"/>
              </a:rPr>
              <a:t> </a:t>
            </a:r>
            <a:r>
              <a:rPr b="0" i="0" lang="es-419" sz="1229" u="none" cap="none" strike="noStrike">
                <a:solidFill>
                  <a:srgbClr val="106040"/>
                </a:solidFill>
                <a:latin typeface="Roboto Mono"/>
                <a:ea typeface="Roboto Mono"/>
                <a:cs typeface="Roboto Mono"/>
                <a:sym typeface="Roboto Mono"/>
              </a:rPr>
              <a:t>400</a:t>
            </a:r>
            <a:r>
              <a:rPr b="0" i="0" lang="es-419" sz="1229" u="none" cap="none" strike="noStrike">
                <a:solidFill>
                  <a:srgbClr val="000000"/>
                </a:solidFill>
                <a:latin typeface="Roboto Mono"/>
                <a:ea typeface="Roboto Mono"/>
                <a:cs typeface="Roboto Mono"/>
                <a:sym typeface="Roboto Mono"/>
              </a:rPr>
              <a:t> </a:t>
            </a:r>
            <a:r>
              <a:rPr b="0" i="0" lang="es-419" sz="1229" u="none" cap="none" strike="noStrike">
                <a:solidFill>
                  <a:srgbClr val="201090"/>
                </a:solidFill>
                <a:latin typeface="Roboto Mono"/>
                <a:ea typeface="Roboto Mono"/>
                <a:cs typeface="Roboto Mono"/>
                <a:sym typeface="Roboto Mono"/>
              </a:rPr>
              <a:t>normal</a:t>
            </a:r>
            <a:r>
              <a:rPr b="0" i="0" lang="es-419" sz="1229" u="none" cap="none" strike="noStrike">
                <a:solidFill>
                  <a:srgbClr val="000000"/>
                </a:solidFill>
                <a:latin typeface="Roboto Mono"/>
                <a:ea typeface="Roboto Mono"/>
                <a:cs typeface="Roboto Mono"/>
                <a:sym typeface="Roboto Mono"/>
              </a:rPr>
              <a:t> </a:t>
            </a:r>
            <a:r>
              <a:rPr b="0" i="0" lang="es-419" sz="1229" u="none" cap="none" strike="noStrike">
                <a:solidFill>
                  <a:srgbClr val="106040"/>
                </a:solidFill>
                <a:latin typeface="Roboto Mono"/>
                <a:ea typeface="Roboto Mono"/>
                <a:cs typeface="Roboto Mono"/>
                <a:sym typeface="Roboto Mono"/>
              </a:rPr>
              <a:t>16px</a:t>
            </a:r>
            <a:r>
              <a:rPr b="0" i="0" lang="es-419" sz="1229" u="none" cap="none" strike="noStrike">
                <a:solidFill>
                  <a:srgbClr val="000000"/>
                </a:solidFill>
                <a:latin typeface="Roboto Mono"/>
                <a:ea typeface="Roboto Mono"/>
                <a:cs typeface="Roboto Mono"/>
                <a:sym typeface="Roboto Mono"/>
              </a:rPr>
              <a:t>/</a:t>
            </a:r>
            <a:r>
              <a:rPr b="0" i="0" lang="es-419" sz="1229" u="none" cap="none" strike="noStrike">
                <a:solidFill>
                  <a:srgbClr val="106040"/>
                </a:solidFill>
                <a:latin typeface="Roboto Mono"/>
                <a:ea typeface="Roboto Mono"/>
                <a:cs typeface="Roboto Mono"/>
                <a:sym typeface="Roboto Mono"/>
              </a:rPr>
              <a:t>22px</a:t>
            </a:r>
            <a:r>
              <a:rPr b="0" i="0" lang="es-419" sz="1229" u="none" cap="none" strike="noStrike">
                <a:solidFill>
                  <a:srgbClr val="000000"/>
                </a:solidFill>
                <a:latin typeface="Roboto Mono"/>
                <a:ea typeface="Roboto Mono"/>
                <a:cs typeface="Roboto Mono"/>
                <a:sym typeface="Roboto Mono"/>
              </a:rPr>
              <a:t> </a:t>
            </a:r>
            <a:r>
              <a:rPr b="0" i="0" lang="es-419" sz="1229" u="none" cap="none" strike="noStrike">
                <a:solidFill>
                  <a:srgbClr val="1AB1CD"/>
                </a:solidFill>
                <a:latin typeface="Roboto Mono"/>
                <a:ea typeface="Roboto Mono"/>
                <a:cs typeface="Roboto Mono"/>
                <a:sym typeface="Roboto Mono"/>
              </a:rPr>
              <a:t>Arial</a:t>
            </a:r>
            <a:r>
              <a:rPr b="0" i="0" lang="es-419" sz="1229" u="none" cap="none" strike="noStrike">
                <a:solidFill>
                  <a:srgbClr val="000000"/>
                </a:solidFill>
                <a:latin typeface="Roboto Mono"/>
                <a:ea typeface="Roboto Mono"/>
                <a:cs typeface="Roboto Mono"/>
                <a:sym typeface="Roboto Mono"/>
              </a:rPr>
              <a:t>, </a:t>
            </a:r>
            <a:r>
              <a:rPr b="0" i="0" lang="es-419" sz="1229" u="none" cap="none" strike="noStrike">
                <a:solidFill>
                  <a:srgbClr val="1AB1CD"/>
                </a:solidFill>
                <a:latin typeface="Roboto Mono"/>
                <a:ea typeface="Roboto Mono"/>
                <a:cs typeface="Roboto Mono"/>
                <a:sym typeface="Roboto Mono"/>
              </a:rPr>
              <a:t>Verdana</a:t>
            </a:r>
            <a:r>
              <a:rPr b="0" i="0" lang="es-419" sz="1229" u="none" cap="none" strike="noStrike">
                <a:solidFill>
                  <a:srgbClr val="000000"/>
                </a:solidFill>
                <a:latin typeface="Roboto Mono"/>
                <a:ea typeface="Roboto Mono"/>
                <a:cs typeface="Roboto Mono"/>
                <a:sym typeface="Roboto Mono"/>
              </a:rPr>
              <a:t>, </a:t>
            </a:r>
            <a:r>
              <a:rPr b="0" i="0" lang="es-419" sz="1229" u="none" cap="none" strike="noStrike">
                <a:solidFill>
                  <a:srgbClr val="201090"/>
                </a:solidFill>
                <a:latin typeface="Roboto Mono"/>
                <a:ea typeface="Roboto Mono"/>
                <a:cs typeface="Roboto Mono"/>
                <a:sym typeface="Roboto Mono"/>
              </a:rPr>
              <a:t>sans-serif</a:t>
            </a:r>
            <a:r>
              <a:rPr b="0" i="0" lang="es-419" sz="1229" u="none" cap="none" strike="noStrike">
                <a:solidFill>
                  <a:srgbClr val="000000"/>
                </a:solidFill>
                <a:latin typeface="Roboto Mono"/>
                <a:ea typeface="Roboto Mono"/>
                <a:cs typeface="Roboto Mono"/>
                <a:sym typeface="Roboto Mono"/>
              </a:rPr>
              <a:t>;</a:t>
            </a:r>
            <a:endParaRPr b="0" i="0" sz="1229" u="none" cap="none" strike="noStrike">
              <a:solidFill>
                <a:srgbClr val="000000"/>
              </a:solidFill>
              <a:latin typeface="Roboto Mono"/>
              <a:ea typeface="Roboto Mono"/>
              <a:cs typeface="Roboto Mono"/>
              <a:sym typeface="Roboto Mono"/>
            </a:endParaRPr>
          </a:p>
          <a:p>
            <a:pPr indent="0" lvl="0" marL="0" marR="0" rtl="0" algn="l">
              <a:lnSpc>
                <a:spcPct val="100000"/>
              </a:lnSpc>
              <a:spcBef>
                <a:spcPts val="0"/>
              </a:spcBef>
              <a:spcAft>
                <a:spcPts val="0"/>
              </a:spcAft>
              <a:buClr>
                <a:srgbClr val="000000"/>
              </a:buClr>
              <a:buSzPts val="1229"/>
              <a:buFont typeface="Arial"/>
              <a:buNone/>
            </a:pPr>
            <a:r>
              <a:rPr b="0" i="0" lang="es-419" sz="1229" u="none" cap="none" strike="noStrike">
                <a:solidFill>
                  <a:srgbClr val="000000"/>
                </a:solidFill>
                <a:latin typeface="Roboto Mono"/>
                <a:ea typeface="Roboto Mono"/>
                <a:cs typeface="Roboto Mono"/>
                <a:sym typeface="Roboto Mono"/>
              </a:rPr>
              <a:t>}</a:t>
            </a:r>
            <a:endParaRPr b="0" i="0" sz="1229" u="none" cap="none" strike="noStrike">
              <a:solidFill>
                <a:srgbClr val="000000"/>
              </a:solidFill>
              <a:latin typeface="Roboto Mono"/>
              <a:ea typeface="Roboto Mono"/>
              <a:cs typeface="Roboto Mono"/>
              <a:sym typeface="Roboto Mono"/>
            </a:endParaRPr>
          </a:p>
          <a:p>
            <a:pPr indent="0" lvl="0" marL="0" marR="0" rtl="0" algn="l">
              <a:lnSpc>
                <a:spcPct val="100000"/>
              </a:lnSpc>
              <a:spcBef>
                <a:spcPts val="0"/>
              </a:spcBef>
              <a:spcAft>
                <a:spcPts val="0"/>
              </a:spcAft>
              <a:buClr>
                <a:srgbClr val="000000"/>
              </a:buClr>
              <a:buSzPts val="1229"/>
              <a:buFont typeface="Arial"/>
              <a:buNone/>
            </a:pPr>
            <a:r>
              <a:t/>
            </a:r>
            <a:endParaRPr b="0" i="0" sz="1229" u="none" cap="none" strike="noStrike">
              <a:solidFill>
                <a:srgbClr val="000000"/>
              </a:solidFill>
              <a:latin typeface="Roboto Mono"/>
              <a:ea typeface="Roboto Mono"/>
              <a:cs typeface="Roboto Mono"/>
              <a:sym typeface="Roboto Mono"/>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18"/>
          <p:cNvSpPr txBox="1"/>
          <p:nvPr>
            <p:ph type="title"/>
          </p:nvPr>
        </p:nvSpPr>
        <p:spPr>
          <a:xfrm>
            <a:off x="311700" y="315925"/>
            <a:ext cx="8520600" cy="8313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4200"/>
              <a:buNone/>
            </a:pPr>
            <a:r>
              <a:rPr lang="es-419"/>
              <a:t>Decoración de Texto</a:t>
            </a:r>
            <a:endParaRPr/>
          </a:p>
        </p:txBody>
      </p:sp>
      <p:pic>
        <p:nvPicPr>
          <p:cNvPr id="207" name="Google Shape;207;p18" title="Screenshot from 2025-04-28 03-38-42.png"/>
          <p:cNvPicPr preferRelativeResize="0"/>
          <p:nvPr/>
        </p:nvPicPr>
        <p:blipFill rotWithShape="1">
          <a:blip r:embed="rId3">
            <a:alphaModFix/>
          </a:blip>
          <a:srcRect b="49489" l="0" r="0" t="0"/>
          <a:stretch/>
        </p:blipFill>
        <p:spPr>
          <a:xfrm>
            <a:off x="641600" y="1941925"/>
            <a:ext cx="7986250" cy="138255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19"/>
          <p:cNvSpPr/>
          <p:nvPr/>
        </p:nvSpPr>
        <p:spPr>
          <a:xfrm>
            <a:off x="5071875" y="574550"/>
            <a:ext cx="3677400" cy="1828800"/>
          </a:xfrm>
          <a:prstGeom prst="rect">
            <a:avLst/>
          </a:prstGeom>
          <a:solidFill>
            <a:srgbClr val="F3F3F3"/>
          </a:solidFill>
          <a:ln>
            <a:noFill/>
          </a:ln>
        </p:spPr>
        <p:txBody>
          <a:bodyPr anchorCtr="0" anchor="ctr" bIns="105425" lIns="105425" spcFirstLastPara="1" rIns="105425" wrap="square" tIns="105425">
            <a:noAutofit/>
          </a:bodyPr>
          <a:lstStyle/>
          <a:p>
            <a:pPr indent="0" lvl="0" marL="0" marR="0" rtl="0" algn="l">
              <a:lnSpc>
                <a:spcPct val="100000"/>
              </a:lnSpc>
              <a:spcBef>
                <a:spcPts val="0"/>
              </a:spcBef>
              <a:spcAft>
                <a:spcPts val="0"/>
              </a:spcAft>
              <a:buClr>
                <a:srgbClr val="000000"/>
              </a:buClr>
              <a:buSzPts val="1229"/>
              <a:buFont typeface="Arial"/>
              <a:buNone/>
            </a:pPr>
            <a:r>
              <a:rPr b="0" i="0" lang="es-419" sz="1229" u="none" cap="none" strike="noStrike">
                <a:solidFill>
                  <a:srgbClr val="505050"/>
                </a:solidFill>
                <a:latin typeface="Roboto Mono"/>
                <a:ea typeface="Roboto Mono"/>
                <a:cs typeface="Roboto Mono"/>
                <a:sym typeface="Roboto Mono"/>
              </a:rPr>
              <a:t>.text-container</a:t>
            </a:r>
            <a:r>
              <a:rPr b="0" i="0" lang="es-419" sz="1229" u="none" cap="none" strike="noStrike">
                <a:solidFill>
                  <a:srgbClr val="000000"/>
                </a:solidFill>
                <a:latin typeface="Roboto Mono"/>
                <a:ea typeface="Roboto Mono"/>
                <a:cs typeface="Roboto Mono"/>
                <a:sym typeface="Roboto Mono"/>
              </a:rPr>
              <a:t> {</a:t>
            </a:r>
            <a:endParaRPr b="0" i="0" sz="1229" u="none" cap="none" strike="noStrike">
              <a:solidFill>
                <a:srgbClr val="000000"/>
              </a:solidFill>
              <a:latin typeface="Roboto Mono"/>
              <a:ea typeface="Roboto Mono"/>
              <a:cs typeface="Roboto Mono"/>
              <a:sym typeface="Roboto Mono"/>
            </a:endParaRPr>
          </a:p>
          <a:p>
            <a:pPr indent="0" lvl="0" marL="0" marR="0" rtl="0" algn="l">
              <a:lnSpc>
                <a:spcPct val="100000"/>
              </a:lnSpc>
              <a:spcBef>
                <a:spcPts val="0"/>
              </a:spcBef>
              <a:spcAft>
                <a:spcPts val="0"/>
              </a:spcAft>
              <a:buClr>
                <a:srgbClr val="000000"/>
              </a:buClr>
              <a:buSzPts val="1229"/>
              <a:buFont typeface="Arial"/>
              <a:buNone/>
            </a:pPr>
            <a:r>
              <a:rPr b="0" i="0" lang="es-419" sz="1229" u="none" cap="none" strike="noStrike">
                <a:solidFill>
                  <a:srgbClr val="000000"/>
                </a:solidFill>
                <a:latin typeface="Roboto Mono"/>
                <a:ea typeface="Roboto Mono"/>
                <a:cs typeface="Roboto Mono"/>
                <a:sym typeface="Roboto Mono"/>
              </a:rPr>
              <a:t>  </a:t>
            </a:r>
            <a:r>
              <a:rPr b="0" i="0" lang="es-419" sz="1229" u="none" cap="none" strike="noStrike">
                <a:solidFill>
                  <a:srgbClr val="572000"/>
                </a:solidFill>
                <a:latin typeface="Roboto Mono"/>
                <a:ea typeface="Roboto Mono"/>
                <a:cs typeface="Roboto Mono"/>
                <a:sym typeface="Roboto Mono"/>
              </a:rPr>
              <a:t>font-size</a:t>
            </a:r>
            <a:r>
              <a:rPr b="0" i="0" lang="es-419" sz="1229" u="none" cap="none" strike="noStrike">
                <a:solidFill>
                  <a:srgbClr val="000000"/>
                </a:solidFill>
                <a:latin typeface="Roboto Mono"/>
                <a:ea typeface="Roboto Mono"/>
                <a:cs typeface="Roboto Mono"/>
                <a:sym typeface="Roboto Mono"/>
              </a:rPr>
              <a:t>: </a:t>
            </a:r>
            <a:r>
              <a:rPr b="0" i="0" lang="es-419" sz="1229" u="none" cap="none" strike="noStrike">
                <a:solidFill>
                  <a:srgbClr val="106040"/>
                </a:solidFill>
                <a:latin typeface="Roboto Mono"/>
                <a:ea typeface="Roboto Mono"/>
                <a:cs typeface="Roboto Mono"/>
                <a:sym typeface="Roboto Mono"/>
              </a:rPr>
              <a:t>2rem</a:t>
            </a:r>
            <a:r>
              <a:rPr b="0" i="0" lang="es-419" sz="1229" u="none" cap="none" strike="noStrike">
                <a:solidFill>
                  <a:srgbClr val="000000"/>
                </a:solidFill>
                <a:latin typeface="Roboto Mono"/>
                <a:ea typeface="Roboto Mono"/>
                <a:cs typeface="Roboto Mono"/>
                <a:sym typeface="Roboto Mono"/>
              </a:rPr>
              <a:t>;</a:t>
            </a:r>
            <a:endParaRPr b="0" i="0" sz="1229" u="none" cap="none" strike="noStrike">
              <a:solidFill>
                <a:srgbClr val="000000"/>
              </a:solidFill>
              <a:latin typeface="Roboto Mono"/>
              <a:ea typeface="Roboto Mono"/>
              <a:cs typeface="Roboto Mono"/>
              <a:sym typeface="Roboto Mono"/>
            </a:endParaRPr>
          </a:p>
          <a:p>
            <a:pPr indent="0" lvl="0" marL="0" marR="0" rtl="0" algn="l">
              <a:lnSpc>
                <a:spcPct val="100000"/>
              </a:lnSpc>
              <a:spcBef>
                <a:spcPts val="0"/>
              </a:spcBef>
              <a:spcAft>
                <a:spcPts val="0"/>
              </a:spcAft>
              <a:buClr>
                <a:srgbClr val="000000"/>
              </a:buClr>
              <a:buSzPts val="1229"/>
              <a:buFont typeface="Arial"/>
              <a:buNone/>
            </a:pPr>
            <a:r>
              <a:rPr b="0" i="0" lang="es-419" sz="1229" u="none" cap="none" strike="noStrike">
                <a:solidFill>
                  <a:srgbClr val="000000"/>
                </a:solidFill>
                <a:latin typeface="Roboto Mono"/>
                <a:ea typeface="Roboto Mono"/>
                <a:cs typeface="Roboto Mono"/>
                <a:sym typeface="Roboto Mono"/>
              </a:rPr>
              <a:t>  </a:t>
            </a:r>
            <a:r>
              <a:rPr b="0" i="0" lang="es-419" sz="1229" u="none" cap="none" strike="noStrike">
                <a:solidFill>
                  <a:srgbClr val="572000"/>
                </a:solidFill>
                <a:latin typeface="Roboto Mono"/>
                <a:ea typeface="Roboto Mono"/>
                <a:cs typeface="Roboto Mono"/>
                <a:sym typeface="Roboto Mono"/>
              </a:rPr>
              <a:t>text-emphasis-style</a:t>
            </a:r>
            <a:r>
              <a:rPr b="0" i="0" lang="es-419" sz="1229" u="none" cap="none" strike="noStrike">
                <a:solidFill>
                  <a:srgbClr val="000000"/>
                </a:solidFill>
                <a:latin typeface="Roboto Mono"/>
                <a:ea typeface="Roboto Mono"/>
                <a:cs typeface="Roboto Mono"/>
                <a:sym typeface="Roboto Mono"/>
              </a:rPr>
              <a:t>: </a:t>
            </a:r>
            <a:r>
              <a:rPr b="0" i="0" lang="es-419" sz="1229" u="none" cap="none" strike="noStrike">
                <a:solidFill>
                  <a:srgbClr val="1AB1CD"/>
                </a:solidFill>
                <a:latin typeface="Roboto Mono"/>
                <a:ea typeface="Roboto Mono"/>
                <a:cs typeface="Roboto Mono"/>
                <a:sym typeface="Roboto Mono"/>
              </a:rPr>
              <a:t>open</a:t>
            </a:r>
            <a:r>
              <a:rPr b="0" i="0" lang="es-419" sz="1229" u="none" cap="none" strike="noStrike">
                <a:solidFill>
                  <a:srgbClr val="000000"/>
                </a:solidFill>
                <a:latin typeface="Roboto Mono"/>
                <a:ea typeface="Roboto Mono"/>
                <a:cs typeface="Roboto Mono"/>
                <a:sym typeface="Roboto Mono"/>
              </a:rPr>
              <a:t> </a:t>
            </a:r>
            <a:r>
              <a:rPr b="0" i="0" lang="es-419" sz="1229" u="none" cap="none" strike="noStrike">
                <a:solidFill>
                  <a:srgbClr val="1AB1CD"/>
                </a:solidFill>
                <a:latin typeface="Roboto Mono"/>
                <a:ea typeface="Roboto Mono"/>
                <a:cs typeface="Roboto Mono"/>
                <a:sym typeface="Roboto Mono"/>
              </a:rPr>
              <a:t>triangle</a:t>
            </a:r>
            <a:r>
              <a:rPr b="0" i="0" lang="es-419" sz="1229" u="none" cap="none" strike="noStrike">
                <a:solidFill>
                  <a:srgbClr val="000000"/>
                </a:solidFill>
                <a:latin typeface="Roboto Mono"/>
                <a:ea typeface="Roboto Mono"/>
                <a:cs typeface="Roboto Mono"/>
                <a:sym typeface="Roboto Mono"/>
              </a:rPr>
              <a:t>;</a:t>
            </a:r>
            <a:endParaRPr b="0" i="0" sz="1229" u="none" cap="none" strike="noStrike">
              <a:solidFill>
                <a:srgbClr val="000000"/>
              </a:solidFill>
              <a:latin typeface="Roboto Mono"/>
              <a:ea typeface="Roboto Mono"/>
              <a:cs typeface="Roboto Mono"/>
              <a:sym typeface="Roboto Mono"/>
            </a:endParaRPr>
          </a:p>
          <a:p>
            <a:pPr indent="0" lvl="0" marL="0" marR="0" rtl="0" algn="l">
              <a:lnSpc>
                <a:spcPct val="100000"/>
              </a:lnSpc>
              <a:spcBef>
                <a:spcPts val="0"/>
              </a:spcBef>
              <a:spcAft>
                <a:spcPts val="0"/>
              </a:spcAft>
              <a:buClr>
                <a:srgbClr val="000000"/>
              </a:buClr>
              <a:buSzPts val="1229"/>
              <a:buFont typeface="Arial"/>
              <a:buNone/>
            </a:pPr>
            <a:r>
              <a:rPr b="0" i="0" lang="es-419" sz="1229" u="none" cap="none" strike="noStrike">
                <a:solidFill>
                  <a:srgbClr val="000000"/>
                </a:solidFill>
                <a:latin typeface="Roboto Mono"/>
                <a:ea typeface="Roboto Mono"/>
                <a:cs typeface="Roboto Mono"/>
                <a:sym typeface="Roboto Mono"/>
              </a:rPr>
              <a:t>  </a:t>
            </a:r>
            <a:r>
              <a:rPr b="0" i="0" lang="es-419" sz="1229" u="none" cap="none" strike="noStrike">
                <a:solidFill>
                  <a:srgbClr val="572000"/>
                </a:solidFill>
                <a:latin typeface="Roboto Mono"/>
                <a:ea typeface="Roboto Mono"/>
                <a:cs typeface="Roboto Mono"/>
                <a:sym typeface="Roboto Mono"/>
              </a:rPr>
              <a:t>text-emphasis-color</a:t>
            </a:r>
            <a:r>
              <a:rPr b="0" i="0" lang="es-419" sz="1229" u="none" cap="none" strike="noStrike">
                <a:solidFill>
                  <a:srgbClr val="000000"/>
                </a:solidFill>
                <a:latin typeface="Roboto Mono"/>
                <a:ea typeface="Roboto Mono"/>
                <a:cs typeface="Roboto Mono"/>
                <a:sym typeface="Roboto Mono"/>
              </a:rPr>
              <a:t>: </a:t>
            </a:r>
            <a:r>
              <a:rPr b="1" i="0" lang="es-419" sz="1229" u="none" cap="none" strike="noStrike">
                <a:solidFill>
                  <a:srgbClr val="700080"/>
                </a:solidFill>
                <a:latin typeface="Roboto Mono"/>
                <a:ea typeface="Roboto Mono"/>
                <a:cs typeface="Roboto Mono"/>
                <a:sym typeface="Roboto Mono"/>
              </a:rPr>
              <a:t>red</a:t>
            </a:r>
            <a:r>
              <a:rPr b="0" i="0" lang="es-419" sz="1229" u="none" cap="none" strike="noStrike">
                <a:solidFill>
                  <a:srgbClr val="000000"/>
                </a:solidFill>
                <a:latin typeface="Roboto Mono"/>
                <a:ea typeface="Roboto Mono"/>
                <a:cs typeface="Roboto Mono"/>
                <a:sym typeface="Roboto Mono"/>
              </a:rPr>
              <a:t>;</a:t>
            </a:r>
            <a:endParaRPr b="0" i="0" sz="1229" u="none" cap="none" strike="noStrike">
              <a:solidFill>
                <a:srgbClr val="000000"/>
              </a:solidFill>
              <a:latin typeface="Roboto Mono"/>
              <a:ea typeface="Roboto Mono"/>
              <a:cs typeface="Roboto Mono"/>
              <a:sym typeface="Roboto Mono"/>
            </a:endParaRPr>
          </a:p>
          <a:p>
            <a:pPr indent="0" lvl="0" marL="0" marR="0" rtl="0" algn="l">
              <a:lnSpc>
                <a:spcPct val="100000"/>
              </a:lnSpc>
              <a:spcBef>
                <a:spcPts val="0"/>
              </a:spcBef>
              <a:spcAft>
                <a:spcPts val="0"/>
              </a:spcAft>
              <a:buClr>
                <a:srgbClr val="000000"/>
              </a:buClr>
              <a:buSzPts val="1229"/>
              <a:buFont typeface="Arial"/>
              <a:buNone/>
            </a:pPr>
            <a:r>
              <a:rPr b="0" i="0" lang="es-419" sz="1229" u="none" cap="none" strike="noStrike">
                <a:solidFill>
                  <a:srgbClr val="000000"/>
                </a:solidFill>
                <a:latin typeface="Roboto Mono"/>
                <a:ea typeface="Roboto Mono"/>
                <a:cs typeface="Roboto Mono"/>
                <a:sym typeface="Roboto Mono"/>
              </a:rPr>
              <a:t>  </a:t>
            </a:r>
            <a:r>
              <a:rPr b="0" i="0" lang="es-419" sz="1229" u="none" cap="none" strike="noStrike">
                <a:solidFill>
                  <a:srgbClr val="572000"/>
                </a:solidFill>
                <a:latin typeface="Roboto Mono"/>
                <a:ea typeface="Roboto Mono"/>
                <a:cs typeface="Roboto Mono"/>
                <a:sym typeface="Roboto Mono"/>
              </a:rPr>
              <a:t>text-emphasis-position</a:t>
            </a:r>
            <a:r>
              <a:rPr b="0" i="0" lang="es-419" sz="1229" u="none" cap="none" strike="noStrike">
                <a:solidFill>
                  <a:srgbClr val="000000"/>
                </a:solidFill>
                <a:latin typeface="Roboto Mono"/>
                <a:ea typeface="Roboto Mono"/>
                <a:cs typeface="Roboto Mono"/>
                <a:sym typeface="Roboto Mono"/>
              </a:rPr>
              <a:t>: </a:t>
            </a:r>
            <a:r>
              <a:rPr b="0" i="0" lang="es-419" sz="1229" u="none" cap="none" strike="noStrike">
                <a:solidFill>
                  <a:srgbClr val="1AB1CD"/>
                </a:solidFill>
                <a:latin typeface="Roboto Mono"/>
                <a:ea typeface="Roboto Mono"/>
                <a:cs typeface="Roboto Mono"/>
                <a:sym typeface="Roboto Mono"/>
              </a:rPr>
              <a:t>over</a:t>
            </a:r>
            <a:r>
              <a:rPr b="0" i="0" lang="es-419" sz="1229" u="none" cap="none" strike="noStrike">
                <a:solidFill>
                  <a:srgbClr val="000000"/>
                </a:solidFill>
                <a:latin typeface="Roboto Mono"/>
                <a:ea typeface="Roboto Mono"/>
                <a:cs typeface="Roboto Mono"/>
                <a:sym typeface="Roboto Mono"/>
              </a:rPr>
              <a:t> </a:t>
            </a:r>
            <a:r>
              <a:rPr b="0" i="0" lang="es-419" sz="1229" u="none" cap="none" strike="noStrike">
                <a:solidFill>
                  <a:srgbClr val="201090"/>
                </a:solidFill>
                <a:latin typeface="Roboto Mono"/>
                <a:ea typeface="Roboto Mono"/>
                <a:cs typeface="Roboto Mono"/>
                <a:sym typeface="Roboto Mono"/>
              </a:rPr>
              <a:t>right</a:t>
            </a:r>
            <a:r>
              <a:rPr b="0" i="0" lang="es-419" sz="1229" u="none" cap="none" strike="noStrike">
                <a:solidFill>
                  <a:srgbClr val="000000"/>
                </a:solidFill>
                <a:latin typeface="Roboto Mono"/>
                <a:ea typeface="Roboto Mono"/>
                <a:cs typeface="Roboto Mono"/>
                <a:sym typeface="Roboto Mono"/>
              </a:rPr>
              <a:t>;</a:t>
            </a:r>
            <a:endParaRPr b="0" i="0" sz="1229" u="none" cap="none" strike="noStrike">
              <a:solidFill>
                <a:srgbClr val="000000"/>
              </a:solidFill>
              <a:latin typeface="Roboto Mono"/>
              <a:ea typeface="Roboto Mono"/>
              <a:cs typeface="Roboto Mono"/>
              <a:sym typeface="Roboto Mono"/>
            </a:endParaRPr>
          </a:p>
          <a:p>
            <a:pPr indent="0" lvl="0" marL="0" marR="0" rtl="0" algn="l">
              <a:lnSpc>
                <a:spcPct val="100000"/>
              </a:lnSpc>
              <a:spcBef>
                <a:spcPts val="0"/>
              </a:spcBef>
              <a:spcAft>
                <a:spcPts val="0"/>
              </a:spcAft>
              <a:buClr>
                <a:srgbClr val="000000"/>
              </a:buClr>
              <a:buSzPts val="1229"/>
              <a:buFont typeface="Arial"/>
              <a:buNone/>
            </a:pPr>
            <a:r>
              <a:rPr b="0" i="0" lang="es-419" sz="1229" u="none" cap="none" strike="noStrike">
                <a:solidFill>
                  <a:srgbClr val="000000"/>
                </a:solidFill>
                <a:latin typeface="Roboto Mono"/>
                <a:ea typeface="Roboto Mono"/>
                <a:cs typeface="Roboto Mono"/>
                <a:sym typeface="Roboto Mono"/>
              </a:rPr>
              <a:t>}</a:t>
            </a:r>
            <a:endParaRPr b="0" i="0" sz="1229" u="none" cap="none" strike="noStrike">
              <a:solidFill>
                <a:srgbClr val="000000"/>
              </a:solidFill>
              <a:latin typeface="Roboto Mono"/>
              <a:ea typeface="Roboto Mono"/>
              <a:cs typeface="Roboto Mono"/>
              <a:sym typeface="Roboto Mono"/>
            </a:endParaRPr>
          </a:p>
        </p:txBody>
      </p:sp>
      <p:sp>
        <p:nvSpPr>
          <p:cNvPr id="213" name="Google Shape;213;p19"/>
          <p:cNvSpPr/>
          <p:nvPr/>
        </p:nvSpPr>
        <p:spPr>
          <a:xfrm>
            <a:off x="339075" y="315950"/>
            <a:ext cx="4563300" cy="2346000"/>
          </a:xfrm>
          <a:prstGeom prst="rect">
            <a:avLst/>
          </a:prstGeom>
          <a:solidFill>
            <a:srgbClr val="F3F3F3"/>
          </a:solidFill>
          <a:ln>
            <a:noFill/>
          </a:ln>
        </p:spPr>
        <p:txBody>
          <a:bodyPr anchorCtr="0" anchor="ctr" bIns="105425" lIns="105425" spcFirstLastPara="1" rIns="105425" wrap="square" tIns="105425">
            <a:noAutofit/>
          </a:bodyPr>
          <a:lstStyle/>
          <a:p>
            <a:pPr indent="0" lvl="0" marL="0" marR="0" rtl="0" algn="l">
              <a:lnSpc>
                <a:spcPct val="100000"/>
              </a:lnSpc>
              <a:spcBef>
                <a:spcPts val="0"/>
              </a:spcBef>
              <a:spcAft>
                <a:spcPts val="0"/>
              </a:spcAft>
              <a:buClr>
                <a:srgbClr val="000000"/>
              </a:buClr>
              <a:buSzPts val="1229"/>
              <a:buFont typeface="Arial"/>
              <a:buNone/>
            </a:pPr>
            <a:r>
              <a:rPr b="0" i="0" lang="es-419" sz="1229" u="none" cap="none" strike="noStrike">
                <a:solidFill>
                  <a:srgbClr val="000000"/>
                </a:solidFill>
                <a:latin typeface="Roboto Mono"/>
                <a:ea typeface="Roboto Mono"/>
                <a:cs typeface="Roboto Mono"/>
                <a:sym typeface="Roboto Mono"/>
              </a:rPr>
              <a:t>&lt;</a:t>
            </a:r>
            <a:r>
              <a:rPr b="0" i="0" lang="es-419" sz="1229" u="none" cap="none" strike="noStrike">
                <a:solidFill>
                  <a:srgbClr val="107000"/>
                </a:solidFill>
                <a:latin typeface="Roboto Mono"/>
                <a:ea typeface="Roboto Mono"/>
                <a:cs typeface="Roboto Mono"/>
                <a:sym typeface="Roboto Mono"/>
              </a:rPr>
              <a:t>html</a:t>
            </a:r>
            <a:r>
              <a:rPr b="0" i="0" lang="es-419" sz="1229" u="none" cap="none" strike="noStrike">
                <a:solidFill>
                  <a:srgbClr val="000000"/>
                </a:solidFill>
                <a:latin typeface="Roboto Mono"/>
                <a:ea typeface="Roboto Mono"/>
                <a:cs typeface="Roboto Mono"/>
                <a:sym typeface="Roboto Mono"/>
              </a:rPr>
              <a:t>&gt;</a:t>
            </a:r>
            <a:endParaRPr b="0" i="0" sz="1229" u="none" cap="none" strike="noStrike">
              <a:solidFill>
                <a:srgbClr val="000000"/>
              </a:solidFill>
              <a:latin typeface="Roboto Mono"/>
              <a:ea typeface="Roboto Mono"/>
              <a:cs typeface="Roboto Mono"/>
              <a:sym typeface="Roboto Mono"/>
            </a:endParaRPr>
          </a:p>
          <a:p>
            <a:pPr indent="0" lvl="0" marL="0" marR="0" rtl="0" algn="l">
              <a:lnSpc>
                <a:spcPct val="100000"/>
              </a:lnSpc>
              <a:spcBef>
                <a:spcPts val="0"/>
              </a:spcBef>
              <a:spcAft>
                <a:spcPts val="0"/>
              </a:spcAft>
              <a:buClr>
                <a:srgbClr val="000000"/>
              </a:buClr>
              <a:buSzPts val="1229"/>
              <a:buFont typeface="Arial"/>
              <a:buNone/>
            </a:pPr>
            <a:r>
              <a:rPr b="0" i="0" lang="es-419" sz="1229" u="none" cap="none" strike="noStrike">
                <a:solidFill>
                  <a:srgbClr val="000000"/>
                </a:solidFill>
                <a:latin typeface="Roboto Mono"/>
                <a:ea typeface="Roboto Mono"/>
                <a:cs typeface="Roboto Mono"/>
                <a:sym typeface="Roboto Mono"/>
              </a:rPr>
              <a:t>&lt;</a:t>
            </a:r>
            <a:r>
              <a:rPr b="0" i="0" lang="es-419" sz="1229" u="none" cap="none" strike="noStrike">
                <a:solidFill>
                  <a:srgbClr val="107000"/>
                </a:solidFill>
                <a:latin typeface="Roboto Mono"/>
                <a:ea typeface="Roboto Mono"/>
                <a:cs typeface="Roboto Mono"/>
                <a:sym typeface="Roboto Mono"/>
              </a:rPr>
              <a:t>head</a:t>
            </a:r>
            <a:r>
              <a:rPr b="0" i="0" lang="es-419" sz="1229" u="none" cap="none" strike="noStrike">
                <a:solidFill>
                  <a:srgbClr val="000000"/>
                </a:solidFill>
                <a:latin typeface="Roboto Mono"/>
                <a:ea typeface="Roboto Mono"/>
                <a:cs typeface="Roboto Mono"/>
                <a:sym typeface="Roboto Mono"/>
              </a:rPr>
              <a:t>&gt;</a:t>
            </a:r>
            <a:endParaRPr b="0" i="0" sz="1229" u="none" cap="none" strike="noStrike">
              <a:solidFill>
                <a:srgbClr val="000000"/>
              </a:solidFill>
              <a:latin typeface="Roboto Mono"/>
              <a:ea typeface="Roboto Mono"/>
              <a:cs typeface="Roboto Mono"/>
              <a:sym typeface="Roboto Mono"/>
            </a:endParaRPr>
          </a:p>
          <a:p>
            <a:pPr indent="0" lvl="0" marL="0" marR="0" rtl="0" algn="l">
              <a:lnSpc>
                <a:spcPct val="100000"/>
              </a:lnSpc>
              <a:spcBef>
                <a:spcPts val="0"/>
              </a:spcBef>
              <a:spcAft>
                <a:spcPts val="0"/>
              </a:spcAft>
              <a:buClr>
                <a:srgbClr val="000000"/>
              </a:buClr>
              <a:buSzPts val="1229"/>
              <a:buFont typeface="Arial"/>
              <a:buNone/>
            </a:pPr>
            <a:r>
              <a:rPr b="0" i="0" lang="es-419" sz="1229" u="none" cap="none" strike="noStrike">
                <a:solidFill>
                  <a:srgbClr val="000000"/>
                </a:solidFill>
                <a:latin typeface="Roboto Mono"/>
                <a:ea typeface="Roboto Mono"/>
                <a:cs typeface="Roboto Mono"/>
                <a:sym typeface="Roboto Mono"/>
              </a:rPr>
              <a:t>    &lt;</a:t>
            </a:r>
            <a:r>
              <a:rPr b="0" i="0" lang="es-419" sz="1229" u="none" cap="none" strike="noStrike">
                <a:solidFill>
                  <a:srgbClr val="107000"/>
                </a:solidFill>
                <a:latin typeface="Roboto Mono"/>
                <a:ea typeface="Roboto Mono"/>
                <a:cs typeface="Roboto Mono"/>
                <a:sym typeface="Roboto Mono"/>
              </a:rPr>
              <a:t>link</a:t>
            </a:r>
            <a:r>
              <a:rPr b="0" i="0" lang="es-419" sz="1229" u="none" cap="none" strike="noStrike">
                <a:solidFill>
                  <a:srgbClr val="000000"/>
                </a:solidFill>
                <a:latin typeface="Roboto Mono"/>
                <a:ea typeface="Roboto Mono"/>
                <a:cs typeface="Roboto Mono"/>
                <a:sym typeface="Roboto Mono"/>
              </a:rPr>
              <a:t> </a:t>
            </a:r>
            <a:r>
              <a:rPr b="0" i="0" lang="es-419" sz="1229" u="none" cap="none" strike="noStrike">
                <a:solidFill>
                  <a:srgbClr val="0000C0"/>
                </a:solidFill>
                <a:latin typeface="Roboto Mono"/>
                <a:ea typeface="Roboto Mono"/>
                <a:cs typeface="Roboto Mono"/>
                <a:sym typeface="Roboto Mono"/>
              </a:rPr>
              <a:t>rel</a:t>
            </a:r>
            <a:r>
              <a:rPr b="0" i="0" lang="es-419" sz="1229" u="none" cap="none" strike="noStrike">
                <a:solidFill>
                  <a:srgbClr val="000000"/>
                </a:solidFill>
                <a:latin typeface="Roboto Mono"/>
                <a:ea typeface="Roboto Mono"/>
                <a:cs typeface="Roboto Mono"/>
                <a:sym typeface="Roboto Mono"/>
              </a:rPr>
              <a:t>=</a:t>
            </a:r>
            <a:r>
              <a:rPr b="0" i="0" lang="es-419" sz="1229" u="none" cap="none" strike="noStrike">
                <a:solidFill>
                  <a:srgbClr val="A01010"/>
                </a:solidFill>
                <a:latin typeface="Roboto Mono"/>
                <a:ea typeface="Roboto Mono"/>
                <a:cs typeface="Roboto Mono"/>
                <a:sym typeface="Roboto Mono"/>
              </a:rPr>
              <a:t>"stylesheet"</a:t>
            </a:r>
            <a:r>
              <a:rPr b="0" i="0" lang="es-419" sz="1229" u="none" cap="none" strike="noStrike">
                <a:solidFill>
                  <a:srgbClr val="000000"/>
                </a:solidFill>
                <a:latin typeface="Roboto Mono"/>
                <a:ea typeface="Roboto Mono"/>
                <a:cs typeface="Roboto Mono"/>
                <a:sym typeface="Roboto Mono"/>
              </a:rPr>
              <a:t> </a:t>
            </a:r>
            <a:r>
              <a:rPr b="0" i="0" lang="es-419" sz="1229" u="none" cap="none" strike="noStrike">
                <a:solidFill>
                  <a:srgbClr val="0000C0"/>
                </a:solidFill>
                <a:latin typeface="Roboto Mono"/>
                <a:ea typeface="Roboto Mono"/>
                <a:cs typeface="Roboto Mono"/>
                <a:sym typeface="Roboto Mono"/>
              </a:rPr>
              <a:t>href</a:t>
            </a:r>
            <a:r>
              <a:rPr b="0" i="0" lang="es-419" sz="1229" u="none" cap="none" strike="noStrike">
                <a:solidFill>
                  <a:srgbClr val="000000"/>
                </a:solidFill>
                <a:latin typeface="Roboto Mono"/>
                <a:ea typeface="Roboto Mono"/>
                <a:cs typeface="Roboto Mono"/>
                <a:sym typeface="Roboto Mono"/>
              </a:rPr>
              <a:t>=</a:t>
            </a:r>
            <a:r>
              <a:rPr b="0" i="0" lang="es-419" sz="1229" u="none" cap="none" strike="noStrike">
                <a:solidFill>
                  <a:srgbClr val="A01010"/>
                </a:solidFill>
                <a:latin typeface="Roboto Mono"/>
                <a:ea typeface="Roboto Mono"/>
                <a:cs typeface="Roboto Mono"/>
                <a:sym typeface="Roboto Mono"/>
              </a:rPr>
              <a:t>"style.css"</a:t>
            </a:r>
            <a:r>
              <a:rPr b="0" i="0" lang="es-419" sz="1229" u="none" cap="none" strike="noStrike">
                <a:solidFill>
                  <a:srgbClr val="000000"/>
                </a:solidFill>
                <a:latin typeface="Roboto Mono"/>
                <a:ea typeface="Roboto Mono"/>
                <a:cs typeface="Roboto Mono"/>
                <a:sym typeface="Roboto Mono"/>
              </a:rPr>
              <a:t>&gt;</a:t>
            </a:r>
            <a:endParaRPr b="0" i="0" sz="1229" u="none" cap="none" strike="noStrike">
              <a:solidFill>
                <a:srgbClr val="000000"/>
              </a:solidFill>
              <a:latin typeface="Roboto Mono"/>
              <a:ea typeface="Roboto Mono"/>
              <a:cs typeface="Roboto Mono"/>
              <a:sym typeface="Roboto Mono"/>
            </a:endParaRPr>
          </a:p>
          <a:p>
            <a:pPr indent="0" lvl="0" marL="0" marR="0" rtl="0" algn="l">
              <a:lnSpc>
                <a:spcPct val="100000"/>
              </a:lnSpc>
              <a:spcBef>
                <a:spcPts val="0"/>
              </a:spcBef>
              <a:spcAft>
                <a:spcPts val="0"/>
              </a:spcAft>
              <a:buClr>
                <a:srgbClr val="000000"/>
              </a:buClr>
              <a:buSzPts val="1229"/>
              <a:buFont typeface="Arial"/>
              <a:buNone/>
            </a:pPr>
            <a:r>
              <a:rPr b="0" i="0" lang="es-419" sz="1229" u="none" cap="none" strike="noStrike">
                <a:solidFill>
                  <a:srgbClr val="000000"/>
                </a:solidFill>
                <a:latin typeface="Roboto Mono"/>
                <a:ea typeface="Roboto Mono"/>
                <a:cs typeface="Roboto Mono"/>
                <a:sym typeface="Roboto Mono"/>
              </a:rPr>
              <a:t>    &lt;</a:t>
            </a:r>
            <a:r>
              <a:rPr b="0" i="0" lang="es-419" sz="1229" u="none" cap="none" strike="noStrike">
                <a:solidFill>
                  <a:srgbClr val="107000"/>
                </a:solidFill>
                <a:latin typeface="Roboto Mono"/>
                <a:ea typeface="Roboto Mono"/>
                <a:cs typeface="Roboto Mono"/>
                <a:sym typeface="Roboto Mono"/>
              </a:rPr>
              <a:t>title</a:t>
            </a:r>
            <a:r>
              <a:rPr b="0" i="0" lang="es-419" sz="1229" u="none" cap="none" strike="noStrike">
                <a:solidFill>
                  <a:srgbClr val="000000"/>
                </a:solidFill>
                <a:latin typeface="Roboto Mono"/>
                <a:ea typeface="Roboto Mono"/>
                <a:cs typeface="Roboto Mono"/>
                <a:sym typeface="Roboto Mono"/>
              </a:rPr>
              <a:t>&gt;Documento&lt;/</a:t>
            </a:r>
            <a:r>
              <a:rPr b="0" i="0" lang="es-419" sz="1229" u="none" cap="none" strike="noStrike">
                <a:solidFill>
                  <a:srgbClr val="107000"/>
                </a:solidFill>
                <a:latin typeface="Roboto Mono"/>
                <a:ea typeface="Roboto Mono"/>
                <a:cs typeface="Roboto Mono"/>
                <a:sym typeface="Roboto Mono"/>
              </a:rPr>
              <a:t>title</a:t>
            </a:r>
            <a:r>
              <a:rPr b="0" i="0" lang="es-419" sz="1229" u="none" cap="none" strike="noStrike">
                <a:solidFill>
                  <a:srgbClr val="000000"/>
                </a:solidFill>
                <a:latin typeface="Roboto Mono"/>
                <a:ea typeface="Roboto Mono"/>
                <a:cs typeface="Roboto Mono"/>
                <a:sym typeface="Roboto Mono"/>
              </a:rPr>
              <a:t>&gt;</a:t>
            </a:r>
            <a:endParaRPr b="0" i="0" sz="1229" u="none" cap="none" strike="noStrike">
              <a:solidFill>
                <a:srgbClr val="000000"/>
              </a:solidFill>
              <a:latin typeface="Roboto Mono"/>
              <a:ea typeface="Roboto Mono"/>
              <a:cs typeface="Roboto Mono"/>
              <a:sym typeface="Roboto Mono"/>
            </a:endParaRPr>
          </a:p>
          <a:p>
            <a:pPr indent="0" lvl="0" marL="0" marR="0" rtl="0" algn="l">
              <a:lnSpc>
                <a:spcPct val="100000"/>
              </a:lnSpc>
              <a:spcBef>
                <a:spcPts val="0"/>
              </a:spcBef>
              <a:spcAft>
                <a:spcPts val="0"/>
              </a:spcAft>
              <a:buClr>
                <a:srgbClr val="000000"/>
              </a:buClr>
              <a:buSzPts val="1229"/>
              <a:buFont typeface="Arial"/>
              <a:buNone/>
            </a:pPr>
            <a:r>
              <a:rPr b="0" i="0" lang="es-419" sz="1229" u="none" cap="none" strike="noStrike">
                <a:solidFill>
                  <a:srgbClr val="000000"/>
                </a:solidFill>
                <a:latin typeface="Roboto Mono"/>
                <a:ea typeface="Roboto Mono"/>
                <a:cs typeface="Roboto Mono"/>
                <a:sym typeface="Roboto Mono"/>
              </a:rPr>
              <a:t>&lt;/</a:t>
            </a:r>
            <a:r>
              <a:rPr b="0" i="0" lang="es-419" sz="1229" u="none" cap="none" strike="noStrike">
                <a:solidFill>
                  <a:srgbClr val="107000"/>
                </a:solidFill>
                <a:latin typeface="Roboto Mono"/>
                <a:ea typeface="Roboto Mono"/>
                <a:cs typeface="Roboto Mono"/>
                <a:sym typeface="Roboto Mono"/>
              </a:rPr>
              <a:t>head</a:t>
            </a:r>
            <a:r>
              <a:rPr b="0" i="0" lang="es-419" sz="1229" u="none" cap="none" strike="noStrike">
                <a:solidFill>
                  <a:srgbClr val="000000"/>
                </a:solidFill>
                <a:latin typeface="Roboto Mono"/>
                <a:ea typeface="Roboto Mono"/>
                <a:cs typeface="Roboto Mono"/>
                <a:sym typeface="Roboto Mono"/>
              </a:rPr>
              <a:t>&gt;</a:t>
            </a:r>
            <a:endParaRPr b="0" i="0" sz="1229" u="none" cap="none" strike="noStrike">
              <a:solidFill>
                <a:srgbClr val="000000"/>
              </a:solidFill>
              <a:latin typeface="Roboto Mono"/>
              <a:ea typeface="Roboto Mono"/>
              <a:cs typeface="Roboto Mono"/>
              <a:sym typeface="Roboto Mono"/>
            </a:endParaRPr>
          </a:p>
          <a:p>
            <a:pPr indent="0" lvl="0" marL="0" marR="0" rtl="0" algn="l">
              <a:lnSpc>
                <a:spcPct val="100000"/>
              </a:lnSpc>
              <a:spcBef>
                <a:spcPts val="0"/>
              </a:spcBef>
              <a:spcAft>
                <a:spcPts val="0"/>
              </a:spcAft>
              <a:buClr>
                <a:srgbClr val="000000"/>
              </a:buClr>
              <a:buSzPts val="1229"/>
              <a:buFont typeface="Arial"/>
              <a:buNone/>
            </a:pPr>
            <a:r>
              <a:rPr b="0" i="0" lang="es-419" sz="1229" u="none" cap="none" strike="noStrike">
                <a:solidFill>
                  <a:srgbClr val="000000"/>
                </a:solidFill>
                <a:latin typeface="Roboto Mono"/>
                <a:ea typeface="Roboto Mono"/>
                <a:cs typeface="Roboto Mono"/>
                <a:sym typeface="Roboto Mono"/>
              </a:rPr>
              <a:t>&lt;</a:t>
            </a:r>
            <a:r>
              <a:rPr b="0" i="0" lang="es-419" sz="1229" u="none" cap="none" strike="noStrike">
                <a:solidFill>
                  <a:srgbClr val="107000"/>
                </a:solidFill>
                <a:latin typeface="Roboto Mono"/>
                <a:ea typeface="Roboto Mono"/>
                <a:cs typeface="Roboto Mono"/>
                <a:sym typeface="Roboto Mono"/>
              </a:rPr>
              <a:t>body</a:t>
            </a:r>
            <a:r>
              <a:rPr b="0" i="0" lang="es-419" sz="1229" u="none" cap="none" strike="noStrike">
                <a:solidFill>
                  <a:srgbClr val="000000"/>
                </a:solidFill>
                <a:latin typeface="Roboto Mono"/>
                <a:ea typeface="Roboto Mono"/>
                <a:cs typeface="Roboto Mono"/>
                <a:sym typeface="Roboto Mono"/>
              </a:rPr>
              <a:t>&gt;</a:t>
            </a:r>
            <a:endParaRPr b="0" i="0" sz="1229" u="none" cap="none" strike="noStrike">
              <a:solidFill>
                <a:srgbClr val="000000"/>
              </a:solidFill>
              <a:latin typeface="Roboto Mono"/>
              <a:ea typeface="Roboto Mono"/>
              <a:cs typeface="Roboto Mono"/>
              <a:sym typeface="Roboto Mono"/>
            </a:endParaRPr>
          </a:p>
          <a:p>
            <a:pPr indent="0" lvl="0" marL="0" marR="0" rtl="0" algn="l">
              <a:lnSpc>
                <a:spcPct val="100000"/>
              </a:lnSpc>
              <a:spcBef>
                <a:spcPts val="0"/>
              </a:spcBef>
              <a:spcAft>
                <a:spcPts val="0"/>
              </a:spcAft>
              <a:buClr>
                <a:srgbClr val="000000"/>
              </a:buClr>
              <a:buSzPts val="1229"/>
              <a:buFont typeface="Arial"/>
              <a:buNone/>
            </a:pPr>
            <a:r>
              <a:rPr b="0" i="0" lang="es-419" sz="1229" u="none" cap="none" strike="noStrike">
                <a:solidFill>
                  <a:srgbClr val="000000"/>
                </a:solidFill>
                <a:latin typeface="Roboto Mono"/>
                <a:ea typeface="Roboto Mono"/>
                <a:cs typeface="Roboto Mono"/>
                <a:sym typeface="Roboto Mono"/>
              </a:rPr>
              <a:t>    &lt;</a:t>
            </a:r>
            <a:r>
              <a:rPr b="0" i="0" lang="es-419" sz="1229" u="none" cap="none" strike="noStrike">
                <a:solidFill>
                  <a:srgbClr val="107000"/>
                </a:solidFill>
                <a:latin typeface="Roboto Mono"/>
                <a:ea typeface="Roboto Mono"/>
                <a:cs typeface="Roboto Mono"/>
                <a:sym typeface="Roboto Mono"/>
              </a:rPr>
              <a:t>div</a:t>
            </a:r>
            <a:r>
              <a:rPr b="0" i="0" lang="es-419" sz="1229" u="none" cap="none" strike="noStrike">
                <a:solidFill>
                  <a:srgbClr val="000000"/>
                </a:solidFill>
                <a:latin typeface="Roboto Mono"/>
                <a:ea typeface="Roboto Mono"/>
                <a:cs typeface="Roboto Mono"/>
                <a:sym typeface="Roboto Mono"/>
              </a:rPr>
              <a:t> </a:t>
            </a:r>
            <a:r>
              <a:rPr b="0" i="0" lang="es-419" sz="1229" u="none" cap="none" strike="noStrike">
                <a:solidFill>
                  <a:srgbClr val="0000C0"/>
                </a:solidFill>
                <a:latin typeface="Roboto Mono"/>
                <a:ea typeface="Roboto Mono"/>
                <a:cs typeface="Roboto Mono"/>
                <a:sym typeface="Roboto Mono"/>
              </a:rPr>
              <a:t>class</a:t>
            </a:r>
            <a:r>
              <a:rPr b="0" i="0" lang="es-419" sz="1229" u="none" cap="none" strike="noStrike">
                <a:solidFill>
                  <a:srgbClr val="000000"/>
                </a:solidFill>
                <a:latin typeface="Roboto Mono"/>
                <a:ea typeface="Roboto Mono"/>
                <a:cs typeface="Roboto Mono"/>
                <a:sym typeface="Roboto Mono"/>
              </a:rPr>
              <a:t>=</a:t>
            </a:r>
            <a:r>
              <a:rPr b="0" i="0" lang="es-419" sz="1229" u="none" cap="none" strike="noStrike">
                <a:solidFill>
                  <a:srgbClr val="A01010"/>
                </a:solidFill>
                <a:latin typeface="Roboto Mono"/>
                <a:ea typeface="Roboto Mono"/>
                <a:cs typeface="Roboto Mono"/>
                <a:sym typeface="Roboto Mono"/>
              </a:rPr>
              <a:t>"text-container"</a:t>
            </a:r>
            <a:r>
              <a:rPr b="0" i="0" lang="es-419" sz="1229" u="none" cap="none" strike="noStrike">
                <a:solidFill>
                  <a:srgbClr val="000000"/>
                </a:solidFill>
                <a:latin typeface="Roboto Mono"/>
                <a:ea typeface="Roboto Mono"/>
                <a:cs typeface="Roboto Mono"/>
                <a:sym typeface="Roboto Mono"/>
              </a:rPr>
              <a:t>&gt;</a:t>
            </a:r>
            <a:endParaRPr b="0" i="0" sz="1229" u="none" cap="none" strike="noStrike">
              <a:solidFill>
                <a:srgbClr val="000000"/>
              </a:solidFill>
              <a:latin typeface="Roboto Mono"/>
              <a:ea typeface="Roboto Mono"/>
              <a:cs typeface="Roboto Mono"/>
              <a:sym typeface="Roboto Mono"/>
            </a:endParaRPr>
          </a:p>
          <a:p>
            <a:pPr indent="457200" lvl="0" marL="457200" marR="0" rtl="0" algn="l">
              <a:lnSpc>
                <a:spcPct val="100000"/>
              </a:lnSpc>
              <a:spcBef>
                <a:spcPts val="0"/>
              </a:spcBef>
              <a:spcAft>
                <a:spcPts val="0"/>
              </a:spcAft>
              <a:buClr>
                <a:srgbClr val="000000"/>
              </a:buClr>
              <a:buSzPts val="1229"/>
              <a:buFont typeface="Arial"/>
              <a:buNone/>
            </a:pPr>
            <a:r>
              <a:rPr b="0" i="0" lang="es-419" sz="1229" u="none" cap="none" strike="noStrike">
                <a:solidFill>
                  <a:srgbClr val="000000"/>
                </a:solidFill>
                <a:latin typeface="Roboto Mono"/>
                <a:ea typeface="Roboto Mono"/>
                <a:cs typeface="Roboto Mono"/>
                <a:sym typeface="Roboto Mono"/>
              </a:rPr>
              <a:t>Taller de Programación Web</a:t>
            </a:r>
            <a:endParaRPr b="0" i="0" sz="1229" u="none" cap="none" strike="noStrike">
              <a:solidFill>
                <a:srgbClr val="000000"/>
              </a:solidFill>
              <a:latin typeface="Roboto Mono"/>
              <a:ea typeface="Roboto Mono"/>
              <a:cs typeface="Roboto Mono"/>
              <a:sym typeface="Roboto Mono"/>
            </a:endParaRPr>
          </a:p>
          <a:p>
            <a:pPr indent="0" lvl="0" marL="457200" marR="0" rtl="0" algn="l">
              <a:lnSpc>
                <a:spcPct val="100000"/>
              </a:lnSpc>
              <a:spcBef>
                <a:spcPts val="0"/>
              </a:spcBef>
              <a:spcAft>
                <a:spcPts val="0"/>
              </a:spcAft>
              <a:buClr>
                <a:srgbClr val="000000"/>
              </a:buClr>
              <a:buSzPts val="1229"/>
              <a:buFont typeface="Arial"/>
              <a:buNone/>
            </a:pPr>
            <a:r>
              <a:rPr b="0" i="0" lang="es-419" sz="1229" u="none" cap="none" strike="noStrike">
                <a:solidFill>
                  <a:srgbClr val="000000"/>
                </a:solidFill>
                <a:latin typeface="Roboto Mono"/>
                <a:ea typeface="Roboto Mono"/>
                <a:cs typeface="Roboto Mono"/>
                <a:sym typeface="Roboto Mono"/>
              </a:rPr>
              <a:t>&lt;/</a:t>
            </a:r>
            <a:r>
              <a:rPr b="0" i="0" lang="es-419" sz="1229" u="none" cap="none" strike="noStrike">
                <a:solidFill>
                  <a:srgbClr val="107000"/>
                </a:solidFill>
                <a:latin typeface="Roboto Mono"/>
                <a:ea typeface="Roboto Mono"/>
                <a:cs typeface="Roboto Mono"/>
                <a:sym typeface="Roboto Mono"/>
              </a:rPr>
              <a:t>div</a:t>
            </a:r>
            <a:r>
              <a:rPr b="0" i="0" lang="es-419" sz="1229" u="none" cap="none" strike="noStrike">
                <a:solidFill>
                  <a:srgbClr val="000000"/>
                </a:solidFill>
                <a:latin typeface="Roboto Mono"/>
                <a:ea typeface="Roboto Mono"/>
                <a:cs typeface="Roboto Mono"/>
                <a:sym typeface="Roboto Mono"/>
              </a:rPr>
              <a:t>&gt;</a:t>
            </a:r>
            <a:endParaRPr b="0" i="0" sz="1229" u="none" cap="none" strike="noStrike">
              <a:solidFill>
                <a:srgbClr val="000000"/>
              </a:solidFill>
              <a:latin typeface="Roboto Mono"/>
              <a:ea typeface="Roboto Mono"/>
              <a:cs typeface="Roboto Mono"/>
              <a:sym typeface="Roboto Mono"/>
            </a:endParaRPr>
          </a:p>
          <a:p>
            <a:pPr indent="0" lvl="0" marL="0" marR="0" rtl="0" algn="l">
              <a:lnSpc>
                <a:spcPct val="100000"/>
              </a:lnSpc>
              <a:spcBef>
                <a:spcPts val="0"/>
              </a:spcBef>
              <a:spcAft>
                <a:spcPts val="0"/>
              </a:spcAft>
              <a:buClr>
                <a:srgbClr val="000000"/>
              </a:buClr>
              <a:buSzPts val="1229"/>
              <a:buFont typeface="Arial"/>
              <a:buNone/>
            </a:pPr>
            <a:r>
              <a:rPr b="0" i="0" lang="es-419" sz="1229" u="none" cap="none" strike="noStrike">
                <a:solidFill>
                  <a:srgbClr val="000000"/>
                </a:solidFill>
                <a:latin typeface="Roboto Mono"/>
                <a:ea typeface="Roboto Mono"/>
                <a:cs typeface="Roboto Mono"/>
                <a:sym typeface="Roboto Mono"/>
              </a:rPr>
              <a:t>&lt;/</a:t>
            </a:r>
            <a:r>
              <a:rPr b="0" i="0" lang="es-419" sz="1229" u="none" cap="none" strike="noStrike">
                <a:solidFill>
                  <a:srgbClr val="107000"/>
                </a:solidFill>
                <a:latin typeface="Roboto Mono"/>
                <a:ea typeface="Roboto Mono"/>
                <a:cs typeface="Roboto Mono"/>
                <a:sym typeface="Roboto Mono"/>
              </a:rPr>
              <a:t>body</a:t>
            </a:r>
            <a:r>
              <a:rPr b="0" i="0" lang="es-419" sz="1229" u="none" cap="none" strike="noStrike">
                <a:solidFill>
                  <a:srgbClr val="000000"/>
                </a:solidFill>
                <a:latin typeface="Roboto Mono"/>
                <a:ea typeface="Roboto Mono"/>
                <a:cs typeface="Roboto Mono"/>
                <a:sym typeface="Roboto Mono"/>
              </a:rPr>
              <a:t>&gt;</a:t>
            </a:r>
            <a:endParaRPr b="0" i="0" sz="1229" u="none" cap="none" strike="noStrike">
              <a:solidFill>
                <a:srgbClr val="000000"/>
              </a:solidFill>
              <a:latin typeface="Roboto Mono"/>
              <a:ea typeface="Roboto Mono"/>
              <a:cs typeface="Roboto Mono"/>
              <a:sym typeface="Roboto Mono"/>
            </a:endParaRPr>
          </a:p>
          <a:p>
            <a:pPr indent="0" lvl="0" marL="0" marR="0" rtl="0" algn="l">
              <a:lnSpc>
                <a:spcPct val="100000"/>
              </a:lnSpc>
              <a:spcBef>
                <a:spcPts val="0"/>
              </a:spcBef>
              <a:spcAft>
                <a:spcPts val="0"/>
              </a:spcAft>
              <a:buClr>
                <a:srgbClr val="000000"/>
              </a:buClr>
              <a:buSzPts val="1229"/>
              <a:buFont typeface="Arial"/>
              <a:buNone/>
            </a:pPr>
            <a:r>
              <a:rPr b="0" i="0" lang="es-419" sz="1229" u="none" cap="none" strike="noStrike">
                <a:solidFill>
                  <a:srgbClr val="000000"/>
                </a:solidFill>
                <a:latin typeface="Roboto Mono"/>
                <a:ea typeface="Roboto Mono"/>
                <a:cs typeface="Roboto Mono"/>
                <a:sym typeface="Roboto Mono"/>
              </a:rPr>
              <a:t>&lt;/</a:t>
            </a:r>
            <a:r>
              <a:rPr b="0" i="0" lang="es-419" sz="1229" u="none" cap="none" strike="noStrike">
                <a:solidFill>
                  <a:srgbClr val="107000"/>
                </a:solidFill>
                <a:latin typeface="Roboto Mono"/>
                <a:ea typeface="Roboto Mono"/>
                <a:cs typeface="Roboto Mono"/>
                <a:sym typeface="Roboto Mono"/>
              </a:rPr>
              <a:t>html</a:t>
            </a:r>
            <a:r>
              <a:rPr b="0" i="0" lang="es-419" sz="1229" u="none" cap="none" strike="noStrike">
                <a:solidFill>
                  <a:srgbClr val="000000"/>
                </a:solidFill>
                <a:latin typeface="Roboto Mono"/>
                <a:ea typeface="Roboto Mono"/>
                <a:cs typeface="Roboto Mono"/>
                <a:sym typeface="Roboto Mono"/>
              </a:rPr>
              <a:t>&gt;</a:t>
            </a:r>
            <a:endParaRPr b="0" i="0" sz="1229" u="none" cap="none" strike="noStrike">
              <a:solidFill>
                <a:srgbClr val="000000"/>
              </a:solidFill>
              <a:latin typeface="Roboto Mono"/>
              <a:ea typeface="Roboto Mono"/>
              <a:cs typeface="Roboto Mono"/>
              <a:sym typeface="Roboto Mono"/>
            </a:endParaRPr>
          </a:p>
        </p:txBody>
      </p:sp>
      <p:pic>
        <p:nvPicPr>
          <p:cNvPr id="214" name="Google Shape;214;p19" title="Screenshot from 2025-04-28 03-43-52.png"/>
          <p:cNvPicPr preferRelativeResize="0"/>
          <p:nvPr/>
        </p:nvPicPr>
        <p:blipFill rotWithShape="1">
          <a:blip r:embed="rId3">
            <a:alphaModFix/>
          </a:blip>
          <a:srcRect b="0" l="0" r="0" t="0"/>
          <a:stretch/>
        </p:blipFill>
        <p:spPr>
          <a:xfrm>
            <a:off x="1618700" y="2800000"/>
            <a:ext cx="5906607" cy="2176749"/>
          </a:xfrm>
          <a:prstGeom prst="rect">
            <a:avLst/>
          </a:prstGeom>
          <a:solidFill>
            <a:srgbClr val="F3F3F3"/>
          </a:solid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20"/>
          <p:cNvSpPr txBox="1"/>
          <p:nvPr>
            <p:ph type="title"/>
          </p:nvPr>
        </p:nvSpPr>
        <p:spPr>
          <a:xfrm>
            <a:off x="311700" y="315925"/>
            <a:ext cx="8520600" cy="8313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4200"/>
              <a:buNone/>
            </a:pPr>
            <a:r>
              <a:rPr lang="es-419"/>
              <a:t>Ajuste y balance de textos</a:t>
            </a:r>
            <a:endParaRPr/>
          </a:p>
        </p:txBody>
      </p:sp>
      <p:pic>
        <p:nvPicPr>
          <p:cNvPr id="220" name="Google Shape;220;p20" title="Screenshot from 2025-04-28 03-57-59.png"/>
          <p:cNvPicPr preferRelativeResize="0"/>
          <p:nvPr/>
        </p:nvPicPr>
        <p:blipFill rotWithShape="1">
          <a:blip r:embed="rId3">
            <a:alphaModFix/>
          </a:blip>
          <a:srcRect b="0" l="0" r="0" t="0"/>
          <a:stretch/>
        </p:blipFill>
        <p:spPr>
          <a:xfrm>
            <a:off x="803887" y="2110700"/>
            <a:ext cx="7536226" cy="2527300"/>
          </a:xfrm>
          <a:prstGeom prst="rect">
            <a:avLst/>
          </a:prstGeom>
          <a:noFill/>
          <a:ln>
            <a:noFill/>
          </a:ln>
        </p:spPr>
      </p:pic>
      <p:sp>
        <p:nvSpPr>
          <p:cNvPr id="221" name="Google Shape;221;p20"/>
          <p:cNvSpPr txBox="1"/>
          <p:nvPr>
            <p:ph idx="4294967295" type="body"/>
          </p:nvPr>
        </p:nvSpPr>
        <p:spPr>
          <a:xfrm>
            <a:off x="440700" y="1316100"/>
            <a:ext cx="8191200" cy="7032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SzPts val="935"/>
              <a:buNone/>
            </a:pPr>
            <a:r>
              <a:rPr lang="es-419" sz="1120"/>
              <a:t>La propiedad text-wrap nos permite ajustar el texto del elemento al que se lo aplicamos, adaptando la forma en la que se muestra el contenido. Los valores que soporta esta propiedad son los siguientes:</a:t>
            </a:r>
            <a:endParaRPr sz="112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21"/>
          <p:cNvSpPr/>
          <p:nvPr/>
        </p:nvSpPr>
        <p:spPr>
          <a:xfrm>
            <a:off x="339075" y="2673475"/>
            <a:ext cx="3749400" cy="1699500"/>
          </a:xfrm>
          <a:prstGeom prst="rect">
            <a:avLst/>
          </a:prstGeom>
          <a:solidFill>
            <a:srgbClr val="F3F3F3"/>
          </a:solidFill>
          <a:ln>
            <a:noFill/>
          </a:ln>
        </p:spPr>
        <p:txBody>
          <a:bodyPr anchorCtr="0" anchor="ctr" bIns="105425" lIns="105425" spcFirstLastPara="1" rIns="105425" wrap="square" tIns="105425">
            <a:noAutofit/>
          </a:bodyPr>
          <a:lstStyle/>
          <a:p>
            <a:pPr indent="0" lvl="0" marL="0" marR="0" rtl="0" algn="l">
              <a:lnSpc>
                <a:spcPct val="100000"/>
              </a:lnSpc>
              <a:spcBef>
                <a:spcPts val="0"/>
              </a:spcBef>
              <a:spcAft>
                <a:spcPts val="0"/>
              </a:spcAft>
              <a:buClr>
                <a:srgbClr val="000000"/>
              </a:buClr>
              <a:buSzPts val="1229"/>
              <a:buFont typeface="Arial"/>
              <a:buNone/>
            </a:pPr>
            <a:r>
              <a:rPr b="0" i="0" lang="es-419" sz="1229" u="none" cap="none" strike="noStrike">
                <a:solidFill>
                  <a:srgbClr val="505050"/>
                </a:solidFill>
                <a:latin typeface="Roboto Mono"/>
                <a:ea typeface="Roboto Mono"/>
                <a:cs typeface="Roboto Mono"/>
                <a:sym typeface="Roboto Mono"/>
              </a:rPr>
              <a:t>.text-wrap</a:t>
            </a:r>
            <a:r>
              <a:rPr b="0" i="0" lang="es-419" sz="1229" u="none" cap="none" strike="noStrike">
                <a:solidFill>
                  <a:srgbClr val="000000"/>
                </a:solidFill>
                <a:latin typeface="Roboto Mono"/>
                <a:ea typeface="Roboto Mono"/>
                <a:cs typeface="Roboto Mono"/>
                <a:sym typeface="Roboto Mono"/>
              </a:rPr>
              <a:t> {</a:t>
            </a:r>
            <a:endParaRPr b="0" i="0" sz="1229" u="none" cap="none" strike="noStrike">
              <a:solidFill>
                <a:srgbClr val="000000"/>
              </a:solidFill>
              <a:latin typeface="Roboto Mono"/>
              <a:ea typeface="Roboto Mono"/>
              <a:cs typeface="Roboto Mono"/>
              <a:sym typeface="Roboto Mono"/>
            </a:endParaRPr>
          </a:p>
          <a:p>
            <a:pPr indent="0" lvl="0" marL="0" marR="0" rtl="0" algn="l">
              <a:lnSpc>
                <a:spcPct val="100000"/>
              </a:lnSpc>
              <a:spcBef>
                <a:spcPts val="0"/>
              </a:spcBef>
              <a:spcAft>
                <a:spcPts val="0"/>
              </a:spcAft>
              <a:buClr>
                <a:srgbClr val="000000"/>
              </a:buClr>
              <a:buSzPts val="1229"/>
              <a:buFont typeface="Arial"/>
              <a:buNone/>
            </a:pPr>
            <a:r>
              <a:rPr b="0" i="0" lang="es-419" sz="1229" u="none" cap="none" strike="noStrike">
                <a:solidFill>
                  <a:srgbClr val="000000"/>
                </a:solidFill>
                <a:latin typeface="Roboto Mono"/>
                <a:ea typeface="Roboto Mono"/>
                <a:cs typeface="Roboto Mono"/>
                <a:sym typeface="Roboto Mono"/>
              </a:rPr>
              <a:t>    </a:t>
            </a:r>
            <a:r>
              <a:rPr b="0" i="0" lang="es-419" sz="1229" u="none" cap="none" strike="noStrike">
                <a:solidFill>
                  <a:srgbClr val="572000"/>
                </a:solidFill>
                <a:latin typeface="Roboto Mono"/>
                <a:ea typeface="Roboto Mono"/>
                <a:cs typeface="Roboto Mono"/>
                <a:sym typeface="Roboto Mono"/>
              </a:rPr>
              <a:t>background</a:t>
            </a:r>
            <a:r>
              <a:rPr b="0" i="0" lang="es-419" sz="1229" u="none" cap="none" strike="noStrike">
                <a:solidFill>
                  <a:srgbClr val="000000"/>
                </a:solidFill>
                <a:latin typeface="Roboto Mono"/>
                <a:ea typeface="Roboto Mono"/>
                <a:cs typeface="Roboto Mono"/>
                <a:sym typeface="Roboto Mono"/>
              </a:rPr>
              <a:t>: </a:t>
            </a:r>
            <a:r>
              <a:rPr b="1" i="0" lang="es-419" sz="1229" u="none" cap="none" strike="noStrike">
                <a:solidFill>
                  <a:srgbClr val="700080"/>
                </a:solidFill>
                <a:latin typeface="Roboto Mono"/>
                <a:ea typeface="Roboto Mono"/>
                <a:cs typeface="Roboto Mono"/>
                <a:sym typeface="Roboto Mono"/>
              </a:rPr>
              <a:t>tomato</a:t>
            </a:r>
            <a:r>
              <a:rPr b="0" i="0" lang="es-419" sz="1229" u="none" cap="none" strike="noStrike">
                <a:solidFill>
                  <a:srgbClr val="000000"/>
                </a:solidFill>
                <a:latin typeface="Roboto Mono"/>
                <a:ea typeface="Roboto Mono"/>
                <a:cs typeface="Roboto Mono"/>
                <a:sym typeface="Roboto Mono"/>
              </a:rPr>
              <a:t>;</a:t>
            </a:r>
            <a:endParaRPr b="0" i="0" sz="1229" u="none" cap="none" strike="noStrike">
              <a:solidFill>
                <a:srgbClr val="000000"/>
              </a:solidFill>
              <a:latin typeface="Roboto Mono"/>
              <a:ea typeface="Roboto Mono"/>
              <a:cs typeface="Roboto Mono"/>
              <a:sym typeface="Roboto Mono"/>
            </a:endParaRPr>
          </a:p>
          <a:p>
            <a:pPr indent="0" lvl="0" marL="0" marR="0" rtl="0" algn="l">
              <a:lnSpc>
                <a:spcPct val="100000"/>
              </a:lnSpc>
              <a:spcBef>
                <a:spcPts val="0"/>
              </a:spcBef>
              <a:spcAft>
                <a:spcPts val="0"/>
              </a:spcAft>
              <a:buClr>
                <a:srgbClr val="000000"/>
              </a:buClr>
              <a:buSzPts val="1229"/>
              <a:buFont typeface="Arial"/>
              <a:buNone/>
            </a:pPr>
            <a:r>
              <a:rPr b="0" i="0" lang="es-419" sz="1229" u="none" cap="none" strike="noStrike">
                <a:solidFill>
                  <a:srgbClr val="000000"/>
                </a:solidFill>
                <a:latin typeface="Roboto Mono"/>
                <a:ea typeface="Roboto Mono"/>
                <a:cs typeface="Roboto Mono"/>
                <a:sym typeface="Roboto Mono"/>
              </a:rPr>
              <a:t>    </a:t>
            </a:r>
            <a:r>
              <a:rPr b="0" i="0" lang="es-419" sz="1229" u="none" cap="none" strike="noStrike">
                <a:solidFill>
                  <a:srgbClr val="572000"/>
                </a:solidFill>
                <a:latin typeface="Roboto Mono"/>
                <a:ea typeface="Roboto Mono"/>
                <a:cs typeface="Roboto Mono"/>
                <a:sym typeface="Roboto Mono"/>
              </a:rPr>
              <a:t>color</a:t>
            </a:r>
            <a:r>
              <a:rPr b="0" i="0" lang="es-419" sz="1229" u="none" cap="none" strike="noStrike">
                <a:solidFill>
                  <a:srgbClr val="000000"/>
                </a:solidFill>
                <a:latin typeface="Roboto Mono"/>
                <a:ea typeface="Roboto Mono"/>
                <a:cs typeface="Roboto Mono"/>
                <a:sym typeface="Roboto Mono"/>
              </a:rPr>
              <a:t>: </a:t>
            </a:r>
            <a:r>
              <a:rPr b="1" i="0" lang="es-419" sz="1229" u="none" cap="none" strike="noStrike">
                <a:solidFill>
                  <a:srgbClr val="700080"/>
                </a:solidFill>
                <a:latin typeface="Roboto Mono"/>
                <a:ea typeface="Roboto Mono"/>
                <a:cs typeface="Roboto Mono"/>
                <a:sym typeface="Roboto Mono"/>
              </a:rPr>
              <a:t>white</a:t>
            </a:r>
            <a:r>
              <a:rPr b="0" i="0" lang="es-419" sz="1229" u="none" cap="none" strike="noStrike">
                <a:solidFill>
                  <a:srgbClr val="000000"/>
                </a:solidFill>
                <a:latin typeface="Roboto Mono"/>
                <a:ea typeface="Roboto Mono"/>
                <a:cs typeface="Roboto Mono"/>
                <a:sym typeface="Roboto Mono"/>
              </a:rPr>
              <a:t>;</a:t>
            </a:r>
            <a:endParaRPr b="0" i="0" sz="1229" u="none" cap="none" strike="noStrike">
              <a:solidFill>
                <a:srgbClr val="000000"/>
              </a:solidFill>
              <a:latin typeface="Roboto Mono"/>
              <a:ea typeface="Roboto Mono"/>
              <a:cs typeface="Roboto Mono"/>
              <a:sym typeface="Roboto Mono"/>
            </a:endParaRPr>
          </a:p>
          <a:p>
            <a:pPr indent="0" lvl="0" marL="0" marR="0" rtl="0" algn="l">
              <a:lnSpc>
                <a:spcPct val="100000"/>
              </a:lnSpc>
              <a:spcBef>
                <a:spcPts val="0"/>
              </a:spcBef>
              <a:spcAft>
                <a:spcPts val="0"/>
              </a:spcAft>
              <a:buClr>
                <a:srgbClr val="000000"/>
              </a:buClr>
              <a:buSzPts val="1229"/>
              <a:buFont typeface="Arial"/>
              <a:buNone/>
            </a:pPr>
            <a:r>
              <a:rPr b="0" i="0" lang="es-419" sz="1229" u="none" cap="none" strike="noStrike">
                <a:solidFill>
                  <a:srgbClr val="000000"/>
                </a:solidFill>
                <a:latin typeface="Roboto Mono"/>
                <a:ea typeface="Roboto Mono"/>
                <a:cs typeface="Roboto Mono"/>
                <a:sym typeface="Roboto Mono"/>
              </a:rPr>
              <a:t>    </a:t>
            </a:r>
            <a:r>
              <a:rPr b="0" i="0" lang="es-419" sz="1229" u="none" cap="none" strike="noStrike">
                <a:solidFill>
                  <a:srgbClr val="572000"/>
                </a:solidFill>
                <a:latin typeface="Roboto Mono"/>
                <a:ea typeface="Roboto Mono"/>
                <a:cs typeface="Roboto Mono"/>
                <a:sym typeface="Roboto Mono"/>
              </a:rPr>
              <a:t>padding</a:t>
            </a:r>
            <a:r>
              <a:rPr b="0" i="0" lang="es-419" sz="1229" u="none" cap="none" strike="noStrike">
                <a:solidFill>
                  <a:srgbClr val="000000"/>
                </a:solidFill>
                <a:latin typeface="Roboto Mono"/>
                <a:ea typeface="Roboto Mono"/>
                <a:cs typeface="Roboto Mono"/>
                <a:sym typeface="Roboto Mono"/>
              </a:rPr>
              <a:t>: </a:t>
            </a:r>
            <a:r>
              <a:rPr b="0" i="0" lang="es-419" sz="1229" u="none" cap="none" strike="noStrike">
                <a:solidFill>
                  <a:srgbClr val="106040"/>
                </a:solidFill>
                <a:latin typeface="Roboto Mono"/>
                <a:ea typeface="Roboto Mono"/>
                <a:cs typeface="Roboto Mono"/>
                <a:sym typeface="Roboto Mono"/>
              </a:rPr>
              <a:t>2rem</a:t>
            </a:r>
            <a:r>
              <a:rPr b="0" i="0" lang="es-419" sz="1229" u="none" cap="none" strike="noStrike">
                <a:solidFill>
                  <a:srgbClr val="000000"/>
                </a:solidFill>
                <a:latin typeface="Roboto Mono"/>
                <a:ea typeface="Roboto Mono"/>
                <a:cs typeface="Roboto Mono"/>
                <a:sym typeface="Roboto Mono"/>
              </a:rPr>
              <a:t>;</a:t>
            </a:r>
            <a:endParaRPr b="0" i="0" sz="1229" u="none" cap="none" strike="noStrike">
              <a:solidFill>
                <a:srgbClr val="000000"/>
              </a:solidFill>
              <a:latin typeface="Roboto Mono"/>
              <a:ea typeface="Roboto Mono"/>
              <a:cs typeface="Roboto Mono"/>
              <a:sym typeface="Roboto Mono"/>
            </a:endParaRPr>
          </a:p>
          <a:p>
            <a:pPr indent="0" lvl="0" marL="0" marR="0" rtl="0" algn="l">
              <a:lnSpc>
                <a:spcPct val="100000"/>
              </a:lnSpc>
              <a:spcBef>
                <a:spcPts val="0"/>
              </a:spcBef>
              <a:spcAft>
                <a:spcPts val="0"/>
              </a:spcAft>
              <a:buClr>
                <a:srgbClr val="000000"/>
              </a:buClr>
              <a:buSzPts val="1229"/>
              <a:buFont typeface="Arial"/>
              <a:buNone/>
            </a:pPr>
            <a:r>
              <a:rPr b="0" i="0" lang="es-419" sz="1229" u="none" cap="none" strike="noStrike">
                <a:solidFill>
                  <a:srgbClr val="000000"/>
                </a:solidFill>
                <a:latin typeface="Roboto Mono"/>
                <a:ea typeface="Roboto Mono"/>
                <a:cs typeface="Roboto Mono"/>
                <a:sym typeface="Roboto Mono"/>
              </a:rPr>
              <a:t>    </a:t>
            </a:r>
            <a:r>
              <a:rPr b="0" i="0" lang="es-419" sz="1229" u="none" cap="none" strike="noStrike">
                <a:solidFill>
                  <a:srgbClr val="572000"/>
                </a:solidFill>
                <a:latin typeface="Roboto Mono"/>
                <a:ea typeface="Roboto Mono"/>
                <a:cs typeface="Roboto Mono"/>
                <a:sym typeface="Roboto Mono"/>
              </a:rPr>
              <a:t>max-width</a:t>
            </a:r>
            <a:r>
              <a:rPr b="0" i="0" lang="es-419" sz="1229" u="none" cap="none" strike="noStrike">
                <a:solidFill>
                  <a:srgbClr val="000000"/>
                </a:solidFill>
                <a:latin typeface="Roboto Mono"/>
                <a:ea typeface="Roboto Mono"/>
                <a:cs typeface="Roboto Mono"/>
                <a:sym typeface="Roboto Mono"/>
              </a:rPr>
              <a:t>: </a:t>
            </a:r>
            <a:r>
              <a:rPr b="0" i="0" lang="es-419" sz="1229" u="none" cap="none" strike="noStrike">
                <a:solidFill>
                  <a:srgbClr val="106040"/>
                </a:solidFill>
                <a:latin typeface="Roboto Mono"/>
                <a:ea typeface="Roboto Mono"/>
                <a:cs typeface="Roboto Mono"/>
                <a:sym typeface="Roboto Mono"/>
              </a:rPr>
              <a:t>300px</a:t>
            </a:r>
            <a:r>
              <a:rPr b="0" i="0" lang="es-419" sz="1229" u="none" cap="none" strike="noStrike">
                <a:solidFill>
                  <a:srgbClr val="000000"/>
                </a:solidFill>
                <a:latin typeface="Roboto Mono"/>
                <a:ea typeface="Roboto Mono"/>
                <a:cs typeface="Roboto Mono"/>
                <a:sym typeface="Roboto Mono"/>
              </a:rPr>
              <a:t>;</a:t>
            </a:r>
            <a:endParaRPr b="0" i="0" sz="1229" u="none" cap="none" strike="noStrike">
              <a:solidFill>
                <a:srgbClr val="000000"/>
              </a:solidFill>
              <a:latin typeface="Roboto Mono"/>
              <a:ea typeface="Roboto Mono"/>
              <a:cs typeface="Roboto Mono"/>
              <a:sym typeface="Roboto Mono"/>
            </a:endParaRPr>
          </a:p>
          <a:p>
            <a:pPr indent="0" lvl="0" marL="0" marR="0" rtl="0" algn="l">
              <a:lnSpc>
                <a:spcPct val="100000"/>
              </a:lnSpc>
              <a:spcBef>
                <a:spcPts val="0"/>
              </a:spcBef>
              <a:spcAft>
                <a:spcPts val="0"/>
              </a:spcAft>
              <a:buClr>
                <a:srgbClr val="000000"/>
              </a:buClr>
              <a:buSzPts val="1229"/>
              <a:buFont typeface="Arial"/>
              <a:buNone/>
            </a:pPr>
            <a:r>
              <a:rPr b="0" i="0" lang="es-419" sz="1229" u="none" cap="none" strike="noStrike">
                <a:solidFill>
                  <a:srgbClr val="000000"/>
                </a:solidFill>
                <a:latin typeface="Roboto Mono"/>
                <a:ea typeface="Roboto Mono"/>
                <a:cs typeface="Roboto Mono"/>
                <a:sym typeface="Roboto Mono"/>
              </a:rPr>
              <a:t>    </a:t>
            </a:r>
            <a:r>
              <a:rPr b="0" i="0" lang="es-419" sz="1229" u="none" cap="none" strike="noStrike">
                <a:solidFill>
                  <a:srgbClr val="572000"/>
                </a:solidFill>
                <a:latin typeface="Roboto Mono"/>
                <a:ea typeface="Roboto Mono"/>
                <a:cs typeface="Roboto Mono"/>
                <a:sym typeface="Roboto Mono"/>
              </a:rPr>
              <a:t>text-wrap</a:t>
            </a:r>
            <a:r>
              <a:rPr b="0" i="0" lang="es-419" sz="1229" u="none" cap="none" strike="noStrike">
                <a:solidFill>
                  <a:srgbClr val="000000"/>
                </a:solidFill>
                <a:latin typeface="Roboto Mono"/>
                <a:ea typeface="Roboto Mono"/>
                <a:cs typeface="Roboto Mono"/>
                <a:sym typeface="Roboto Mono"/>
              </a:rPr>
              <a:t>: </a:t>
            </a:r>
            <a:r>
              <a:rPr b="0" i="0" lang="es-419" sz="1229" u="none" cap="none" strike="noStrike">
                <a:solidFill>
                  <a:srgbClr val="201090"/>
                </a:solidFill>
                <a:latin typeface="Roboto Mono"/>
                <a:ea typeface="Roboto Mono"/>
                <a:cs typeface="Roboto Mono"/>
                <a:sym typeface="Roboto Mono"/>
              </a:rPr>
              <a:t>wrap</a:t>
            </a:r>
            <a:r>
              <a:rPr b="0" i="0" lang="es-419" sz="1229" u="none" cap="none" strike="noStrike">
                <a:solidFill>
                  <a:srgbClr val="000000"/>
                </a:solidFill>
                <a:latin typeface="Roboto Mono"/>
                <a:ea typeface="Roboto Mono"/>
                <a:cs typeface="Roboto Mono"/>
                <a:sym typeface="Roboto Mono"/>
              </a:rPr>
              <a:t>;</a:t>
            </a:r>
            <a:endParaRPr b="0" i="0" sz="1229" u="none" cap="none" strike="noStrike">
              <a:solidFill>
                <a:srgbClr val="000000"/>
              </a:solidFill>
              <a:latin typeface="Roboto Mono"/>
              <a:ea typeface="Roboto Mono"/>
              <a:cs typeface="Roboto Mono"/>
              <a:sym typeface="Roboto Mono"/>
            </a:endParaRPr>
          </a:p>
          <a:p>
            <a:pPr indent="0" lvl="0" marL="0" marR="0" rtl="0" algn="l">
              <a:lnSpc>
                <a:spcPct val="100000"/>
              </a:lnSpc>
              <a:spcBef>
                <a:spcPts val="0"/>
              </a:spcBef>
              <a:spcAft>
                <a:spcPts val="0"/>
              </a:spcAft>
              <a:buClr>
                <a:srgbClr val="000000"/>
              </a:buClr>
              <a:buSzPts val="1229"/>
              <a:buFont typeface="Arial"/>
              <a:buNone/>
            </a:pPr>
            <a:r>
              <a:rPr b="0" i="0" lang="es-419" sz="1229" u="none" cap="none" strike="noStrike">
                <a:solidFill>
                  <a:srgbClr val="000000"/>
                </a:solidFill>
                <a:latin typeface="Roboto Mono"/>
                <a:ea typeface="Roboto Mono"/>
                <a:cs typeface="Roboto Mono"/>
                <a:sym typeface="Roboto Mono"/>
              </a:rPr>
              <a:t>}</a:t>
            </a:r>
            <a:endParaRPr b="0" i="0" sz="1229" u="none" cap="none" strike="noStrike">
              <a:solidFill>
                <a:srgbClr val="000000"/>
              </a:solidFill>
              <a:latin typeface="Roboto Mono"/>
              <a:ea typeface="Roboto Mono"/>
              <a:cs typeface="Roboto Mono"/>
              <a:sym typeface="Roboto Mono"/>
            </a:endParaRPr>
          </a:p>
        </p:txBody>
      </p:sp>
      <p:sp>
        <p:nvSpPr>
          <p:cNvPr id="227" name="Google Shape;227;p21"/>
          <p:cNvSpPr/>
          <p:nvPr/>
        </p:nvSpPr>
        <p:spPr>
          <a:xfrm>
            <a:off x="339075" y="544550"/>
            <a:ext cx="8417100" cy="1546500"/>
          </a:xfrm>
          <a:prstGeom prst="rect">
            <a:avLst/>
          </a:prstGeom>
          <a:solidFill>
            <a:srgbClr val="F3F3F3"/>
          </a:solidFill>
          <a:ln>
            <a:noFill/>
          </a:ln>
        </p:spPr>
        <p:txBody>
          <a:bodyPr anchorCtr="0" anchor="ctr" bIns="105425" lIns="105425" spcFirstLastPara="1" rIns="105425" wrap="square" tIns="105425">
            <a:noAutofit/>
          </a:bodyPr>
          <a:lstStyle/>
          <a:p>
            <a:pPr indent="0" lvl="0" marL="0" marR="0" rtl="0" algn="l">
              <a:lnSpc>
                <a:spcPct val="100000"/>
              </a:lnSpc>
              <a:spcBef>
                <a:spcPts val="0"/>
              </a:spcBef>
              <a:spcAft>
                <a:spcPts val="0"/>
              </a:spcAft>
              <a:buClr>
                <a:srgbClr val="000000"/>
              </a:buClr>
              <a:buSzPts val="1229"/>
              <a:buFont typeface="Arial"/>
              <a:buNone/>
            </a:pPr>
            <a:r>
              <a:rPr b="0" i="0" lang="es-419" sz="1229" u="none" cap="none" strike="noStrike">
                <a:solidFill>
                  <a:srgbClr val="000000"/>
                </a:solidFill>
                <a:latin typeface="Roboto Mono"/>
                <a:ea typeface="Roboto Mono"/>
                <a:cs typeface="Roboto Mono"/>
                <a:sym typeface="Roboto Mono"/>
              </a:rPr>
              <a:t>&lt;</a:t>
            </a:r>
            <a:r>
              <a:rPr b="0" i="0" lang="es-419" sz="1229" u="none" cap="none" strike="noStrike">
                <a:solidFill>
                  <a:srgbClr val="107000"/>
                </a:solidFill>
                <a:latin typeface="Roboto Mono"/>
                <a:ea typeface="Roboto Mono"/>
                <a:cs typeface="Roboto Mono"/>
                <a:sym typeface="Roboto Mono"/>
              </a:rPr>
              <a:t>body</a:t>
            </a:r>
            <a:r>
              <a:rPr b="0" i="0" lang="es-419" sz="1229" u="none" cap="none" strike="noStrike">
                <a:solidFill>
                  <a:srgbClr val="000000"/>
                </a:solidFill>
                <a:latin typeface="Roboto Mono"/>
                <a:ea typeface="Roboto Mono"/>
                <a:cs typeface="Roboto Mono"/>
                <a:sym typeface="Roboto Mono"/>
              </a:rPr>
              <a:t>&gt;</a:t>
            </a:r>
            <a:endParaRPr b="0" i="0" sz="1229" u="none" cap="none" strike="noStrike">
              <a:solidFill>
                <a:srgbClr val="000000"/>
              </a:solidFill>
              <a:latin typeface="Roboto Mono"/>
              <a:ea typeface="Roboto Mono"/>
              <a:cs typeface="Roboto Mono"/>
              <a:sym typeface="Roboto Mono"/>
            </a:endParaRPr>
          </a:p>
          <a:p>
            <a:pPr indent="0" lvl="0" marL="0" marR="0" rtl="0" algn="l">
              <a:lnSpc>
                <a:spcPct val="100000"/>
              </a:lnSpc>
              <a:spcBef>
                <a:spcPts val="0"/>
              </a:spcBef>
              <a:spcAft>
                <a:spcPts val="0"/>
              </a:spcAft>
              <a:buClr>
                <a:srgbClr val="000000"/>
              </a:buClr>
              <a:buSzPts val="1229"/>
              <a:buFont typeface="Arial"/>
              <a:buNone/>
            </a:pPr>
            <a:r>
              <a:rPr b="0" i="0" lang="es-419" sz="1229" u="none" cap="none" strike="noStrike">
                <a:solidFill>
                  <a:srgbClr val="000000"/>
                </a:solidFill>
                <a:latin typeface="Roboto Mono"/>
                <a:ea typeface="Roboto Mono"/>
                <a:cs typeface="Roboto Mono"/>
                <a:sym typeface="Roboto Mono"/>
              </a:rPr>
              <a:t>    &lt;</a:t>
            </a:r>
            <a:r>
              <a:rPr b="0" i="0" lang="es-419" sz="1229" u="none" cap="none" strike="noStrike">
                <a:solidFill>
                  <a:srgbClr val="107000"/>
                </a:solidFill>
                <a:latin typeface="Roboto Mono"/>
                <a:ea typeface="Roboto Mono"/>
                <a:cs typeface="Roboto Mono"/>
                <a:sym typeface="Roboto Mono"/>
              </a:rPr>
              <a:t>p</a:t>
            </a:r>
            <a:r>
              <a:rPr b="0" i="0" lang="es-419" sz="1229" u="none" cap="none" strike="noStrike">
                <a:solidFill>
                  <a:srgbClr val="000000"/>
                </a:solidFill>
                <a:latin typeface="Roboto Mono"/>
                <a:ea typeface="Roboto Mono"/>
                <a:cs typeface="Roboto Mono"/>
                <a:sym typeface="Roboto Mono"/>
              </a:rPr>
              <a:t> </a:t>
            </a:r>
            <a:r>
              <a:rPr b="0" i="0" lang="es-419" sz="1229" u="none" cap="none" strike="noStrike">
                <a:solidFill>
                  <a:srgbClr val="0000C0"/>
                </a:solidFill>
                <a:latin typeface="Roboto Mono"/>
                <a:ea typeface="Roboto Mono"/>
                <a:cs typeface="Roboto Mono"/>
                <a:sym typeface="Roboto Mono"/>
              </a:rPr>
              <a:t>class</a:t>
            </a:r>
            <a:r>
              <a:rPr b="0" i="0" lang="es-419" sz="1229" u="none" cap="none" strike="noStrike">
                <a:solidFill>
                  <a:srgbClr val="000000"/>
                </a:solidFill>
                <a:latin typeface="Roboto Mono"/>
                <a:ea typeface="Roboto Mono"/>
                <a:cs typeface="Roboto Mono"/>
                <a:sym typeface="Roboto Mono"/>
              </a:rPr>
              <a:t>=</a:t>
            </a:r>
            <a:r>
              <a:rPr b="0" i="0" lang="es-419" sz="1229" u="none" cap="none" strike="noStrike">
                <a:solidFill>
                  <a:srgbClr val="A01010"/>
                </a:solidFill>
                <a:latin typeface="Roboto Mono"/>
                <a:ea typeface="Roboto Mono"/>
                <a:cs typeface="Roboto Mono"/>
                <a:sym typeface="Roboto Mono"/>
              </a:rPr>
              <a:t>"text-wrap"</a:t>
            </a:r>
            <a:r>
              <a:rPr b="0" i="0" lang="es-419" sz="1229" u="none" cap="none" strike="noStrike">
                <a:solidFill>
                  <a:srgbClr val="000000"/>
                </a:solidFill>
                <a:latin typeface="Roboto Mono"/>
                <a:ea typeface="Roboto Mono"/>
                <a:cs typeface="Roboto Mono"/>
                <a:sym typeface="Roboto Mono"/>
              </a:rPr>
              <a:t>&gt;</a:t>
            </a:r>
            <a:endParaRPr b="0" i="0" sz="1229" u="none" cap="none" strike="noStrike">
              <a:solidFill>
                <a:srgbClr val="000000"/>
              </a:solidFill>
              <a:latin typeface="Roboto Mono"/>
              <a:ea typeface="Roboto Mono"/>
              <a:cs typeface="Roboto Mono"/>
              <a:sym typeface="Roboto Mono"/>
            </a:endParaRPr>
          </a:p>
          <a:p>
            <a:pPr indent="0" lvl="0" marL="0" marR="0" rtl="0" algn="l">
              <a:lnSpc>
                <a:spcPct val="100000"/>
              </a:lnSpc>
              <a:spcBef>
                <a:spcPts val="0"/>
              </a:spcBef>
              <a:spcAft>
                <a:spcPts val="0"/>
              </a:spcAft>
              <a:buClr>
                <a:srgbClr val="000000"/>
              </a:buClr>
              <a:buSzPts val="1229"/>
              <a:buFont typeface="Arial"/>
              <a:buNone/>
            </a:pPr>
            <a:r>
              <a:rPr b="0" i="0" lang="es-419" sz="1229" u="none" cap="none" strike="noStrike">
                <a:solidFill>
                  <a:srgbClr val="000000"/>
                </a:solidFill>
                <a:latin typeface="Roboto Mono"/>
                <a:ea typeface="Roboto Mono"/>
                <a:cs typeface="Roboto Mono"/>
                <a:sym typeface="Roboto Mono"/>
              </a:rPr>
              <a:t>        Esto es un ejemplo para comprobar el comportamiento de la propiedad ‘text-wrap’ usando ‘wrap’ y ‘nowrap’.</a:t>
            </a:r>
            <a:endParaRPr b="0" i="0" sz="1229" u="none" cap="none" strike="noStrike">
              <a:solidFill>
                <a:srgbClr val="000000"/>
              </a:solidFill>
              <a:latin typeface="Roboto Mono"/>
              <a:ea typeface="Roboto Mono"/>
              <a:cs typeface="Roboto Mono"/>
              <a:sym typeface="Roboto Mono"/>
            </a:endParaRPr>
          </a:p>
          <a:p>
            <a:pPr indent="0" lvl="0" marL="0" marR="0" rtl="0" algn="l">
              <a:lnSpc>
                <a:spcPct val="100000"/>
              </a:lnSpc>
              <a:spcBef>
                <a:spcPts val="0"/>
              </a:spcBef>
              <a:spcAft>
                <a:spcPts val="0"/>
              </a:spcAft>
              <a:buClr>
                <a:srgbClr val="000000"/>
              </a:buClr>
              <a:buSzPts val="1229"/>
              <a:buFont typeface="Arial"/>
              <a:buNone/>
            </a:pPr>
            <a:r>
              <a:rPr b="0" i="0" lang="es-419" sz="1229" u="none" cap="none" strike="noStrike">
                <a:solidFill>
                  <a:srgbClr val="000000"/>
                </a:solidFill>
                <a:latin typeface="Roboto Mono"/>
                <a:ea typeface="Roboto Mono"/>
                <a:cs typeface="Roboto Mono"/>
                <a:sym typeface="Roboto Mono"/>
              </a:rPr>
              <a:t>    &lt;/</a:t>
            </a:r>
            <a:r>
              <a:rPr b="0" i="0" lang="es-419" sz="1229" u="none" cap="none" strike="noStrike">
                <a:solidFill>
                  <a:srgbClr val="107000"/>
                </a:solidFill>
                <a:latin typeface="Roboto Mono"/>
                <a:ea typeface="Roboto Mono"/>
                <a:cs typeface="Roboto Mono"/>
                <a:sym typeface="Roboto Mono"/>
              </a:rPr>
              <a:t>p</a:t>
            </a:r>
            <a:r>
              <a:rPr b="0" i="0" lang="es-419" sz="1229" u="none" cap="none" strike="noStrike">
                <a:solidFill>
                  <a:srgbClr val="000000"/>
                </a:solidFill>
                <a:latin typeface="Roboto Mono"/>
                <a:ea typeface="Roboto Mono"/>
                <a:cs typeface="Roboto Mono"/>
                <a:sym typeface="Roboto Mono"/>
              </a:rPr>
              <a:t>&gt;</a:t>
            </a:r>
            <a:endParaRPr b="0" i="0" sz="1229" u="none" cap="none" strike="noStrike">
              <a:solidFill>
                <a:srgbClr val="000000"/>
              </a:solidFill>
              <a:latin typeface="Roboto Mono"/>
              <a:ea typeface="Roboto Mono"/>
              <a:cs typeface="Roboto Mono"/>
              <a:sym typeface="Roboto Mono"/>
            </a:endParaRPr>
          </a:p>
          <a:p>
            <a:pPr indent="0" lvl="0" marL="0" marR="0" rtl="0" algn="l">
              <a:lnSpc>
                <a:spcPct val="100000"/>
              </a:lnSpc>
              <a:spcBef>
                <a:spcPts val="0"/>
              </a:spcBef>
              <a:spcAft>
                <a:spcPts val="0"/>
              </a:spcAft>
              <a:buClr>
                <a:srgbClr val="000000"/>
              </a:buClr>
              <a:buSzPts val="1229"/>
              <a:buFont typeface="Arial"/>
              <a:buNone/>
            </a:pPr>
            <a:r>
              <a:rPr b="0" i="0" lang="es-419" sz="1229" u="none" cap="none" strike="noStrike">
                <a:solidFill>
                  <a:srgbClr val="000000"/>
                </a:solidFill>
                <a:latin typeface="Roboto Mono"/>
                <a:ea typeface="Roboto Mono"/>
                <a:cs typeface="Roboto Mono"/>
                <a:sym typeface="Roboto Mono"/>
              </a:rPr>
              <a:t>&lt;/</a:t>
            </a:r>
            <a:r>
              <a:rPr b="0" i="0" lang="es-419" sz="1229" u="none" cap="none" strike="noStrike">
                <a:solidFill>
                  <a:srgbClr val="107000"/>
                </a:solidFill>
                <a:latin typeface="Roboto Mono"/>
                <a:ea typeface="Roboto Mono"/>
                <a:cs typeface="Roboto Mono"/>
                <a:sym typeface="Roboto Mono"/>
              </a:rPr>
              <a:t>body</a:t>
            </a:r>
            <a:r>
              <a:rPr b="0" i="0" lang="es-419" sz="1229" u="none" cap="none" strike="noStrike">
                <a:solidFill>
                  <a:srgbClr val="000000"/>
                </a:solidFill>
                <a:latin typeface="Roboto Mono"/>
                <a:ea typeface="Roboto Mono"/>
                <a:cs typeface="Roboto Mono"/>
                <a:sym typeface="Roboto Mono"/>
              </a:rPr>
              <a:t>&gt;</a:t>
            </a:r>
            <a:endParaRPr b="0" i="0" sz="1229" u="none" cap="none" strike="noStrike">
              <a:solidFill>
                <a:srgbClr val="000000"/>
              </a:solidFill>
              <a:latin typeface="Roboto Mono"/>
              <a:ea typeface="Roboto Mono"/>
              <a:cs typeface="Roboto Mono"/>
              <a:sym typeface="Roboto Mono"/>
            </a:endParaRPr>
          </a:p>
        </p:txBody>
      </p:sp>
      <p:pic>
        <p:nvPicPr>
          <p:cNvPr id="228" name="Google Shape;228;p21" title="Screenshot from 2025-04-28 04-07-27.png"/>
          <p:cNvPicPr preferRelativeResize="0"/>
          <p:nvPr/>
        </p:nvPicPr>
        <p:blipFill rotWithShape="1">
          <a:blip r:embed="rId3">
            <a:alphaModFix/>
          </a:blip>
          <a:srcRect b="0" l="0" r="0" t="0"/>
          <a:stretch/>
        </p:blipFill>
        <p:spPr>
          <a:xfrm>
            <a:off x="4323050" y="2187200"/>
            <a:ext cx="4433125" cy="27411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22"/>
          <p:cNvSpPr/>
          <p:nvPr/>
        </p:nvSpPr>
        <p:spPr>
          <a:xfrm>
            <a:off x="766100" y="656650"/>
            <a:ext cx="2476800" cy="1699500"/>
          </a:xfrm>
          <a:prstGeom prst="rect">
            <a:avLst/>
          </a:prstGeom>
          <a:solidFill>
            <a:srgbClr val="F3F3F3"/>
          </a:solidFill>
          <a:ln>
            <a:noFill/>
          </a:ln>
        </p:spPr>
        <p:txBody>
          <a:bodyPr anchorCtr="0" anchor="ctr" bIns="105425" lIns="105425" spcFirstLastPara="1" rIns="105425" wrap="square" tIns="105425">
            <a:noAutofit/>
          </a:bodyPr>
          <a:lstStyle/>
          <a:p>
            <a:pPr indent="0" lvl="0" marL="0" marR="0" rtl="0" algn="l">
              <a:lnSpc>
                <a:spcPct val="100000"/>
              </a:lnSpc>
              <a:spcBef>
                <a:spcPts val="0"/>
              </a:spcBef>
              <a:spcAft>
                <a:spcPts val="0"/>
              </a:spcAft>
              <a:buClr>
                <a:srgbClr val="000000"/>
              </a:buClr>
              <a:buSzPts val="1229"/>
              <a:buFont typeface="Arial"/>
              <a:buNone/>
            </a:pPr>
            <a:r>
              <a:rPr b="0" i="0" lang="es-419" sz="1229" u="none" cap="none" strike="noStrike">
                <a:solidFill>
                  <a:srgbClr val="505050"/>
                </a:solidFill>
                <a:latin typeface="Roboto Mono"/>
                <a:ea typeface="Roboto Mono"/>
                <a:cs typeface="Roboto Mono"/>
                <a:sym typeface="Roboto Mono"/>
              </a:rPr>
              <a:t>.text-wrap</a:t>
            </a:r>
            <a:r>
              <a:rPr b="0" i="0" lang="es-419" sz="1229" u="none" cap="none" strike="noStrike">
                <a:solidFill>
                  <a:srgbClr val="000000"/>
                </a:solidFill>
                <a:latin typeface="Roboto Mono"/>
                <a:ea typeface="Roboto Mono"/>
                <a:cs typeface="Roboto Mono"/>
                <a:sym typeface="Roboto Mono"/>
              </a:rPr>
              <a:t> {</a:t>
            </a:r>
            <a:endParaRPr b="0" i="0" sz="1229" u="none" cap="none" strike="noStrike">
              <a:solidFill>
                <a:srgbClr val="000000"/>
              </a:solidFill>
              <a:latin typeface="Roboto Mono"/>
              <a:ea typeface="Roboto Mono"/>
              <a:cs typeface="Roboto Mono"/>
              <a:sym typeface="Roboto Mono"/>
            </a:endParaRPr>
          </a:p>
          <a:p>
            <a:pPr indent="0" lvl="0" marL="0" marR="0" rtl="0" algn="l">
              <a:lnSpc>
                <a:spcPct val="100000"/>
              </a:lnSpc>
              <a:spcBef>
                <a:spcPts val="0"/>
              </a:spcBef>
              <a:spcAft>
                <a:spcPts val="0"/>
              </a:spcAft>
              <a:buClr>
                <a:srgbClr val="000000"/>
              </a:buClr>
              <a:buSzPts val="1229"/>
              <a:buFont typeface="Arial"/>
              <a:buNone/>
            </a:pPr>
            <a:r>
              <a:rPr b="0" i="0" lang="es-419" sz="1229" u="none" cap="none" strike="noStrike">
                <a:solidFill>
                  <a:srgbClr val="000000"/>
                </a:solidFill>
                <a:latin typeface="Roboto Mono"/>
                <a:ea typeface="Roboto Mono"/>
                <a:cs typeface="Roboto Mono"/>
                <a:sym typeface="Roboto Mono"/>
              </a:rPr>
              <a:t>    </a:t>
            </a:r>
            <a:r>
              <a:rPr b="0" i="0" lang="es-419" sz="1229" u="none" cap="none" strike="noStrike">
                <a:solidFill>
                  <a:srgbClr val="572000"/>
                </a:solidFill>
                <a:latin typeface="Roboto Mono"/>
                <a:ea typeface="Roboto Mono"/>
                <a:cs typeface="Roboto Mono"/>
                <a:sym typeface="Roboto Mono"/>
              </a:rPr>
              <a:t>background</a:t>
            </a:r>
            <a:r>
              <a:rPr b="0" i="0" lang="es-419" sz="1229" u="none" cap="none" strike="noStrike">
                <a:solidFill>
                  <a:srgbClr val="000000"/>
                </a:solidFill>
                <a:latin typeface="Roboto Mono"/>
                <a:ea typeface="Roboto Mono"/>
                <a:cs typeface="Roboto Mono"/>
                <a:sym typeface="Roboto Mono"/>
              </a:rPr>
              <a:t>: </a:t>
            </a:r>
            <a:r>
              <a:rPr b="1" i="0" lang="es-419" sz="1229" u="none" cap="none" strike="noStrike">
                <a:solidFill>
                  <a:srgbClr val="700080"/>
                </a:solidFill>
                <a:latin typeface="Roboto Mono"/>
                <a:ea typeface="Roboto Mono"/>
                <a:cs typeface="Roboto Mono"/>
                <a:sym typeface="Roboto Mono"/>
              </a:rPr>
              <a:t>tomato</a:t>
            </a:r>
            <a:r>
              <a:rPr b="0" i="0" lang="es-419" sz="1229" u="none" cap="none" strike="noStrike">
                <a:solidFill>
                  <a:srgbClr val="000000"/>
                </a:solidFill>
                <a:latin typeface="Roboto Mono"/>
                <a:ea typeface="Roboto Mono"/>
                <a:cs typeface="Roboto Mono"/>
                <a:sym typeface="Roboto Mono"/>
              </a:rPr>
              <a:t>;</a:t>
            </a:r>
            <a:endParaRPr b="0" i="0" sz="1229" u="none" cap="none" strike="noStrike">
              <a:solidFill>
                <a:srgbClr val="000000"/>
              </a:solidFill>
              <a:latin typeface="Roboto Mono"/>
              <a:ea typeface="Roboto Mono"/>
              <a:cs typeface="Roboto Mono"/>
              <a:sym typeface="Roboto Mono"/>
            </a:endParaRPr>
          </a:p>
          <a:p>
            <a:pPr indent="0" lvl="0" marL="0" marR="0" rtl="0" algn="l">
              <a:lnSpc>
                <a:spcPct val="100000"/>
              </a:lnSpc>
              <a:spcBef>
                <a:spcPts val="0"/>
              </a:spcBef>
              <a:spcAft>
                <a:spcPts val="0"/>
              </a:spcAft>
              <a:buClr>
                <a:srgbClr val="000000"/>
              </a:buClr>
              <a:buSzPts val="1229"/>
              <a:buFont typeface="Arial"/>
              <a:buNone/>
            </a:pPr>
            <a:r>
              <a:rPr b="0" i="0" lang="es-419" sz="1229" u="none" cap="none" strike="noStrike">
                <a:solidFill>
                  <a:srgbClr val="000000"/>
                </a:solidFill>
                <a:latin typeface="Roboto Mono"/>
                <a:ea typeface="Roboto Mono"/>
                <a:cs typeface="Roboto Mono"/>
                <a:sym typeface="Roboto Mono"/>
              </a:rPr>
              <a:t>    </a:t>
            </a:r>
            <a:r>
              <a:rPr b="0" i="0" lang="es-419" sz="1229" u="none" cap="none" strike="noStrike">
                <a:solidFill>
                  <a:srgbClr val="572000"/>
                </a:solidFill>
                <a:latin typeface="Roboto Mono"/>
                <a:ea typeface="Roboto Mono"/>
                <a:cs typeface="Roboto Mono"/>
                <a:sym typeface="Roboto Mono"/>
              </a:rPr>
              <a:t>color</a:t>
            </a:r>
            <a:r>
              <a:rPr b="0" i="0" lang="es-419" sz="1229" u="none" cap="none" strike="noStrike">
                <a:solidFill>
                  <a:srgbClr val="000000"/>
                </a:solidFill>
                <a:latin typeface="Roboto Mono"/>
                <a:ea typeface="Roboto Mono"/>
                <a:cs typeface="Roboto Mono"/>
                <a:sym typeface="Roboto Mono"/>
              </a:rPr>
              <a:t>: </a:t>
            </a:r>
            <a:r>
              <a:rPr b="1" i="0" lang="es-419" sz="1229" u="none" cap="none" strike="noStrike">
                <a:solidFill>
                  <a:srgbClr val="700080"/>
                </a:solidFill>
                <a:latin typeface="Roboto Mono"/>
                <a:ea typeface="Roboto Mono"/>
                <a:cs typeface="Roboto Mono"/>
                <a:sym typeface="Roboto Mono"/>
              </a:rPr>
              <a:t>white</a:t>
            </a:r>
            <a:r>
              <a:rPr b="0" i="0" lang="es-419" sz="1229" u="none" cap="none" strike="noStrike">
                <a:solidFill>
                  <a:srgbClr val="000000"/>
                </a:solidFill>
                <a:latin typeface="Roboto Mono"/>
                <a:ea typeface="Roboto Mono"/>
                <a:cs typeface="Roboto Mono"/>
                <a:sym typeface="Roboto Mono"/>
              </a:rPr>
              <a:t>;</a:t>
            </a:r>
            <a:endParaRPr b="0" i="0" sz="1229" u="none" cap="none" strike="noStrike">
              <a:solidFill>
                <a:srgbClr val="000000"/>
              </a:solidFill>
              <a:latin typeface="Roboto Mono"/>
              <a:ea typeface="Roboto Mono"/>
              <a:cs typeface="Roboto Mono"/>
              <a:sym typeface="Roboto Mono"/>
            </a:endParaRPr>
          </a:p>
          <a:p>
            <a:pPr indent="0" lvl="0" marL="0" marR="0" rtl="0" algn="l">
              <a:lnSpc>
                <a:spcPct val="100000"/>
              </a:lnSpc>
              <a:spcBef>
                <a:spcPts val="0"/>
              </a:spcBef>
              <a:spcAft>
                <a:spcPts val="0"/>
              </a:spcAft>
              <a:buClr>
                <a:srgbClr val="000000"/>
              </a:buClr>
              <a:buSzPts val="1229"/>
              <a:buFont typeface="Arial"/>
              <a:buNone/>
            </a:pPr>
            <a:r>
              <a:rPr b="0" i="0" lang="es-419" sz="1229" u="none" cap="none" strike="noStrike">
                <a:solidFill>
                  <a:srgbClr val="000000"/>
                </a:solidFill>
                <a:latin typeface="Roboto Mono"/>
                <a:ea typeface="Roboto Mono"/>
                <a:cs typeface="Roboto Mono"/>
                <a:sym typeface="Roboto Mono"/>
              </a:rPr>
              <a:t>    </a:t>
            </a:r>
            <a:r>
              <a:rPr b="0" i="0" lang="es-419" sz="1229" u="none" cap="none" strike="noStrike">
                <a:solidFill>
                  <a:srgbClr val="572000"/>
                </a:solidFill>
                <a:latin typeface="Roboto Mono"/>
                <a:ea typeface="Roboto Mono"/>
                <a:cs typeface="Roboto Mono"/>
                <a:sym typeface="Roboto Mono"/>
              </a:rPr>
              <a:t>padding</a:t>
            </a:r>
            <a:r>
              <a:rPr b="0" i="0" lang="es-419" sz="1229" u="none" cap="none" strike="noStrike">
                <a:solidFill>
                  <a:srgbClr val="000000"/>
                </a:solidFill>
                <a:latin typeface="Roboto Mono"/>
                <a:ea typeface="Roboto Mono"/>
                <a:cs typeface="Roboto Mono"/>
                <a:sym typeface="Roboto Mono"/>
              </a:rPr>
              <a:t>: </a:t>
            </a:r>
            <a:r>
              <a:rPr b="0" i="0" lang="es-419" sz="1229" u="none" cap="none" strike="noStrike">
                <a:solidFill>
                  <a:srgbClr val="106040"/>
                </a:solidFill>
                <a:latin typeface="Roboto Mono"/>
                <a:ea typeface="Roboto Mono"/>
                <a:cs typeface="Roboto Mono"/>
                <a:sym typeface="Roboto Mono"/>
              </a:rPr>
              <a:t>2rem</a:t>
            </a:r>
            <a:r>
              <a:rPr b="0" i="0" lang="es-419" sz="1229" u="none" cap="none" strike="noStrike">
                <a:solidFill>
                  <a:srgbClr val="000000"/>
                </a:solidFill>
                <a:latin typeface="Roboto Mono"/>
                <a:ea typeface="Roboto Mono"/>
                <a:cs typeface="Roboto Mono"/>
                <a:sym typeface="Roboto Mono"/>
              </a:rPr>
              <a:t>;</a:t>
            </a:r>
            <a:endParaRPr b="0" i="0" sz="1229" u="none" cap="none" strike="noStrike">
              <a:solidFill>
                <a:srgbClr val="000000"/>
              </a:solidFill>
              <a:latin typeface="Roboto Mono"/>
              <a:ea typeface="Roboto Mono"/>
              <a:cs typeface="Roboto Mono"/>
              <a:sym typeface="Roboto Mono"/>
            </a:endParaRPr>
          </a:p>
          <a:p>
            <a:pPr indent="0" lvl="0" marL="0" marR="0" rtl="0" algn="l">
              <a:lnSpc>
                <a:spcPct val="100000"/>
              </a:lnSpc>
              <a:spcBef>
                <a:spcPts val="0"/>
              </a:spcBef>
              <a:spcAft>
                <a:spcPts val="0"/>
              </a:spcAft>
              <a:buClr>
                <a:srgbClr val="000000"/>
              </a:buClr>
              <a:buSzPts val="1229"/>
              <a:buFont typeface="Arial"/>
              <a:buNone/>
            </a:pPr>
            <a:r>
              <a:rPr b="0" i="0" lang="es-419" sz="1229" u="none" cap="none" strike="noStrike">
                <a:solidFill>
                  <a:srgbClr val="000000"/>
                </a:solidFill>
                <a:latin typeface="Roboto Mono"/>
                <a:ea typeface="Roboto Mono"/>
                <a:cs typeface="Roboto Mono"/>
                <a:sym typeface="Roboto Mono"/>
              </a:rPr>
              <a:t>    </a:t>
            </a:r>
            <a:r>
              <a:rPr b="0" i="0" lang="es-419" sz="1229" u="none" cap="none" strike="noStrike">
                <a:solidFill>
                  <a:srgbClr val="572000"/>
                </a:solidFill>
                <a:latin typeface="Roboto Mono"/>
                <a:ea typeface="Roboto Mono"/>
                <a:cs typeface="Roboto Mono"/>
                <a:sym typeface="Roboto Mono"/>
              </a:rPr>
              <a:t>max-width</a:t>
            </a:r>
            <a:r>
              <a:rPr b="0" i="0" lang="es-419" sz="1229" u="none" cap="none" strike="noStrike">
                <a:solidFill>
                  <a:srgbClr val="000000"/>
                </a:solidFill>
                <a:latin typeface="Roboto Mono"/>
                <a:ea typeface="Roboto Mono"/>
                <a:cs typeface="Roboto Mono"/>
                <a:sym typeface="Roboto Mono"/>
              </a:rPr>
              <a:t>: </a:t>
            </a:r>
            <a:r>
              <a:rPr b="0" i="0" lang="es-419" sz="1229" u="none" cap="none" strike="noStrike">
                <a:solidFill>
                  <a:srgbClr val="106040"/>
                </a:solidFill>
                <a:latin typeface="Roboto Mono"/>
                <a:ea typeface="Roboto Mono"/>
                <a:cs typeface="Roboto Mono"/>
                <a:sym typeface="Roboto Mono"/>
              </a:rPr>
              <a:t>300px</a:t>
            </a:r>
            <a:r>
              <a:rPr b="0" i="0" lang="es-419" sz="1229" u="none" cap="none" strike="noStrike">
                <a:solidFill>
                  <a:srgbClr val="000000"/>
                </a:solidFill>
                <a:latin typeface="Roboto Mono"/>
                <a:ea typeface="Roboto Mono"/>
                <a:cs typeface="Roboto Mono"/>
                <a:sym typeface="Roboto Mono"/>
              </a:rPr>
              <a:t>;</a:t>
            </a:r>
            <a:endParaRPr b="0" i="0" sz="1229" u="none" cap="none" strike="noStrike">
              <a:solidFill>
                <a:srgbClr val="000000"/>
              </a:solidFill>
              <a:latin typeface="Roboto Mono"/>
              <a:ea typeface="Roboto Mono"/>
              <a:cs typeface="Roboto Mono"/>
              <a:sym typeface="Roboto Mono"/>
            </a:endParaRPr>
          </a:p>
          <a:p>
            <a:pPr indent="0" lvl="0" marL="0" marR="0" rtl="0" algn="l">
              <a:lnSpc>
                <a:spcPct val="100000"/>
              </a:lnSpc>
              <a:spcBef>
                <a:spcPts val="0"/>
              </a:spcBef>
              <a:spcAft>
                <a:spcPts val="0"/>
              </a:spcAft>
              <a:buClr>
                <a:srgbClr val="000000"/>
              </a:buClr>
              <a:buSzPts val="1229"/>
              <a:buFont typeface="Arial"/>
              <a:buNone/>
            </a:pPr>
            <a:r>
              <a:rPr b="0" i="0" lang="es-419" sz="1229" u="none" cap="none" strike="noStrike">
                <a:solidFill>
                  <a:srgbClr val="000000"/>
                </a:solidFill>
                <a:latin typeface="Roboto Mono"/>
                <a:ea typeface="Roboto Mono"/>
                <a:cs typeface="Roboto Mono"/>
                <a:sym typeface="Roboto Mono"/>
              </a:rPr>
              <a:t>    </a:t>
            </a:r>
            <a:r>
              <a:rPr b="0" i="0" lang="es-419" sz="1229" u="none" cap="none" strike="noStrike">
                <a:solidFill>
                  <a:srgbClr val="572000"/>
                </a:solidFill>
                <a:latin typeface="Roboto Mono"/>
                <a:ea typeface="Roboto Mono"/>
                <a:cs typeface="Roboto Mono"/>
                <a:sym typeface="Roboto Mono"/>
              </a:rPr>
              <a:t>text-wrap</a:t>
            </a:r>
            <a:r>
              <a:rPr b="0" i="0" lang="es-419" sz="1229" u="none" cap="none" strike="noStrike">
                <a:solidFill>
                  <a:srgbClr val="000000"/>
                </a:solidFill>
                <a:latin typeface="Roboto Mono"/>
                <a:ea typeface="Roboto Mono"/>
                <a:cs typeface="Roboto Mono"/>
                <a:sym typeface="Roboto Mono"/>
              </a:rPr>
              <a:t>: no</a:t>
            </a:r>
            <a:r>
              <a:rPr b="0" i="0" lang="es-419" sz="1229" u="none" cap="none" strike="noStrike">
                <a:solidFill>
                  <a:srgbClr val="201090"/>
                </a:solidFill>
                <a:latin typeface="Roboto Mono"/>
                <a:ea typeface="Roboto Mono"/>
                <a:cs typeface="Roboto Mono"/>
                <a:sym typeface="Roboto Mono"/>
              </a:rPr>
              <a:t>wrap</a:t>
            </a:r>
            <a:r>
              <a:rPr b="0" i="0" lang="es-419" sz="1229" u="none" cap="none" strike="noStrike">
                <a:solidFill>
                  <a:srgbClr val="000000"/>
                </a:solidFill>
                <a:latin typeface="Roboto Mono"/>
                <a:ea typeface="Roboto Mono"/>
                <a:cs typeface="Roboto Mono"/>
                <a:sym typeface="Roboto Mono"/>
              </a:rPr>
              <a:t>;</a:t>
            </a:r>
            <a:endParaRPr b="0" i="0" sz="1229" u="none" cap="none" strike="noStrike">
              <a:solidFill>
                <a:srgbClr val="000000"/>
              </a:solidFill>
              <a:latin typeface="Roboto Mono"/>
              <a:ea typeface="Roboto Mono"/>
              <a:cs typeface="Roboto Mono"/>
              <a:sym typeface="Roboto Mono"/>
            </a:endParaRPr>
          </a:p>
          <a:p>
            <a:pPr indent="0" lvl="0" marL="0" marR="0" rtl="0" algn="l">
              <a:lnSpc>
                <a:spcPct val="100000"/>
              </a:lnSpc>
              <a:spcBef>
                <a:spcPts val="0"/>
              </a:spcBef>
              <a:spcAft>
                <a:spcPts val="0"/>
              </a:spcAft>
              <a:buClr>
                <a:srgbClr val="000000"/>
              </a:buClr>
              <a:buSzPts val="1229"/>
              <a:buFont typeface="Arial"/>
              <a:buNone/>
            </a:pPr>
            <a:r>
              <a:rPr b="0" i="0" lang="es-419" sz="1229" u="none" cap="none" strike="noStrike">
                <a:solidFill>
                  <a:srgbClr val="000000"/>
                </a:solidFill>
                <a:latin typeface="Roboto Mono"/>
                <a:ea typeface="Roboto Mono"/>
                <a:cs typeface="Roboto Mono"/>
                <a:sym typeface="Roboto Mono"/>
              </a:rPr>
              <a:t>}</a:t>
            </a:r>
            <a:endParaRPr b="0" i="0" sz="1229" u="none" cap="none" strike="noStrike">
              <a:solidFill>
                <a:srgbClr val="000000"/>
              </a:solidFill>
              <a:latin typeface="Roboto Mono"/>
              <a:ea typeface="Roboto Mono"/>
              <a:cs typeface="Roboto Mono"/>
              <a:sym typeface="Roboto Mono"/>
            </a:endParaRPr>
          </a:p>
        </p:txBody>
      </p:sp>
      <p:pic>
        <p:nvPicPr>
          <p:cNvPr id="234" name="Google Shape;234;p22" title="Screenshot from 2025-04-28 04-10-01.png"/>
          <p:cNvPicPr preferRelativeResize="0"/>
          <p:nvPr/>
        </p:nvPicPr>
        <p:blipFill rotWithShape="1">
          <a:blip r:embed="rId3">
            <a:alphaModFix/>
          </a:blip>
          <a:srcRect b="0" l="0" r="0" t="0"/>
          <a:stretch/>
        </p:blipFill>
        <p:spPr>
          <a:xfrm>
            <a:off x="3463425" y="1655650"/>
            <a:ext cx="5292750" cy="32727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23"/>
          <p:cNvSpPr txBox="1"/>
          <p:nvPr>
            <p:ph type="title"/>
          </p:nvPr>
        </p:nvSpPr>
        <p:spPr>
          <a:xfrm>
            <a:off x="311700" y="315925"/>
            <a:ext cx="8520600" cy="8313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4200"/>
              <a:buNone/>
            </a:pPr>
            <a:r>
              <a:rPr lang="es-419"/>
              <a:t>¿Qué es el modelo de cajas?</a:t>
            </a:r>
            <a:endParaRPr/>
          </a:p>
        </p:txBody>
      </p:sp>
      <p:sp>
        <p:nvSpPr>
          <p:cNvPr id="240" name="Google Shape;240;p23"/>
          <p:cNvSpPr txBox="1"/>
          <p:nvPr>
            <p:ph idx="4294967295" type="body"/>
          </p:nvPr>
        </p:nvSpPr>
        <p:spPr>
          <a:xfrm>
            <a:off x="440700" y="1316100"/>
            <a:ext cx="8191200" cy="7032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SzPts val="935"/>
              <a:buNone/>
            </a:pPr>
            <a:r>
              <a:rPr lang="es-419" sz="1120"/>
              <a:t>Cuando hablamos del modelo de cajas en CSS, estamos haciendo referencia a un sistema que tiene el navegador de interpretar las diferentes partes de lo que solemos denominar “caja”: un elemento HTML con unas ciertas dimensiones.</a:t>
            </a:r>
            <a:endParaRPr sz="1120"/>
          </a:p>
        </p:txBody>
      </p:sp>
      <p:pic>
        <p:nvPicPr>
          <p:cNvPr id="241" name="Google Shape;241;p23" title="css-box-model.png"/>
          <p:cNvPicPr preferRelativeResize="0"/>
          <p:nvPr/>
        </p:nvPicPr>
        <p:blipFill rotWithShape="1">
          <a:blip r:embed="rId3">
            <a:alphaModFix/>
          </a:blip>
          <a:srcRect b="0" l="0" r="0" t="0"/>
          <a:stretch/>
        </p:blipFill>
        <p:spPr>
          <a:xfrm>
            <a:off x="440700" y="2040300"/>
            <a:ext cx="3642413" cy="2819400"/>
          </a:xfrm>
          <a:prstGeom prst="rect">
            <a:avLst/>
          </a:prstGeom>
          <a:noFill/>
          <a:ln>
            <a:noFill/>
          </a:ln>
        </p:spPr>
      </p:pic>
      <p:sp>
        <p:nvSpPr>
          <p:cNvPr id="242" name="Google Shape;242;p23"/>
          <p:cNvSpPr txBox="1"/>
          <p:nvPr>
            <p:ph idx="4294967295" type="body"/>
          </p:nvPr>
        </p:nvSpPr>
        <p:spPr>
          <a:xfrm>
            <a:off x="4308150" y="2040300"/>
            <a:ext cx="4266000" cy="2819400"/>
          </a:xfrm>
          <a:prstGeom prst="rect">
            <a:avLst/>
          </a:prstGeom>
          <a:noFill/>
          <a:ln>
            <a:noFill/>
          </a:ln>
        </p:spPr>
        <p:txBody>
          <a:bodyPr anchorCtr="0" anchor="ctr" bIns="91425" lIns="91425" spcFirstLastPara="1" rIns="91425" wrap="square" tIns="91425">
            <a:noAutofit/>
          </a:bodyPr>
          <a:lstStyle/>
          <a:p>
            <a:pPr indent="-299720" lvl="0" marL="457200" rtl="0" algn="just">
              <a:lnSpc>
                <a:spcPct val="115000"/>
              </a:lnSpc>
              <a:spcBef>
                <a:spcPts val="0"/>
              </a:spcBef>
              <a:spcAft>
                <a:spcPts val="0"/>
              </a:spcAft>
              <a:buSzPts val="1120"/>
              <a:buChar char="●"/>
            </a:pPr>
            <a:r>
              <a:rPr b="1" lang="es-419" sz="1120"/>
              <a:t>Bordes:</a:t>
            </a:r>
            <a:r>
              <a:rPr lang="es-419" sz="1120"/>
              <a:t> Es la línea separatoria del contenido del elemento (caja) y su exterior.</a:t>
            </a:r>
            <a:endParaRPr sz="1120"/>
          </a:p>
          <a:p>
            <a:pPr indent="-299720" lvl="0" marL="457200" rtl="0" algn="just">
              <a:lnSpc>
                <a:spcPct val="115000"/>
              </a:lnSpc>
              <a:spcBef>
                <a:spcPts val="0"/>
              </a:spcBef>
              <a:spcAft>
                <a:spcPts val="0"/>
              </a:spcAft>
              <a:buSzPts val="1120"/>
              <a:buChar char="●"/>
            </a:pPr>
            <a:r>
              <a:rPr b="1" lang="es-419" sz="1120"/>
              <a:t>Márgenes:</a:t>
            </a:r>
            <a:r>
              <a:rPr lang="es-419" sz="1120"/>
              <a:t> Es la zona exterior al borde del elemento o caja.</a:t>
            </a:r>
            <a:endParaRPr sz="1120"/>
          </a:p>
          <a:p>
            <a:pPr indent="-299720" lvl="0" marL="457200" rtl="0" algn="just">
              <a:lnSpc>
                <a:spcPct val="115000"/>
              </a:lnSpc>
              <a:spcBef>
                <a:spcPts val="0"/>
              </a:spcBef>
              <a:spcAft>
                <a:spcPts val="0"/>
              </a:spcAft>
              <a:buSzPts val="1120"/>
              <a:buChar char="●"/>
            </a:pPr>
            <a:r>
              <a:rPr b="1" lang="es-419" sz="1120"/>
              <a:t>Relleno:</a:t>
            </a:r>
            <a:r>
              <a:rPr lang="es-419" sz="1120"/>
              <a:t> Es la zona interior al borde del elemento o caja.</a:t>
            </a:r>
            <a:endParaRPr sz="1120"/>
          </a:p>
          <a:p>
            <a:pPr indent="-299720" lvl="0" marL="457200" rtl="0" algn="just">
              <a:lnSpc>
                <a:spcPct val="115000"/>
              </a:lnSpc>
              <a:spcBef>
                <a:spcPts val="0"/>
              </a:spcBef>
              <a:spcAft>
                <a:spcPts val="0"/>
              </a:spcAft>
              <a:buSzPts val="1120"/>
              <a:buChar char="●"/>
            </a:pPr>
            <a:r>
              <a:rPr b="1" lang="es-419" sz="1120"/>
              <a:t>Contenido:</a:t>
            </a:r>
            <a:r>
              <a:rPr lang="es-419" sz="1120"/>
              <a:t> Es el interior del elemento.</a:t>
            </a:r>
            <a:endParaRPr sz="112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4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24"/>
          <p:cNvSpPr txBox="1"/>
          <p:nvPr>
            <p:ph type="title"/>
          </p:nvPr>
        </p:nvSpPr>
        <p:spPr>
          <a:xfrm>
            <a:off x="440700" y="560400"/>
            <a:ext cx="8262600" cy="7557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3000"/>
              <a:buNone/>
            </a:pPr>
            <a:r>
              <a:rPr lang="es-419"/>
              <a:t>Las propiedades width y height</a:t>
            </a:r>
            <a:endParaRPr/>
          </a:p>
        </p:txBody>
      </p:sp>
      <p:sp>
        <p:nvSpPr>
          <p:cNvPr id="248" name="Google Shape;248;p24"/>
          <p:cNvSpPr txBox="1"/>
          <p:nvPr>
            <p:ph idx="1" type="body"/>
          </p:nvPr>
        </p:nvSpPr>
        <p:spPr>
          <a:xfrm>
            <a:off x="476400" y="1316100"/>
            <a:ext cx="8191200" cy="488700"/>
          </a:xfrm>
          <a:prstGeom prst="rect">
            <a:avLst/>
          </a:prstGeom>
          <a:solidFill>
            <a:srgbClr val="CFE2F3"/>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SzPts val="935"/>
              <a:buNone/>
            </a:pPr>
            <a:r>
              <a:rPr lang="es-419" sz="1120"/>
              <a:t>Para dar tamaños específicos a los diferentes elementos de un documento HTML, necesitaremos asignarles valores a las propiedades width (ancho) y height (alto)</a:t>
            </a:r>
            <a:endParaRPr sz="1120"/>
          </a:p>
        </p:txBody>
      </p:sp>
      <p:sp>
        <p:nvSpPr>
          <p:cNvPr id="249" name="Google Shape;249;p24"/>
          <p:cNvSpPr txBox="1"/>
          <p:nvPr>
            <p:ph idx="1" type="body"/>
          </p:nvPr>
        </p:nvSpPr>
        <p:spPr>
          <a:xfrm>
            <a:off x="476400" y="2493175"/>
            <a:ext cx="8191200" cy="488700"/>
          </a:xfrm>
          <a:prstGeom prst="rect">
            <a:avLst/>
          </a:prstGeom>
          <a:solidFill>
            <a:srgbClr val="CFE2F3"/>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SzPts val="935"/>
              <a:buNone/>
            </a:pPr>
            <a:r>
              <a:rPr lang="es-419" sz="1120"/>
              <a:t>Otra forma de lidiar con esto, es utilizar las propiedades hermanas de width: por un lado, min-width y max-width y por otro, sus equivalentes de height: min-height y max-height.</a:t>
            </a:r>
            <a:endParaRPr sz="1120"/>
          </a:p>
        </p:txBody>
      </p:sp>
      <p:sp>
        <p:nvSpPr>
          <p:cNvPr id="250" name="Google Shape;250;p24"/>
          <p:cNvSpPr txBox="1"/>
          <p:nvPr>
            <p:ph type="title"/>
          </p:nvPr>
        </p:nvSpPr>
        <p:spPr>
          <a:xfrm>
            <a:off x="440700" y="1737475"/>
            <a:ext cx="8262600" cy="755700"/>
          </a:xfrm>
          <a:prstGeom prst="rect">
            <a:avLst/>
          </a:prstGeom>
          <a:noFill/>
          <a:ln>
            <a:noFill/>
          </a:ln>
        </p:spPr>
        <p:txBody>
          <a:bodyPr anchorCtr="0" anchor="b" bIns="91425" lIns="91425" spcFirstLastPara="1" rIns="91425" wrap="square" tIns="91425">
            <a:normAutofit/>
          </a:bodyPr>
          <a:lstStyle/>
          <a:p>
            <a:pPr indent="0" lvl="0" marL="0" rtl="0" algn="r">
              <a:lnSpc>
                <a:spcPct val="100000"/>
              </a:lnSpc>
              <a:spcBef>
                <a:spcPts val="0"/>
              </a:spcBef>
              <a:spcAft>
                <a:spcPts val="0"/>
              </a:spcAft>
              <a:buSzPts val="3000"/>
              <a:buNone/>
            </a:pPr>
            <a:r>
              <a:rPr lang="es-419"/>
              <a:t>Rangos de dimensiones</a:t>
            </a:r>
            <a:endParaRPr/>
          </a:p>
        </p:txBody>
      </p:sp>
      <p:sp>
        <p:nvSpPr>
          <p:cNvPr id="251" name="Google Shape;251;p24"/>
          <p:cNvSpPr/>
          <p:nvPr/>
        </p:nvSpPr>
        <p:spPr>
          <a:xfrm>
            <a:off x="476400" y="3148825"/>
            <a:ext cx="2025000" cy="249000"/>
          </a:xfrm>
          <a:prstGeom prst="rect">
            <a:avLst/>
          </a:prstGeom>
          <a:solidFill>
            <a:srgbClr val="F3F3F3"/>
          </a:solidFill>
          <a:ln>
            <a:noFill/>
          </a:ln>
        </p:spPr>
        <p:txBody>
          <a:bodyPr anchorCtr="0" anchor="ctr" bIns="105425" lIns="105425" spcFirstLastPara="1" rIns="105425" wrap="square" tIns="105425">
            <a:noAutofit/>
          </a:bodyPr>
          <a:lstStyle/>
          <a:p>
            <a:pPr indent="0" lvl="0" marL="0" marR="0" rtl="0" algn="l">
              <a:lnSpc>
                <a:spcPct val="100000"/>
              </a:lnSpc>
              <a:spcBef>
                <a:spcPts val="0"/>
              </a:spcBef>
              <a:spcAft>
                <a:spcPts val="0"/>
              </a:spcAft>
              <a:buClr>
                <a:srgbClr val="000000"/>
              </a:buClr>
              <a:buSzPts val="1229"/>
              <a:buFont typeface="Arial"/>
              <a:buNone/>
            </a:pPr>
            <a:r>
              <a:rPr b="0" i="0" lang="es-419" sz="1229" u="none" cap="none" strike="noStrike">
                <a:solidFill>
                  <a:srgbClr val="000000"/>
                </a:solidFill>
                <a:latin typeface="Roboto Mono"/>
                <a:ea typeface="Roboto Mono"/>
                <a:cs typeface="Roboto Mono"/>
                <a:sym typeface="Roboto Mono"/>
              </a:rPr>
              <a:t>&lt;</a:t>
            </a:r>
            <a:r>
              <a:rPr b="0" i="0" lang="es-419" sz="1229" u="none" cap="none" strike="noStrike">
                <a:solidFill>
                  <a:srgbClr val="107000"/>
                </a:solidFill>
                <a:latin typeface="Roboto Mono"/>
                <a:ea typeface="Roboto Mono"/>
                <a:cs typeface="Roboto Mono"/>
                <a:sym typeface="Roboto Mono"/>
              </a:rPr>
              <a:t>div</a:t>
            </a:r>
            <a:r>
              <a:rPr b="0" i="0" lang="es-419" sz="1229" u="none" cap="none" strike="noStrike">
                <a:solidFill>
                  <a:srgbClr val="000000"/>
                </a:solidFill>
                <a:latin typeface="Roboto Mono"/>
                <a:ea typeface="Roboto Mono"/>
                <a:cs typeface="Roboto Mono"/>
                <a:sym typeface="Roboto Mono"/>
              </a:rPr>
              <a:t>&gt;&lt;/</a:t>
            </a:r>
            <a:r>
              <a:rPr b="0" i="0" lang="es-419" sz="1229" u="none" cap="none" strike="noStrike">
                <a:solidFill>
                  <a:srgbClr val="107000"/>
                </a:solidFill>
                <a:latin typeface="Roboto Mono"/>
                <a:ea typeface="Roboto Mono"/>
                <a:cs typeface="Roboto Mono"/>
                <a:sym typeface="Roboto Mono"/>
              </a:rPr>
              <a:t>div</a:t>
            </a:r>
            <a:r>
              <a:rPr b="0" i="0" lang="es-419" sz="1229" u="none" cap="none" strike="noStrike">
                <a:solidFill>
                  <a:srgbClr val="000000"/>
                </a:solidFill>
                <a:latin typeface="Roboto Mono"/>
                <a:ea typeface="Roboto Mono"/>
                <a:cs typeface="Roboto Mono"/>
                <a:sym typeface="Roboto Mono"/>
              </a:rPr>
              <a:t>&gt;</a:t>
            </a:r>
            <a:endParaRPr b="0" i="0" sz="1229" u="none" cap="none" strike="noStrike">
              <a:solidFill>
                <a:srgbClr val="000000"/>
              </a:solidFill>
              <a:latin typeface="Roboto Mono"/>
              <a:ea typeface="Roboto Mono"/>
              <a:cs typeface="Roboto Mono"/>
              <a:sym typeface="Roboto Mono"/>
            </a:endParaRPr>
          </a:p>
        </p:txBody>
      </p:sp>
      <p:sp>
        <p:nvSpPr>
          <p:cNvPr id="252" name="Google Shape;252;p24"/>
          <p:cNvSpPr/>
          <p:nvPr/>
        </p:nvSpPr>
        <p:spPr>
          <a:xfrm>
            <a:off x="476400" y="3482175"/>
            <a:ext cx="2025000" cy="1456200"/>
          </a:xfrm>
          <a:prstGeom prst="rect">
            <a:avLst/>
          </a:prstGeom>
          <a:solidFill>
            <a:srgbClr val="F3F3F3"/>
          </a:solidFill>
          <a:ln>
            <a:noFill/>
          </a:ln>
        </p:spPr>
        <p:txBody>
          <a:bodyPr anchorCtr="0" anchor="ctr" bIns="105425" lIns="105425" spcFirstLastPara="1" rIns="105425" wrap="square" tIns="105425">
            <a:noAutofit/>
          </a:bodyPr>
          <a:lstStyle/>
          <a:p>
            <a:pPr indent="0" lvl="0" marL="0" marR="0" rtl="0" algn="l">
              <a:lnSpc>
                <a:spcPct val="100000"/>
              </a:lnSpc>
              <a:spcBef>
                <a:spcPts val="0"/>
              </a:spcBef>
              <a:spcAft>
                <a:spcPts val="0"/>
              </a:spcAft>
              <a:buClr>
                <a:srgbClr val="000000"/>
              </a:buClr>
              <a:buSzPts val="1229"/>
              <a:buFont typeface="Arial"/>
              <a:buNone/>
            </a:pPr>
            <a:r>
              <a:rPr b="0" i="0" lang="es-419" sz="1229" u="none" cap="none" strike="noStrike">
                <a:solidFill>
                  <a:srgbClr val="107000"/>
                </a:solidFill>
                <a:latin typeface="Roboto Mono"/>
                <a:ea typeface="Roboto Mono"/>
                <a:cs typeface="Roboto Mono"/>
                <a:sym typeface="Roboto Mono"/>
              </a:rPr>
              <a:t>div</a:t>
            </a:r>
            <a:r>
              <a:rPr b="0" i="0" lang="es-419" sz="1229" u="none" cap="none" strike="noStrike">
                <a:solidFill>
                  <a:srgbClr val="000000"/>
                </a:solidFill>
                <a:latin typeface="Roboto Mono"/>
                <a:ea typeface="Roboto Mono"/>
                <a:cs typeface="Roboto Mono"/>
                <a:sym typeface="Roboto Mono"/>
              </a:rPr>
              <a:t> {</a:t>
            </a:r>
            <a:endParaRPr b="0" i="0" sz="1229" u="none" cap="none" strike="noStrike">
              <a:solidFill>
                <a:srgbClr val="000000"/>
              </a:solidFill>
              <a:latin typeface="Roboto Mono"/>
              <a:ea typeface="Roboto Mono"/>
              <a:cs typeface="Roboto Mono"/>
              <a:sym typeface="Roboto Mono"/>
            </a:endParaRPr>
          </a:p>
          <a:p>
            <a:pPr indent="0" lvl="0" marL="0" marR="0" rtl="0" algn="l">
              <a:lnSpc>
                <a:spcPct val="100000"/>
              </a:lnSpc>
              <a:spcBef>
                <a:spcPts val="0"/>
              </a:spcBef>
              <a:spcAft>
                <a:spcPts val="0"/>
              </a:spcAft>
              <a:buClr>
                <a:srgbClr val="000000"/>
              </a:buClr>
              <a:buSzPts val="1229"/>
              <a:buFont typeface="Arial"/>
              <a:buNone/>
            </a:pPr>
            <a:r>
              <a:rPr b="0" i="0" lang="es-419" sz="1229" u="none" cap="none" strike="noStrike">
                <a:solidFill>
                  <a:srgbClr val="000000"/>
                </a:solidFill>
                <a:latin typeface="Roboto Mono"/>
                <a:ea typeface="Roboto Mono"/>
                <a:cs typeface="Roboto Mono"/>
                <a:sym typeface="Roboto Mono"/>
              </a:rPr>
              <a:t>  </a:t>
            </a:r>
            <a:r>
              <a:rPr b="0" i="0" lang="es-419" sz="1229" u="none" cap="none" strike="noStrike">
                <a:solidFill>
                  <a:srgbClr val="572000"/>
                </a:solidFill>
                <a:latin typeface="Roboto Mono"/>
                <a:ea typeface="Roboto Mono"/>
                <a:cs typeface="Roboto Mono"/>
                <a:sym typeface="Roboto Mono"/>
              </a:rPr>
              <a:t>width</a:t>
            </a:r>
            <a:r>
              <a:rPr b="0" i="0" lang="es-419" sz="1229" u="none" cap="none" strike="noStrike">
                <a:solidFill>
                  <a:srgbClr val="000000"/>
                </a:solidFill>
                <a:latin typeface="Roboto Mono"/>
                <a:ea typeface="Roboto Mono"/>
                <a:cs typeface="Roboto Mono"/>
                <a:sym typeface="Roboto Mono"/>
              </a:rPr>
              <a:t>: </a:t>
            </a:r>
            <a:r>
              <a:rPr b="0" i="0" lang="es-419" sz="1229" u="none" cap="none" strike="noStrike">
                <a:solidFill>
                  <a:srgbClr val="106040"/>
                </a:solidFill>
                <a:latin typeface="Roboto Mono"/>
                <a:ea typeface="Roboto Mono"/>
                <a:cs typeface="Roboto Mono"/>
                <a:sym typeface="Roboto Mono"/>
              </a:rPr>
              <a:t>100%</a:t>
            </a:r>
            <a:r>
              <a:rPr b="0" i="0" lang="es-419" sz="1229" u="none" cap="none" strike="noStrike">
                <a:solidFill>
                  <a:srgbClr val="000000"/>
                </a:solidFill>
                <a:latin typeface="Roboto Mono"/>
                <a:ea typeface="Roboto Mono"/>
                <a:cs typeface="Roboto Mono"/>
                <a:sym typeface="Roboto Mono"/>
              </a:rPr>
              <a:t>;</a:t>
            </a:r>
            <a:endParaRPr b="0" i="0" sz="1229" u="none" cap="none" strike="noStrike">
              <a:solidFill>
                <a:srgbClr val="000000"/>
              </a:solidFill>
              <a:latin typeface="Roboto Mono"/>
              <a:ea typeface="Roboto Mono"/>
              <a:cs typeface="Roboto Mono"/>
              <a:sym typeface="Roboto Mono"/>
            </a:endParaRPr>
          </a:p>
          <a:p>
            <a:pPr indent="0" lvl="0" marL="0" marR="0" rtl="0" algn="l">
              <a:lnSpc>
                <a:spcPct val="100000"/>
              </a:lnSpc>
              <a:spcBef>
                <a:spcPts val="0"/>
              </a:spcBef>
              <a:spcAft>
                <a:spcPts val="0"/>
              </a:spcAft>
              <a:buClr>
                <a:srgbClr val="000000"/>
              </a:buClr>
              <a:buSzPts val="1229"/>
              <a:buFont typeface="Arial"/>
              <a:buNone/>
            </a:pPr>
            <a:r>
              <a:rPr b="0" i="0" lang="es-419" sz="1229" u="none" cap="none" strike="noStrike">
                <a:solidFill>
                  <a:srgbClr val="000000"/>
                </a:solidFill>
                <a:latin typeface="Roboto Mono"/>
                <a:ea typeface="Roboto Mono"/>
                <a:cs typeface="Roboto Mono"/>
                <a:sym typeface="Roboto Mono"/>
              </a:rPr>
              <a:t>  </a:t>
            </a:r>
            <a:r>
              <a:rPr b="0" i="0" lang="es-419" sz="1229" u="none" cap="none" strike="noStrike">
                <a:solidFill>
                  <a:srgbClr val="572000"/>
                </a:solidFill>
                <a:latin typeface="Roboto Mono"/>
                <a:ea typeface="Roboto Mono"/>
                <a:cs typeface="Roboto Mono"/>
                <a:sym typeface="Roboto Mono"/>
              </a:rPr>
              <a:t>min-width</a:t>
            </a:r>
            <a:r>
              <a:rPr b="0" i="0" lang="es-419" sz="1229" u="none" cap="none" strike="noStrike">
                <a:solidFill>
                  <a:srgbClr val="000000"/>
                </a:solidFill>
                <a:latin typeface="Roboto Mono"/>
                <a:ea typeface="Roboto Mono"/>
                <a:cs typeface="Roboto Mono"/>
                <a:sym typeface="Roboto Mono"/>
              </a:rPr>
              <a:t>: </a:t>
            </a:r>
            <a:r>
              <a:rPr b="0" i="0" lang="es-419" sz="1229" u="none" cap="none" strike="noStrike">
                <a:solidFill>
                  <a:srgbClr val="106040"/>
                </a:solidFill>
                <a:latin typeface="Roboto Mono"/>
                <a:ea typeface="Roboto Mono"/>
                <a:cs typeface="Roboto Mono"/>
                <a:sym typeface="Roboto Mono"/>
              </a:rPr>
              <a:t>300px</a:t>
            </a:r>
            <a:r>
              <a:rPr b="0" i="0" lang="es-419" sz="1229" u="none" cap="none" strike="noStrike">
                <a:solidFill>
                  <a:srgbClr val="000000"/>
                </a:solidFill>
                <a:latin typeface="Roboto Mono"/>
                <a:ea typeface="Roboto Mono"/>
                <a:cs typeface="Roboto Mono"/>
                <a:sym typeface="Roboto Mono"/>
              </a:rPr>
              <a:t>;</a:t>
            </a:r>
            <a:endParaRPr b="0" i="0" sz="1229" u="none" cap="none" strike="noStrike">
              <a:solidFill>
                <a:srgbClr val="000000"/>
              </a:solidFill>
              <a:latin typeface="Roboto Mono"/>
              <a:ea typeface="Roboto Mono"/>
              <a:cs typeface="Roboto Mono"/>
              <a:sym typeface="Roboto Mono"/>
            </a:endParaRPr>
          </a:p>
          <a:p>
            <a:pPr indent="0" lvl="0" marL="0" marR="0" rtl="0" algn="l">
              <a:lnSpc>
                <a:spcPct val="100000"/>
              </a:lnSpc>
              <a:spcBef>
                <a:spcPts val="0"/>
              </a:spcBef>
              <a:spcAft>
                <a:spcPts val="0"/>
              </a:spcAft>
              <a:buClr>
                <a:srgbClr val="000000"/>
              </a:buClr>
              <a:buSzPts val="1229"/>
              <a:buFont typeface="Arial"/>
              <a:buNone/>
            </a:pPr>
            <a:r>
              <a:rPr b="0" i="0" lang="es-419" sz="1229" u="none" cap="none" strike="noStrike">
                <a:solidFill>
                  <a:srgbClr val="000000"/>
                </a:solidFill>
                <a:latin typeface="Roboto Mono"/>
                <a:ea typeface="Roboto Mono"/>
                <a:cs typeface="Roboto Mono"/>
                <a:sym typeface="Roboto Mono"/>
              </a:rPr>
              <a:t>  </a:t>
            </a:r>
            <a:r>
              <a:rPr b="0" i="0" lang="es-419" sz="1229" u="none" cap="none" strike="noStrike">
                <a:solidFill>
                  <a:srgbClr val="572000"/>
                </a:solidFill>
                <a:latin typeface="Roboto Mono"/>
                <a:ea typeface="Roboto Mono"/>
                <a:cs typeface="Roboto Mono"/>
                <a:sym typeface="Roboto Mono"/>
              </a:rPr>
              <a:t>max-width</a:t>
            </a:r>
            <a:r>
              <a:rPr b="0" i="0" lang="es-419" sz="1229" u="none" cap="none" strike="noStrike">
                <a:solidFill>
                  <a:srgbClr val="000000"/>
                </a:solidFill>
                <a:latin typeface="Roboto Mono"/>
                <a:ea typeface="Roboto Mono"/>
                <a:cs typeface="Roboto Mono"/>
                <a:sym typeface="Roboto Mono"/>
              </a:rPr>
              <a:t>: </a:t>
            </a:r>
            <a:r>
              <a:rPr b="0" i="0" lang="es-419" sz="1229" u="none" cap="none" strike="noStrike">
                <a:solidFill>
                  <a:srgbClr val="106040"/>
                </a:solidFill>
                <a:latin typeface="Roboto Mono"/>
                <a:ea typeface="Roboto Mono"/>
                <a:cs typeface="Roboto Mono"/>
                <a:sym typeface="Roboto Mono"/>
              </a:rPr>
              <a:t>800px</a:t>
            </a:r>
            <a:r>
              <a:rPr b="0" i="0" lang="es-419" sz="1229" u="none" cap="none" strike="noStrike">
                <a:solidFill>
                  <a:srgbClr val="000000"/>
                </a:solidFill>
                <a:latin typeface="Roboto Mono"/>
                <a:ea typeface="Roboto Mono"/>
                <a:cs typeface="Roboto Mono"/>
                <a:sym typeface="Roboto Mono"/>
              </a:rPr>
              <a:t>;</a:t>
            </a:r>
            <a:endParaRPr b="0" i="0" sz="1229" u="none" cap="none" strike="noStrike">
              <a:solidFill>
                <a:srgbClr val="000000"/>
              </a:solidFill>
              <a:latin typeface="Roboto Mono"/>
              <a:ea typeface="Roboto Mono"/>
              <a:cs typeface="Roboto Mono"/>
              <a:sym typeface="Roboto Mono"/>
            </a:endParaRPr>
          </a:p>
          <a:p>
            <a:pPr indent="0" lvl="0" marL="0" marR="0" rtl="0" algn="l">
              <a:lnSpc>
                <a:spcPct val="100000"/>
              </a:lnSpc>
              <a:spcBef>
                <a:spcPts val="0"/>
              </a:spcBef>
              <a:spcAft>
                <a:spcPts val="0"/>
              </a:spcAft>
              <a:buClr>
                <a:srgbClr val="000000"/>
              </a:buClr>
              <a:buSzPts val="1229"/>
              <a:buFont typeface="Arial"/>
              <a:buNone/>
            </a:pPr>
            <a:r>
              <a:rPr b="0" i="0" lang="es-419" sz="1229" u="none" cap="none" strike="noStrike">
                <a:solidFill>
                  <a:srgbClr val="000000"/>
                </a:solidFill>
                <a:latin typeface="Roboto Mono"/>
                <a:ea typeface="Roboto Mono"/>
                <a:cs typeface="Roboto Mono"/>
                <a:sym typeface="Roboto Mono"/>
              </a:rPr>
              <a:t>  </a:t>
            </a:r>
            <a:r>
              <a:rPr b="0" i="0" lang="es-419" sz="1229" u="none" cap="none" strike="noStrike">
                <a:solidFill>
                  <a:srgbClr val="572000"/>
                </a:solidFill>
                <a:latin typeface="Roboto Mono"/>
                <a:ea typeface="Roboto Mono"/>
                <a:cs typeface="Roboto Mono"/>
                <a:sym typeface="Roboto Mono"/>
              </a:rPr>
              <a:t>height</a:t>
            </a:r>
            <a:r>
              <a:rPr b="0" i="0" lang="es-419" sz="1229" u="none" cap="none" strike="noStrike">
                <a:solidFill>
                  <a:srgbClr val="000000"/>
                </a:solidFill>
                <a:latin typeface="Roboto Mono"/>
                <a:ea typeface="Roboto Mono"/>
                <a:cs typeface="Roboto Mono"/>
                <a:sym typeface="Roboto Mono"/>
              </a:rPr>
              <a:t>: </a:t>
            </a:r>
            <a:r>
              <a:rPr b="0" i="0" lang="es-419" sz="1229" u="none" cap="none" strike="noStrike">
                <a:solidFill>
                  <a:srgbClr val="106040"/>
                </a:solidFill>
                <a:latin typeface="Roboto Mono"/>
                <a:ea typeface="Roboto Mono"/>
                <a:cs typeface="Roboto Mono"/>
                <a:sym typeface="Roboto Mono"/>
              </a:rPr>
              <a:t>200px</a:t>
            </a:r>
            <a:r>
              <a:rPr b="0" i="0" lang="es-419" sz="1229" u="none" cap="none" strike="noStrike">
                <a:solidFill>
                  <a:srgbClr val="000000"/>
                </a:solidFill>
                <a:latin typeface="Roboto Mono"/>
                <a:ea typeface="Roboto Mono"/>
                <a:cs typeface="Roboto Mono"/>
                <a:sym typeface="Roboto Mono"/>
              </a:rPr>
              <a:t>;</a:t>
            </a:r>
            <a:endParaRPr b="0" i="0" sz="1229" u="none" cap="none" strike="noStrike">
              <a:solidFill>
                <a:srgbClr val="000000"/>
              </a:solidFill>
              <a:latin typeface="Roboto Mono"/>
              <a:ea typeface="Roboto Mono"/>
              <a:cs typeface="Roboto Mono"/>
              <a:sym typeface="Roboto Mono"/>
            </a:endParaRPr>
          </a:p>
          <a:p>
            <a:pPr indent="0" lvl="0" marL="0" marR="0" rtl="0" algn="l">
              <a:lnSpc>
                <a:spcPct val="100000"/>
              </a:lnSpc>
              <a:spcBef>
                <a:spcPts val="0"/>
              </a:spcBef>
              <a:spcAft>
                <a:spcPts val="0"/>
              </a:spcAft>
              <a:buClr>
                <a:srgbClr val="000000"/>
              </a:buClr>
              <a:buSzPts val="1229"/>
              <a:buFont typeface="Arial"/>
              <a:buNone/>
            </a:pPr>
            <a:r>
              <a:rPr b="0" i="0" lang="es-419" sz="1229" u="none" cap="none" strike="noStrike">
                <a:solidFill>
                  <a:srgbClr val="000000"/>
                </a:solidFill>
                <a:latin typeface="Roboto Mono"/>
                <a:ea typeface="Roboto Mono"/>
                <a:cs typeface="Roboto Mono"/>
                <a:sym typeface="Roboto Mono"/>
              </a:rPr>
              <a:t>  </a:t>
            </a:r>
            <a:r>
              <a:rPr b="0" i="0" lang="es-419" sz="1229" u="none" cap="none" strike="noStrike">
                <a:solidFill>
                  <a:srgbClr val="572000"/>
                </a:solidFill>
                <a:latin typeface="Roboto Mono"/>
                <a:ea typeface="Roboto Mono"/>
                <a:cs typeface="Roboto Mono"/>
                <a:sym typeface="Roboto Mono"/>
              </a:rPr>
              <a:t>background</a:t>
            </a:r>
            <a:r>
              <a:rPr b="0" i="0" lang="es-419" sz="1229" u="none" cap="none" strike="noStrike">
                <a:solidFill>
                  <a:srgbClr val="000000"/>
                </a:solidFill>
                <a:latin typeface="Roboto Mono"/>
                <a:ea typeface="Roboto Mono"/>
                <a:cs typeface="Roboto Mono"/>
                <a:sym typeface="Roboto Mono"/>
              </a:rPr>
              <a:t>: </a:t>
            </a:r>
            <a:r>
              <a:rPr b="1" i="0" lang="es-419" sz="1229" u="none" cap="none" strike="noStrike">
                <a:solidFill>
                  <a:srgbClr val="700080"/>
                </a:solidFill>
                <a:latin typeface="Roboto Mono"/>
                <a:ea typeface="Roboto Mono"/>
                <a:cs typeface="Roboto Mono"/>
                <a:sym typeface="Roboto Mono"/>
              </a:rPr>
              <a:t>red</a:t>
            </a:r>
            <a:r>
              <a:rPr b="0" i="0" lang="es-419" sz="1229" u="none" cap="none" strike="noStrike">
                <a:solidFill>
                  <a:srgbClr val="000000"/>
                </a:solidFill>
                <a:latin typeface="Roboto Mono"/>
                <a:ea typeface="Roboto Mono"/>
                <a:cs typeface="Roboto Mono"/>
                <a:sym typeface="Roboto Mono"/>
              </a:rPr>
              <a:t>;</a:t>
            </a:r>
            <a:endParaRPr b="0" i="0" sz="1229" u="none" cap="none" strike="noStrike">
              <a:solidFill>
                <a:srgbClr val="000000"/>
              </a:solidFill>
              <a:latin typeface="Roboto Mono"/>
              <a:ea typeface="Roboto Mono"/>
              <a:cs typeface="Roboto Mono"/>
              <a:sym typeface="Roboto Mono"/>
            </a:endParaRPr>
          </a:p>
          <a:p>
            <a:pPr indent="0" lvl="0" marL="0" marR="0" rtl="0" algn="l">
              <a:lnSpc>
                <a:spcPct val="100000"/>
              </a:lnSpc>
              <a:spcBef>
                <a:spcPts val="0"/>
              </a:spcBef>
              <a:spcAft>
                <a:spcPts val="0"/>
              </a:spcAft>
              <a:buClr>
                <a:srgbClr val="000000"/>
              </a:buClr>
              <a:buSzPts val="1229"/>
              <a:buFont typeface="Arial"/>
              <a:buNone/>
            </a:pPr>
            <a:r>
              <a:rPr b="0" i="0" lang="es-419" sz="1229" u="none" cap="none" strike="noStrike">
                <a:solidFill>
                  <a:srgbClr val="000000"/>
                </a:solidFill>
                <a:latin typeface="Roboto Mono"/>
                <a:ea typeface="Roboto Mono"/>
                <a:cs typeface="Roboto Mono"/>
                <a:sym typeface="Roboto Mono"/>
              </a:rPr>
              <a:t>}</a:t>
            </a:r>
            <a:endParaRPr b="0" i="0" sz="1229" u="none" cap="none" strike="noStrike">
              <a:solidFill>
                <a:srgbClr val="000000"/>
              </a:solidFill>
              <a:latin typeface="Roboto Mono"/>
              <a:ea typeface="Roboto Mono"/>
              <a:cs typeface="Roboto Mono"/>
              <a:sym typeface="Roboto Mono"/>
            </a:endParaRPr>
          </a:p>
        </p:txBody>
      </p:sp>
      <p:pic>
        <p:nvPicPr>
          <p:cNvPr id="253" name="Google Shape;253;p24" title="Screenshot from 2025-04-28 04-28-44.png"/>
          <p:cNvPicPr preferRelativeResize="0"/>
          <p:nvPr/>
        </p:nvPicPr>
        <p:blipFill rotWithShape="1">
          <a:blip r:embed="rId3">
            <a:alphaModFix/>
          </a:blip>
          <a:srcRect b="0" l="0" r="0" t="0"/>
          <a:stretch/>
        </p:blipFill>
        <p:spPr>
          <a:xfrm>
            <a:off x="2771125" y="3148825"/>
            <a:ext cx="1922899" cy="1803619"/>
          </a:xfrm>
          <a:prstGeom prst="rect">
            <a:avLst/>
          </a:prstGeom>
          <a:noFill/>
          <a:ln>
            <a:noFill/>
          </a:ln>
        </p:spPr>
      </p:pic>
      <p:pic>
        <p:nvPicPr>
          <p:cNvPr id="254" name="Google Shape;254;p24" title="Screenshot from 2025-04-28 04-28-32.png"/>
          <p:cNvPicPr preferRelativeResize="0"/>
          <p:nvPr/>
        </p:nvPicPr>
        <p:blipFill rotWithShape="1">
          <a:blip r:embed="rId4">
            <a:alphaModFix/>
          </a:blip>
          <a:srcRect b="0" l="0" r="0" t="0"/>
          <a:stretch/>
        </p:blipFill>
        <p:spPr>
          <a:xfrm>
            <a:off x="4923001" y="3148825"/>
            <a:ext cx="3744599" cy="180362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5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5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27"/>
          <p:cNvSpPr txBox="1"/>
          <p:nvPr>
            <p:ph type="title"/>
          </p:nvPr>
        </p:nvSpPr>
        <p:spPr>
          <a:xfrm>
            <a:off x="440700" y="560400"/>
            <a:ext cx="8262600" cy="7557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3000"/>
              <a:buNone/>
            </a:pPr>
            <a:r>
              <a:rPr lang="es-419"/>
              <a:t>Márgenes y rellenos</a:t>
            </a:r>
            <a:endParaRPr/>
          </a:p>
        </p:txBody>
      </p:sp>
      <p:sp>
        <p:nvSpPr>
          <p:cNvPr id="260" name="Google Shape;260;p27"/>
          <p:cNvSpPr txBox="1"/>
          <p:nvPr>
            <p:ph idx="1" type="body"/>
          </p:nvPr>
        </p:nvSpPr>
        <p:spPr>
          <a:xfrm>
            <a:off x="476400" y="1392300"/>
            <a:ext cx="8191200" cy="4887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SzPts val="935"/>
              <a:buNone/>
            </a:pPr>
            <a:r>
              <a:rPr lang="es-419" sz="1120"/>
              <a:t>El tamaño de dichos márgenes se puede alterar en conjunto (de forma general) o de forma específica a cada una de las zonas del elemento (izquierda, derecha, arriba o abajo)</a:t>
            </a:r>
            <a:endParaRPr sz="1120"/>
          </a:p>
        </p:txBody>
      </p:sp>
      <p:sp>
        <p:nvSpPr>
          <p:cNvPr id="261" name="Google Shape;261;p27"/>
          <p:cNvSpPr txBox="1"/>
          <p:nvPr>
            <p:ph idx="1" type="body"/>
          </p:nvPr>
        </p:nvSpPr>
        <p:spPr>
          <a:xfrm>
            <a:off x="495559" y="2852738"/>
            <a:ext cx="2472900" cy="441000"/>
          </a:xfrm>
          <a:prstGeom prst="rect">
            <a:avLst/>
          </a:prstGeom>
          <a:noFill/>
          <a:ln>
            <a:noFill/>
          </a:ln>
        </p:spPr>
        <p:txBody>
          <a:bodyPr anchorCtr="0" anchor="ctr" bIns="91425" lIns="91425" spcFirstLastPara="1" rIns="91425" wrap="square" tIns="91425">
            <a:normAutofit/>
          </a:bodyPr>
          <a:lstStyle/>
          <a:p>
            <a:pPr indent="0" lvl="0" marL="0" rtl="0" algn="l">
              <a:lnSpc>
                <a:spcPct val="115000"/>
              </a:lnSpc>
              <a:spcBef>
                <a:spcPts val="0"/>
              </a:spcBef>
              <a:spcAft>
                <a:spcPts val="1200"/>
              </a:spcAft>
              <a:buSzPts val="1018"/>
              <a:buNone/>
            </a:pPr>
            <a:r>
              <a:rPr b="1" lang="es-419" sz="1100"/>
              <a:t>Atajo: Modelo de cajas</a:t>
            </a:r>
            <a:endParaRPr b="1" sz="1100"/>
          </a:p>
        </p:txBody>
      </p:sp>
      <p:sp>
        <p:nvSpPr>
          <p:cNvPr id="262" name="Google Shape;262;p27"/>
          <p:cNvSpPr/>
          <p:nvPr/>
        </p:nvSpPr>
        <p:spPr>
          <a:xfrm>
            <a:off x="495550" y="3293750"/>
            <a:ext cx="5799900" cy="1759500"/>
          </a:xfrm>
          <a:prstGeom prst="rect">
            <a:avLst/>
          </a:prstGeom>
          <a:solidFill>
            <a:srgbClr val="F3F3F3"/>
          </a:solidFill>
          <a:ln>
            <a:noFill/>
          </a:ln>
        </p:spPr>
        <p:txBody>
          <a:bodyPr anchorCtr="0" anchor="ctr" bIns="105425" lIns="105425" spcFirstLastPara="1" rIns="105425" wrap="square" tIns="105425">
            <a:noAutofit/>
          </a:bodyPr>
          <a:lstStyle/>
          <a:p>
            <a:pPr indent="0" lvl="0" marL="0" marR="0" rtl="0" algn="l">
              <a:lnSpc>
                <a:spcPct val="100000"/>
              </a:lnSpc>
              <a:spcBef>
                <a:spcPts val="0"/>
              </a:spcBef>
              <a:spcAft>
                <a:spcPts val="0"/>
              </a:spcAft>
              <a:buClr>
                <a:srgbClr val="000000"/>
              </a:buClr>
              <a:buSzPts val="1229"/>
              <a:buFont typeface="Arial"/>
              <a:buNone/>
            </a:pPr>
            <a:r>
              <a:rPr b="0" i="0" lang="es-419" sz="1229" u="none" cap="none" strike="noStrike">
                <a:solidFill>
                  <a:srgbClr val="505050"/>
                </a:solidFill>
                <a:latin typeface="Roboto Mono"/>
                <a:ea typeface="Roboto Mono"/>
                <a:cs typeface="Roboto Mono"/>
                <a:sym typeface="Roboto Mono"/>
              </a:rPr>
              <a:t>.examples</a:t>
            </a:r>
            <a:r>
              <a:rPr b="0" i="0" lang="es-419" sz="1229" u="none" cap="none" strike="noStrike">
                <a:solidFill>
                  <a:srgbClr val="000000"/>
                </a:solidFill>
                <a:latin typeface="Roboto Mono"/>
                <a:ea typeface="Roboto Mono"/>
                <a:cs typeface="Roboto Mono"/>
                <a:sym typeface="Roboto Mono"/>
              </a:rPr>
              <a:t> {</a:t>
            </a:r>
            <a:endParaRPr b="0" i="0" sz="1229" u="none" cap="none" strike="noStrike">
              <a:solidFill>
                <a:srgbClr val="000000"/>
              </a:solidFill>
              <a:latin typeface="Roboto Mono"/>
              <a:ea typeface="Roboto Mono"/>
              <a:cs typeface="Roboto Mono"/>
              <a:sym typeface="Roboto Mono"/>
            </a:endParaRPr>
          </a:p>
          <a:p>
            <a:pPr indent="0" lvl="0" marL="0" marR="0" rtl="0" algn="l">
              <a:lnSpc>
                <a:spcPct val="100000"/>
              </a:lnSpc>
              <a:spcBef>
                <a:spcPts val="0"/>
              </a:spcBef>
              <a:spcAft>
                <a:spcPts val="0"/>
              </a:spcAft>
              <a:buClr>
                <a:srgbClr val="000000"/>
              </a:buClr>
              <a:buSzPts val="1229"/>
              <a:buFont typeface="Arial"/>
              <a:buNone/>
            </a:pPr>
            <a:r>
              <a:rPr b="0" i="0" lang="es-419" sz="1229" u="none" cap="none" strike="noStrike">
                <a:solidFill>
                  <a:srgbClr val="000000"/>
                </a:solidFill>
                <a:latin typeface="Roboto Mono"/>
                <a:ea typeface="Roboto Mono"/>
                <a:cs typeface="Roboto Mono"/>
                <a:sym typeface="Roboto Mono"/>
              </a:rPr>
              <a:t>  </a:t>
            </a:r>
            <a:r>
              <a:rPr b="0" i="0" lang="es-419" sz="1229" u="none" cap="none" strike="noStrike">
                <a:solidFill>
                  <a:srgbClr val="572000"/>
                </a:solidFill>
                <a:latin typeface="Roboto Mono"/>
                <a:ea typeface="Roboto Mono"/>
                <a:cs typeface="Roboto Mono"/>
                <a:sym typeface="Roboto Mono"/>
              </a:rPr>
              <a:t>margin</a:t>
            </a:r>
            <a:r>
              <a:rPr b="0" i="0" lang="es-419" sz="1229" u="none" cap="none" strike="noStrike">
                <a:solidFill>
                  <a:srgbClr val="000000"/>
                </a:solidFill>
                <a:latin typeface="Roboto Mono"/>
                <a:ea typeface="Roboto Mono"/>
                <a:cs typeface="Roboto Mono"/>
                <a:sym typeface="Roboto Mono"/>
              </a:rPr>
              <a:t>: </a:t>
            </a:r>
            <a:r>
              <a:rPr b="0" i="0" lang="es-419" sz="1229" u="none" cap="none" strike="noStrike">
                <a:solidFill>
                  <a:srgbClr val="106040"/>
                </a:solidFill>
                <a:latin typeface="Roboto Mono"/>
                <a:ea typeface="Roboto Mono"/>
                <a:cs typeface="Roboto Mono"/>
                <a:sym typeface="Roboto Mono"/>
              </a:rPr>
              <a:t>15px</a:t>
            </a:r>
            <a:r>
              <a:rPr b="0" i="0" lang="es-419" sz="1229" u="none" cap="none" strike="noStrike">
                <a:solidFill>
                  <a:srgbClr val="000000"/>
                </a:solidFill>
                <a:latin typeface="Roboto Mono"/>
                <a:ea typeface="Roboto Mono"/>
                <a:cs typeface="Roboto Mono"/>
                <a:sym typeface="Roboto Mono"/>
              </a:rPr>
              <a:t>;</a:t>
            </a:r>
            <a:endParaRPr b="0" i="0" sz="1229" u="none" cap="none" strike="noStrike">
              <a:solidFill>
                <a:srgbClr val="000000"/>
              </a:solidFill>
              <a:latin typeface="Roboto Mono"/>
              <a:ea typeface="Roboto Mono"/>
              <a:cs typeface="Roboto Mono"/>
              <a:sym typeface="Roboto Mono"/>
            </a:endParaRPr>
          </a:p>
          <a:p>
            <a:pPr indent="0" lvl="0" marL="0" marR="0" rtl="0" algn="l">
              <a:lnSpc>
                <a:spcPct val="100000"/>
              </a:lnSpc>
              <a:spcBef>
                <a:spcPts val="0"/>
              </a:spcBef>
              <a:spcAft>
                <a:spcPts val="0"/>
              </a:spcAft>
              <a:buClr>
                <a:srgbClr val="000000"/>
              </a:buClr>
              <a:buSzPts val="1229"/>
              <a:buFont typeface="Arial"/>
              <a:buNone/>
            </a:pPr>
            <a:r>
              <a:rPr b="0" i="0" lang="es-419" sz="1229" u="none" cap="none" strike="noStrike">
                <a:solidFill>
                  <a:srgbClr val="000000"/>
                </a:solidFill>
                <a:latin typeface="Roboto Mono"/>
                <a:ea typeface="Roboto Mono"/>
                <a:cs typeface="Roboto Mono"/>
                <a:sym typeface="Roboto Mono"/>
              </a:rPr>
              <a:t>  </a:t>
            </a:r>
            <a:r>
              <a:rPr b="0" i="1" lang="es-419" sz="1229" u="none" cap="none" strike="noStrike">
                <a:solidFill>
                  <a:srgbClr val="A05000"/>
                </a:solidFill>
                <a:latin typeface="Roboto Mono"/>
                <a:ea typeface="Roboto Mono"/>
                <a:cs typeface="Roboto Mono"/>
                <a:sym typeface="Roboto Mono"/>
              </a:rPr>
              <a:t>/* Equivalente a margin: 15px 15px 15px 15px; */</a:t>
            </a:r>
            <a:endParaRPr b="0" i="0" sz="1229" u="none" cap="none" strike="noStrike">
              <a:solidFill>
                <a:srgbClr val="000000"/>
              </a:solidFill>
              <a:latin typeface="Roboto Mono"/>
              <a:ea typeface="Roboto Mono"/>
              <a:cs typeface="Roboto Mono"/>
              <a:sym typeface="Roboto Mono"/>
            </a:endParaRPr>
          </a:p>
          <a:p>
            <a:pPr indent="0" lvl="0" marL="0" marR="0" rtl="0" algn="l">
              <a:lnSpc>
                <a:spcPct val="100000"/>
              </a:lnSpc>
              <a:spcBef>
                <a:spcPts val="0"/>
              </a:spcBef>
              <a:spcAft>
                <a:spcPts val="0"/>
              </a:spcAft>
              <a:buClr>
                <a:srgbClr val="000000"/>
              </a:buClr>
              <a:buSzPts val="1229"/>
              <a:buFont typeface="Arial"/>
              <a:buNone/>
            </a:pPr>
            <a:r>
              <a:rPr b="0" i="0" lang="es-419" sz="1229" u="none" cap="none" strike="noStrike">
                <a:solidFill>
                  <a:srgbClr val="000000"/>
                </a:solidFill>
                <a:latin typeface="Roboto Mono"/>
                <a:ea typeface="Roboto Mono"/>
                <a:cs typeface="Roboto Mono"/>
                <a:sym typeface="Roboto Mono"/>
              </a:rPr>
              <a:t>  </a:t>
            </a:r>
            <a:r>
              <a:rPr b="0" i="0" lang="es-419" sz="1229" u="none" cap="none" strike="noStrike">
                <a:solidFill>
                  <a:srgbClr val="572000"/>
                </a:solidFill>
                <a:latin typeface="Roboto Mono"/>
                <a:ea typeface="Roboto Mono"/>
                <a:cs typeface="Roboto Mono"/>
                <a:sym typeface="Roboto Mono"/>
              </a:rPr>
              <a:t>margin</a:t>
            </a:r>
            <a:r>
              <a:rPr b="0" i="0" lang="es-419" sz="1229" u="none" cap="none" strike="noStrike">
                <a:solidFill>
                  <a:srgbClr val="000000"/>
                </a:solidFill>
                <a:latin typeface="Roboto Mono"/>
                <a:ea typeface="Roboto Mono"/>
                <a:cs typeface="Roboto Mono"/>
                <a:sym typeface="Roboto Mono"/>
              </a:rPr>
              <a:t>: </a:t>
            </a:r>
            <a:r>
              <a:rPr b="0" i="0" lang="es-419" sz="1229" u="none" cap="none" strike="noStrike">
                <a:solidFill>
                  <a:srgbClr val="106040"/>
                </a:solidFill>
                <a:latin typeface="Roboto Mono"/>
                <a:ea typeface="Roboto Mono"/>
                <a:cs typeface="Roboto Mono"/>
                <a:sym typeface="Roboto Mono"/>
              </a:rPr>
              <a:t>20px</a:t>
            </a:r>
            <a:r>
              <a:rPr b="0" i="0" lang="es-419" sz="1229" u="none" cap="none" strike="noStrike">
                <a:solidFill>
                  <a:srgbClr val="000000"/>
                </a:solidFill>
                <a:latin typeface="Roboto Mono"/>
                <a:ea typeface="Roboto Mono"/>
                <a:cs typeface="Roboto Mono"/>
                <a:sym typeface="Roboto Mono"/>
              </a:rPr>
              <a:t> </a:t>
            </a:r>
            <a:r>
              <a:rPr b="0" i="0" lang="es-419" sz="1229" u="none" cap="none" strike="noStrike">
                <a:solidFill>
                  <a:srgbClr val="106040"/>
                </a:solidFill>
                <a:latin typeface="Roboto Mono"/>
                <a:ea typeface="Roboto Mono"/>
                <a:cs typeface="Roboto Mono"/>
                <a:sym typeface="Roboto Mono"/>
              </a:rPr>
              <a:t>10px</a:t>
            </a:r>
            <a:r>
              <a:rPr b="0" i="0" lang="es-419" sz="1229" u="none" cap="none" strike="noStrike">
                <a:solidFill>
                  <a:srgbClr val="000000"/>
                </a:solidFill>
                <a:latin typeface="Roboto Mono"/>
                <a:ea typeface="Roboto Mono"/>
                <a:cs typeface="Roboto Mono"/>
                <a:sym typeface="Roboto Mono"/>
              </a:rPr>
              <a:t>;</a:t>
            </a:r>
            <a:endParaRPr b="0" i="0" sz="1229" u="none" cap="none" strike="noStrike">
              <a:solidFill>
                <a:srgbClr val="000000"/>
              </a:solidFill>
              <a:latin typeface="Roboto Mono"/>
              <a:ea typeface="Roboto Mono"/>
              <a:cs typeface="Roboto Mono"/>
              <a:sym typeface="Roboto Mono"/>
            </a:endParaRPr>
          </a:p>
          <a:p>
            <a:pPr indent="0" lvl="0" marL="0" marR="0" rtl="0" algn="l">
              <a:lnSpc>
                <a:spcPct val="100000"/>
              </a:lnSpc>
              <a:spcBef>
                <a:spcPts val="0"/>
              </a:spcBef>
              <a:spcAft>
                <a:spcPts val="0"/>
              </a:spcAft>
              <a:buClr>
                <a:srgbClr val="000000"/>
              </a:buClr>
              <a:buSzPts val="1229"/>
              <a:buFont typeface="Arial"/>
              <a:buNone/>
            </a:pPr>
            <a:r>
              <a:rPr b="0" i="0" lang="es-419" sz="1229" u="none" cap="none" strike="noStrike">
                <a:solidFill>
                  <a:srgbClr val="000000"/>
                </a:solidFill>
                <a:latin typeface="Roboto Mono"/>
                <a:ea typeface="Roboto Mono"/>
                <a:cs typeface="Roboto Mono"/>
                <a:sym typeface="Roboto Mono"/>
              </a:rPr>
              <a:t>  </a:t>
            </a:r>
            <a:r>
              <a:rPr b="0" i="1" lang="es-419" sz="1229" u="none" cap="none" strike="noStrike">
                <a:solidFill>
                  <a:srgbClr val="A05000"/>
                </a:solidFill>
                <a:latin typeface="Roboto Mono"/>
                <a:ea typeface="Roboto Mono"/>
                <a:cs typeface="Roboto Mono"/>
                <a:sym typeface="Roboto Mono"/>
              </a:rPr>
              <a:t>/* Equivalente a margin: 20px 10px 20px 10px; */</a:t>
            </a:r>
            <a:endParaRPr b="0" i="0" sz="1229" u="none" cap="none" strike="noStrike">
              <a:solidFill>
                <a:srgbClr val="000000"/>
              </a:solidFill>
              <a:latin typeface="Roboto Mono"/>
              <a:ea typeface="Roboto Mono"/>
              <a:cs typeface="Roboto Mono"/>
              <a:sym typeface="Roboto Mono"/>
            </a:endParaRPr>
          </a:p>
          <a:p>
            <a:pPr indent="0" lvl="0" marL="0" marR="0" rtl="0" algn="l">
              <a:lnSpc>
                <a:spcPct val="100000"/>
              </a:lnSpc>
              <a:spcBef>
                <a:spcPts val="0"/>
              </a:spcBef>
              <a:spcAft>
                <a:spcPts val="0"/>
              </a:spcAft>
              <a:buClr>
                <a:srgbClr val="000000"/>
              </a:buClr>
              <a:buSzPts val="1229"/>
              <a:buFont typeface="Arial"/>
              <a:buNone/>
            </a:pPr>
            <a:r>
              <a:rPr b="0" i="0" lang="es-419" sz="1229" u="none" cap="none" strike="noStrike">
                <a:solidFill>
                  <a:srgbClr val="000000"/>
                </a:solidFill>
                <a:latin typeface="Roboto Mono"/>
                <a:ea typeface="Roboto Mono"/>
                <a:cs typeface="Roboto Mono"/>
                <a:sym typeface="Roboto Mono"/>
              </a:rPr>
              <a:t>  </a:t>
            </a:r>
            <a:r>
              <a:rPr b="0" i="0" lang="es-419" sz="1229" u="none" cap="none" strike="noStrike">
                <a:solidFill>
                  <a:srgbClr val="572000"/>
                </a:solidFill>
                <a:latin typeface="Roboto Mono"/>
                <a:ea typeface="Roboto Mono"/>
                <a:cs typeface="Roboto Mono"/>
                <a:sym typeface="Roboto Mono"/>
              </a:rPr>
              <a:t>margin</a:t>
            </a:r>
            <a:r>
              <a:rPr b="0" i="0" lang="es-419" sz="1229" u="none" cap="none" strike="noStrike">
                <a:solidFill>
                  <a:srgbClr val="000000"/>
                </a:solidFill>
                <a:latin typeface="Roboto Mono"/>
                <a:ea typeface="Roboto Mono"/>
                <a:cs typeface="Roboto Mono"/>
                <a:sym typeface="Roboto Mono"/>
              </a:rPr>
              <a:t>: </a:t>
            </a:r>
            <a:r>
              <a:rPr b="0" i="0" lang="es-419" sz="1229" u="none" cap="none" strike="noStrike">
                <a:solidFill>
                  <a:srgbClr val="106040"/>
                </a:solidFill>
                <a:latin typeface="Roboto Mono"/>
                <a:ea typeface="Roboto Mono"/>
                <a:cs typeface="Roboto Mono"/>
                <a:sym typeface="Roboto Mono"/>
              </a:rPr>
              <a:t>20px</a:t>
            </a:r>
            <a:r>
              <a:rPr b="0" i="0" lang="es-419" sz="1229" u="none" cap="none" strike="noStrike">
                <a:solidFill>
                  <a:srgbClr val="000000"/>
                </a:solidFill>
                <a:latin typeface="Roboto Mono"/>
                <a:ea typeface="Roboto Mono"/>
                <a:cs typeface="Roboto Mono"/>
                <a:sym typeface="Roboto Mono"/>
              </a:rPr>
              <a:t> </a:t>
            </a:r>
            <a:r>
              <a:rPr b="0" i="0" lang="es-419" sz="1229" u="none" cap="none" strike="noStrike">
                <a:solidFill>
                  <a:srgbClr val="106040"/>
                </a:solidFill>
                <a:latin typeface="Roboto Mono"/>
                <a:ea typeface="Roboto Mono"/>
                <a:cs typeface="Roboto Mono"/>
                <a:sym typeface="Roboto Mono"/>
              </a:rPr>
              <a:t>10px</a:t>
            </a:r>
            <a:r>
              <a:rPr b="0" i="0" lang="es-419" sz="1229" u="none" cap="none" strike="noStrike">
                <a:solidFill>
                  <a:srgbClr val="000000"/>
                </a:solidFill>
                <a:latin typeface="Roboto Mono"/>
                <a:ea typeface="Roboto Mono"/>
                <a:cs typeface="Roboto Mono"/>
                <a:sym typeface="Roboto Mono"/>
              </a:rPr>
              <a:t> </a:t>
            </a:r>
            <a:r>
              <a:rPr b="0" i="0" lang="es-419" sz="1229" u="none" cap="none" strike="noStrike">
                <a:solidFill>
                  <a:srgbClr val="106040"/>
                </a:solidFill>
                <a:latin typeface="Roboto Mono"/>
                <a:ea typeface="Roboto Mono"/>
                <a:cs typeface="Roboto Mono"/>
                <a:sym typeface="Roboto Mono"/>
              </a:rPr>
              <a:t>5px</a:t>
            </a:r>
            <a:r>
              <a:rPr b="0" i="0" lang="es-419" sz="1229" u="none" cap="none" strike="noStrike">
                <a:solidFill>
                  <a:srgbClr val="000000"/>
                </a:solidFill>
                <a:latin typeface="Roboto Mono"/>
                <a:ea typeface="Roboto Mono"/>
                <a:cs typeface="Roboto Mono"/>
                <a:sym typeface="Roboto Mono"/>
              </a:rPr>
              <a:t>;</a:t>
            </a:r>
            <a:endParaRPr b="0" i="0" sz="1229" u="none" cap="none" strike="noStrike">
              <a:solidFill>
                <a:srgbClr val="000000"/>
              </a:solidFill>
              <a:latin typeface="Roboto Mono"/>
              <a:ea typeface="Roboto Mono"/>
              <a:cs typeface="Roboto Mono"/>
              <a:sym typeface="Roboto Mono"/>
            </a:endParaRPr>
          </a:p>
          <a:p>
            <a:pPr indent="0" lvl="0" marL="0" marR="0" rtl="0" algn="l">
              <a:lnSpc>
                <a:spcPct val="100000"/>
              </a:lnSpc>
              <a:spcBef>
                <a:spcPts val="0"/>
              </a:spcBef>
              <a:spcAft>
                <a:spcPts val="0"/>
              </a:spcAft>
              <a:buClr>
                <a:srgbClr val="000000"/>
              </a:buClr>
              <a:buSzPts val="1229"/>
              <a:buFont typeface="Arial"/>
              <a:buNone/>
            </a:pPr>
            <a:r>
              <a:rPr b="0" i="0" lang="es-419" sz="1229" u="none" cap="none" strike="noStrike">
                <a:solidFill>
                  <a:srgbClr val="000000"/>
                </a:solidFill>
                <a:latin typeface="Roboto Mono"/>
                <a:ea typeface="Roboto Mono"/>
                <a:cs typeface="Roboto Mono"/>
                <a:sym typeface="Roboto Mono"/>
              </a:rPr>
              <a:t>  </a:t>
            </a:r>
            <a:r>
              <a:rPr b="0" i="1" lang="es-419" sz="1229" u="none" cap="none" strike="noStrike">
                <a:solidFill>
                  <a:srgbClr val="A05000"/>
                </a:solidFill>
                <a:latin typeface="Roboto Mono"/>
                <a:ea typeface="Roboto Mono"/>
                <a:cs typeface="Roboto Mono"/>
                <a:sym typeface="Roboto Mono"/>
              </a:rPr>
              <a:t>/* Equivalente a margin: 20px 10px 5px 10px; */</a:t>
            </a:r>
            <a:endParaRPr b="0" i="0" sz="1229" u="none" cap="none" strike="noStrike">
              <a:solidFill>
                <a:srgbClr val="000000"/>
              </a:solidFill>
              <a:latin typeface="Roboto Mono"/>
              <a:ea typeface="Roboto Mono"/>
              <a:cs typeface="Roboto Mono"/>
              <a:sym typeface="Roboto Mono"/>
            </a:endParaRPr>
          </a:p>
          <a:p>
            <a:pPr indent="0" lvl="0" marL="0" marR="0" rtl="0" algn="l">
              <a:lnSpc>
                <a:spcPct val="100000"/>
              </a:lnSpc>
              <a:spcBef>
                <a:spcPts val="0"/>
              </a:spcBef>
              <a:spcAft>
                <a:spcPts val="0"/>
              </a:spcAft>
              <a:buClr>
                <a:srgbClr val="000000"/>
              </a:buClr>
              <a:buSzPts val="1229"/>
              <a:buFont typeface="Arial"/>
              <a:buNone/>
            </a:pPr>
            <a:r>
              <a:rPr b="0" i="0" lang="es-419" sz="1229" u="none" cap="none" strike="noStrike">
                <a:solidFill>
                  <a:srgbClr val="000000"/>
                </a:solidFill>
                <a:latin typeface="Roboto Mono"/>
                <a:ea typeface="Roboto Mono"/>
                <a:cs typeface="Roboto Mono"/>
                <a:sym typeface="Roboto Mono"/>
              </a:rPr>
              <a:t>}</a:t>
            </a:r>
            <a:endParaRPr b="0" i="0" sz="1229" u="none" cap="none" strike="noStrike">
              <a:solidFill>
                <a:srgbClr val="000000"/>
              </a:solidFill>
              <a:latin typeface="Roboto Mono"/>
              <a:ea typeface="Roboto Mono"/>
              <a:cs typeface="Roboto Mono"/>
              <a:sym typeface="Roboto Mono"/>
            </a:endParaRPr>
          </a:p>
        </p:txBody>
      </p:sp>
      <p:pic>
        <p:nvPicPr>
          <p:cNvPr id="263" name="Google Shape;263;p27" title="1_xOn6MsNhUcju7Did367ssQ.jpg"/>
          <p:cNvPicPr preferRelativeResize="0"/>
          <p:nvPr/>
        </p:nvPicPr>
        <p:blipFill rotWithShape="1">
          <a:blip r:embed="rId3">
            <a:alphaModFix/>
          </a:blip>
          <a:srcRect b="6264" l="8232" r="8530" t="9750"/>
          <a:stretch/>
        </p:blipFill>
        <p:spPr>
          <a:xfrm>
            <a:off x="4002050" y="1957200"/>
            <a:ext cx="4701250" cy="172207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pic>
        <p:nvPicPr>
          <p:cNvPr id="268" name="Google Shape;268;p28" title="Screenshot from 2025-04-28 04-57-45.png"/>
          <p:cNvPicPr preferRelativeResize="0"/>
          <p:nvPr/>
        </p:nvPicPr>
        <p:blipFill rotWithShape="1">
          <a:blip r:embed="rId3">
            <a:alphaModFix/>
          </a:blip>
          <a:srcRect b="0" l="0" r="0" t="0"/>
          <a:stretch/>
        </p:blipFill>
        <p:spPr>
          <a:xfrm>
            <a:off x="2677313" y="667725"/>
            <a:ext cx="3789375" cy="3808051"/>
          </a:xfrm>
          <a:prstGeom prst="rect">
            <a:avLst/>
          </a:prstGeom>
          <a:noFill/>
          <a:ln cap="flat" cmpd="sng" w="9525">
            <a:solidFill>
              <a:schemeClr val="lt2"/>
            </a:solidFill>
            <a:prstDash val="solid"/>
            <a:round/>
            <a:headEnd len="sm" w="sm" type="none"/>
            <a:tailEnd len="sm" w="sm" type="none"/>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29"/>
          <p:cNvSpPr txBox="1"/>
          <p:nvPr>
            <p:ph type="title"/>
          </p:nvPr>
        </p:nvSpPr>
        <p:spPr>
          <a:xfrm>
            <a:off x="311700" y="315925"/>
            <a:ext cx="8520600" cy="8313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4200"/>
              <a:buNone/>
            </a:pPr>
            <a:r>
              <a:rPr lang="es-419"/>
              <a:t>Manejo de Imágenes en HTML + CSS</a:t>
            </a:r>
            <a:endParaRPr/>
          </a:p>
        </p:txBody>
      </p:sp>
      <p:sp>
        <p:nvSpPr>
          <p:cNvPr id="274" name="Google Shape;274;p29"/>
          <p:cNvSpPr txBox="1"/>
          <p:nvPr>
            <p:ph idx="4294967295" type="body"/>
          </p:nvPr>
        </p:nvSpPr>
        <p:spPr>
          <a:xfrm>
            <a:off x="196825" y="2430150"/>
            <a:ext cx="3293400" cy="12696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SzPts val="935"/>
              <a:buNone/>
            </a:pPr>
            <a:r>
              <a:rPr lang="es-419" sz="1120"/>
              <a:t>Imágenes con &lt;img&gt;.</a:t>
            </a:r>
            <a:endParaRPr sz="1120"/>
          </a:p>
          <a:p>
            <a:pPr indent="-299720" lvl="0" marL="457200" rtl="0" algn="l">
              <a:lnSpc>
                <a:spcPct val="115000"/>
              </a:lnSpc>
              <a:spcBef>
                <a:spcPts val="1200"/>
              </a:spcBef>
              <a:spcAft>
                <a:spcPts val="0"/>
              </a:spcAft>
              <a:buSzPts val="1120"/>
              <a:buChar char="●"/>
            </a:pPr>
            <a:r>
              <a:rPr lang="es-419" sz="1120"/>
              <a:t>CSS permite controlar:</a:t>
            </a:r>
            <a:endParaRPr sz="1120"/>
          </a:p>
          <a:p>
            <a:pPr indent="-299720" lvl="0" marL="457200" rtl="0" algn="l">
              <a:lnSpc>
                <a:spcPct val="115000"/>
              </a:lnSpc>
              <a:spcBef>
                <a:spcPts val="0"/>
              </a:spcBef>
              <a:spcAft>
                <a:spcPts val="0"/>
              </a:spcAft>
              <a:buSzPts val="1120"/>
              <a:buChar char="●"/>
            </a:pPr>
            <a:r>
              <a:rPr lang="es-419" sz="1120"/>
              <a:t>width (ancho)</a:t>
            </a:r>
            <a:endParaRPr sz="1120"/>
          </a:p>
          <a:p>
            <a:pPr indent="-299720" lvl="0" marL="457200" rtl="0" algn="l">
              <a:lnSpc>
                <a:spcPct val="115000"/>
              </a:lnSpc>
              <a:spcBef>
                <a:spcPts val="0"/>
              </a:spcBef>
              <a:spcAft>
                <a:spcPts val="0"/>
              </a:spcAft>
              <a:buSzPts val="1120"/>
              <a:buChar char="●"/>
            </a:pPr>
            <a:r>
              <a:rPr lang="es-419" sz="1120"/>
              <a:t>height (alto)</a:t>
            </a:r>
            <a:endParaRPr sz="1120"/>
          </a:p>
          <a:p>
            <a:pPr indent="-299720" lvl="0" marL="457200" rtl="0" algn="l">
              <a:lnSpc>
                <a:spcPct val="115000"/>
              </a:lnSpc>
              <a:spcBef>
                <a:spcPts val="0"/>
              </a:spcBef>
              <a:spcAft>
                <a:spcPts val="0"/>
              </a:spcAft>
              <a:buSzPts val="1120"/>
              <a:buChar char="●"/>
            </a:pPr>
            <a:r>
              <a:rPr lang="es-419" sz="1120"/>
              <a:t>object-fit (ajuste del contenido)</a:t>
            </a:r>
            <a:endParaRPr sz="1120"/>
          </a:p>
        </p:txBody>
      </p:sp>
      <p:pic>
        <p:nvPicPr>
          <p:cNvPr id="275" name="Google Shape;275;p29" title="Screenshot from 2025-04-28 05-14-00.png"/>
          <p:cNvPicPr preferRelativeResize="0"/>
          <p:nvPr/>
        </p:nvPicPr>
        <p:blipFill rotWithShape="1">
          <a:blip r:embed="rId3">
            <a:alphaModFix/>
          </a:blip>
          <a:srcRect b="0" l="0" r="0" t="0"/>
          <a:stretch/>
        </p:blipFill>
        <p:spPr>
          <a:xfrm>
            <a:off x="2103725" y="1223125"/>
            <a:ext cx="2219538" cy="1632600"/>
          </a:xfrm>
          <a:prstGeom prst="rect">
            <a:avLst/>
          </a:prstGeom>
          <a:noFill/>
          <a:ln>
            <a:noFill/>
          </a:ln>
        </p:spPr>
      </p:pic>
      <p:pic>
        <p:nvPicPr>
          <p:cNvPr id="276" name="Google Shape;276;p29" title="Screenshot from 2025-04-28 05-14-23.png"/>
          <p:cNvPicPr preferRelativeResize="0"/>
          <p:nvPr/>
        </p:nvPicPr>
        <p:blipFill rotWithShape="1">
          <a:blip r:embed="rId4">
            <a:alphaModFix/>
          </a:blip>
          <a:srcRect b="0" l="0" r="0" t="0"/>
          <a:stretch/>
        </p:blipFill>
        <p:spPr>
          <a:xfrm>
            <a:off x="6796875" y="184550"/>
            <a:ext cx="2219550" cy="1632607"/>
          </a:xfrm>
          <a:prstGeom prst="rect">
            <a:avLst/>
          </a:prstGeom>
          <a:noFill/>
          <a:ln>
            <a:noFill/>
          </a:ln>
        </p:spPr>
      </p:pic>
      <p:pic>
        <p:nvPicPr>
          <p:cNvPr id="277" name="Google Shape;277;p29" title="Screenshot from 2025-04-28 05-17-17.png"/>
          <p:cNvPicPr preferRelativeResize="0"/>
          <p:nvPr/>
        </p:nvPicPr>
        <p:blipFill rotWithShape="1">
          <a:blip r:embed="rId4">
            <a:alphaModFix/>
          </a:blip>
          <a:srcRect b="0" l="0" r="0" t="0"/>
          <a:stretch/>
        </p:blipFill>
        <p:spPr>
          <a:xfrm>
            <a:off x="4450300" y="1223125"/>
            <a:ext cx="2219550" cy="1632610"/>
          </a:xfrm>
          <a:prstGeom prst="rect">
            <a:avLst/>
          </a:prstGeom>
          <a:noFill/>
          <a:ln>
            <a:noFill/>
          </a:ln>
        </p:spPr>
      </p:pic>
      <p:pic>
        <p:nvPicPr>
          <p:cNvPr id="278" name="Google Shape;278;p29" title="Screenshot from 2025-04-28 05-28-18.png"/>
          <p:cNvPicPr preferRelativeResize="0"/>
          <p:nvPr/>
        </p:nvPicPr>
        <p:blipFill rotWithShape="1">
          <a:blip r:embed="rId5">
            <a:alphaModFix/>
          </a:blip>
          <a:srcRect b="0" l="0" r="0" t="0"/>
          <a:stretch/>
        </p:blipFill>
        <p:spPr>
          <a:xfrm>
            <a:off x="6796875" y="1888575"/>
            <a:ext cx="2219550" cy="1632610"/>
          </a:xfrm>
          <a:prstGeom prst="rect">
            <a:avLst/>
          </a:prstGeom>
          <a:noFill/>
          <a:ln>
            <a:noFill/>
          </a:ln>
        </p:spPr>
      </p:pic>
      <p:sp>
        <p:nvSpPr>
          <p:cNvPr id="279" name="Google Shape;279;p29"/>
          <p:cNvSpPr/>
          <p:nvPr/>
        </p:nvSpPr>
        <p:spPr>
          <a:xfrm>
            <a:off x="293700" y="3987925"/>
            <a:ext cx="8556600" cy="876300"/>
          </a:xfrm>
          <a:prstGeom prst="rect">
            <a:avLst/>
          </a:prstGeom>
          <a:solidFill>
            <a:srgbClr val="F3F3F3"/>
          </a:solidFill>
          <a:ln>
            <a:noFill/>
          </a:ln>
        </p:spPr>
        <p:txBody>
          <a:bodyPr anchorCtr="0" anchor="ctr" bIns="105425" lIns="105425" spcFirstLastPara="1" rIns="105425" wrap="square" tIns="105425">
            <a:noAutofit/>
          </a:bodyPr>
          <a:lstStyle/>
          <a:p>
            <a:pPr indent="0" lvl="0" marL="0" marR="0" rtl="0" algn="l">
              <a:lnSpc>
                <a:spcPct val="100000"/>
              </a:lnSpc>
              <a:spcBef>
                <a:spcPts val="0"/>
              </a:spcBef>
              <a:spcAft>
                <a:spcPts val="0"/>
              </a:spcAft>
              <a:buClr>
                <a:srgbClr val="000000"/>
              </a:buClr>
              <a:buSzPts val="1029"/>
              <a:buFont typeface="Arial"/>
              <a:buNone/>
            </a:pPr>
            <a:r>
              <a:rPr b="0" i="0" lang="es-419" sz="1029" u="none" cap="none" strike="noStrike">
                <a:solidFill>
                  <a:srgbClr val="000000"/>
                </a:solidFill>
                <a:latin typeface="Roboto Mono"/>
                <a:ea typeface="Roboto Mono"/>
                <a:cs typeface="Roboto Mono"/>
                <a:sym typeface="Roboto Mono"/>
              </a:rPr>
              <a:t>&lt;</a:t>
            </a:r>
            <a:r>
              <a:rPr b="0" i="0" lang="es-419" sz="1029" u="none" cap="none" strike="noStrike">
                <a:solidFill>
                  <a:srgbClr val="107000"/>
                </a:solidFill>
                <a:latin typeface="Roboto Mono"/>
                <a:ea typeface="Roboto Mono"/>
                <a:cs typeface="Roboto Mono"/>
                <a:sym typeface="Roboto Mono"/>
              </a:rPr>
              <a:t>img</a:t>
            </a:r>
            <a:r>
              <a:rPr b="0" i="0" lang="es-419" sz="1029" u="none" cap="none" strike="noStrike">
                <a:solidFill>
                  <a:srgbClr val="000000"/>
                </a:solidFill>
                <a:latin typeface="Roboto Mono"/>
                <a:ea typeface="Roboto Mono"/>
                <a:cs typeface="Roboto Mono"/>
                <a:sym typeface="Roboto Mono"/>
              </a:rPr>
              <a:t> </a:t>
            </a:r>
            <a:r>
              <a:rPr b="0" i="0" lang="es-419" sz="1029" u="none" cap="none" strike="noStrike">
                <a:solidFill>
                  <a:srgbClr val="0000C0"/>
                </a:solidFill>
                <a:latin typeface="Roboto Mono"/>
                <a:ea typeface="Roboto Mono"/>
                <a:cs typeface="Roboto Mono"/>
                <a:sym typeface="Roboto Mono"/>
              </a:rPr>
              <a:t>src</a:t>
            </a:r>
            <a:r>
              <a:rPr b="0" i="0" lang="es-419" sz="1029" u="none" cap="none" strike="noStrike">
                <a:solidFill>
                  <a:srgbClr val="000000"/>
                </a:solidFill>
                <a:latin typeface="Roboto Mono"/>
                <a:ea typeface="Roboto Mono"/>
                <a:cs typeface="Roboto Mono"/>
                <a:sym typeface="Roboto Mono"/>
              </a:rPr>
              <a:t>=</a:t>
            </a:r>
            <a:r>
              <a:rPr b="0" i="0" lang="es-419" sz="1029" u="none" cap="none" strike="noStrike">
                <a:solidFill>
                  <a:srgbClr val="A01010"/>
                </a:solidFill>
                <a:latin typeface="Roboto Mono"/>
                <a:ea typeface="Roboto Mono"/>
                <a:cs typeface="Roboto Mono"/>
                <a:sym typeface="Roboto Mono"/>
              </a:rPr>
              <a:t>"image.png"</a:t>
            </a:r>
            <a:r>
              <a:rPr b="0" i="0" lang="es-419" sz="1029" u="none" cap="none" strike="noStrike">
                <a:solidFill>
                  <a:srgbClr val="000000"/>
                </a:solidFill>
                <a:latin typeface="Roboto Mono"/>
                <a:ea typeface="Roboto Mono"/>
                <a:cs typeface="Roboto Mono"/>
                <a:sym typeface="Roboto Mono"/>
              </a:rPr>
              <a:t> </a:t>
            </a:r>
            <a:r>
              <a:rPr b="0" i="0" lang="es-419" sz="1029" u="none" cap="none" strike="noStrike">
                <a:solidFill>
                  <a:srgbClr val="0000C0"/>
                </a:solidFill>
                <a:latin typeface="Roboto Mono"/>
                <a:ea typeface="Roboto Mono"/>
                <a:cs typeface="Roboto Mono"/>
                <a:sym typeface="Roboto Mono"/>
              </a:rPr>
              <a:t>style</a:t>
            </a:r>
            <a:r>
              <a:rPr b="0" i="0" lang="es-419" sz="1029" u="none" cap="none" strike="noStrike">
                <a:solidFill>
                  <a:srgbClr val="000000"/>
                </a:solidFill>
                <a:latin typeface="Roboto Mono"/>
                <a:ea typeface="Roboto Mono"/>
                <a:cs typeface="Roboto Mono"/>
                <a:sym typeface="Roboto Mono"/>
              </a:rPr>
              <a:t>=</a:t>
            </a:r>
            <a:r>
              <a:rPr b="0" i="0" lang="es-419" sz="1029" u="none" cap="none" strike="noStrike">
                <a:solidFill>
                  <a:srgbClr val="A01010"/>
                </a:solidFill>
                <a:latin typeface="Roboto Mono"/>
                <a:ea typeface="Roboto Mono"/>
                <a:cs typeface="Roboto Mono"/>
                <a:sym typeface="Roboto Mono"/>
              </a:rPr>
              <a:t>"border: 1px solid #ff0000; width:300px;"</a:t>
            </a:r>
            <a:r>
              <a:rPr b="0" i="0" lang="es-419" sz="1029" u="none" cap="none" strike="noStrike">
                <a:solidFill>
                  <a:srgbClr val="000000"/>
                </a:solidFill>
                <a:latin typeface="Roboto Mono"/>
                <a:ea typeface="Roboto Mono"/>
                <a:cs typeface="Roboto Mono"/>
                <a:sym typeface="Roboto Mono"/>
              </a:rPr>
              <a:t>&gt;</a:t>
            </a:r>
            <a:endParaRPr b="0" i="0" sz="1029" u="none" cap="none" strike="noStrike">
              <a:solidFill>
                <a:srgbClr val="000000"/>
              </a:solidFill>
              <a:latin typeface="Roboto Mono"/>
              <a:ea typeface="Roboto Mono"/>
              <a:cs typeface="Roboto Mono"/>
              <a:sym typeface="Roboto Mono"/>
            </a:endParaRPr>
          </a:p>
          <a:p>
            <a:pPr indent="0" lvl="0" marL="0" marR="0" rtl="0" algn="l">
              <a:lnSpc>
                <a:spcPct val="100000"/>
              </a:lnSpc>
              <a:spcBef>
                <a:spcPts val="0"/>
              </a:spcBef>
              <a:spcAft>
                <a:spcPts val="0"/>
              </a:spcAft>
              <a:buClr>
                <a:srgbClr val="000000"/>
              </a:buClr>
              <a:buSzPts val="1029"/>
              <a:buFont typeface="Arial"/>
              <a:buNone/>
            </a:pPr>
            <a:r>
              <a:rPr b="0" i="0" lang="es-419" sz="1029" u="none" cap="none" strike="noStrike">
                <a:solidFill>
                  <a:srgbClr val="000000"/>
                </a:solidFill>
                <a:latin typeface="Roboto Mono"/>
                <a:ea typeface="Roboto Mono"/>
                <a:cs typeface="Roboto Mono"/>
                <a:sym typeface="Roboto Mono"/>
              </a:rPr>
              <a:t>&lt;</a:t>
            </a:r>
            <a:r>
              <a:rPr b="0" i="0" lang="es-419" sz="1029" u="none" cap="none" strike="noStrike">
                <a:solidFill>
                  <a:srgbClr val="107000"/>
                </a:solidFill>
                <a:latin typeface="Roboto Mono"/>
                <a:ea typeface="Roboto Mono"/>
                <a:cs typeface="Roboto Mono"/>
                <a:sym typeface="Roboto Mono"/>
              </a:rPr>
              <a:t>img</a:t>
            </a:r>
            <a:r>
              <a:rPr b="0" i="0" lang="es-419" sz="1029" u="none" cap="none" strike="noStrike">
                <a:solidFill>
                  <a:srgbClr val="000000"/>
                </a:solidFill>
                <a:latin typeface="Roboto Mono"/>
                <a:ea typeface="Roboto Mono"/>
                <a:cs typeface="Roboto Mono"/>
                <a:sym typeface="Roboto Mono"/>
              </a:rPr>
              <a:t> </a:t>
            </a:r>
            <a:r>
              <a:rPr b="0" i="0" lang="es-419" sz="1029" u="none" cap="none" strike="noStrike">
                <a:solidFill>
                  <a:srgbClr val="0000C0"/>
                </a:solidFill>
                <a:latin typeface="Roboto Mono"/>
                <a:ea typeface="Roboto Mono"/>
                <a:cs typeface="Roboto Mono"/>
                <a:sym typeface="Roboto Mono"/>
              </a:rPr>
              <a:t>src</a:t>
            </a:r>
            <a:r>
              <a:rPr b="0" i="0" lang="es-419" sz="1029" u="none" cap="none" strike="noStrike">
                <a:solidFill>
                  <a:srgbClr val="000000"/>
                </a:solidFill>
                <a:latin typeface="Roboto Mono"/>
                <a:ea typeface="Roboto Mono"/>
                <a:cs typeface="Roboto Mono"/>
                <a:sym typeface="Roboto Mono"/>
              </a:rPr>
              <a:t>=</a:t>
            </a:r>
            <a:r>
              <a:rPr b="0" i="0" lang="es-419" sz="1029" u="none" cap="none" strike="noStrike">
                <a:solidFill>
                  <a:srgbClr val="A01010"/>
                </a:solidFill>
                <a:latin typeface="Roboto Mono"/>
                <a:ea typeface="Roboto Mono"/>
                <a:cs typeface="Roboto Mono"/>
                <a:sym typeface="Roboto Mono"/>
              </a:rPr>
              <a:t>"image.png"</a:t>
            </a:r>
            <a:r>
              <a:rPr b="0" i="0" lang="es-419" sz="1029" u="none" cap="none" strike="noStrike">
                <a:solidFill>
                  <a:srgbClr val="000000"/>
                </a:solidFill>
                <a:latin typeface="Roboto Mono"/>
                <a:ea typeface="Roboto Mono"/>
                <a:cs typeface="Roboto Mono"/>
                <a:sym typeface="Roboto Mono"/>
              </a:rPr>
              <a:t> </a:t>
            </a:r>
            <a:r>
              <a:rPr b="0" i="0" lang="es-419" sz="1029" u="none" cap="none" strike="noStrike">
                <a:solidFill>
                  <a:srgbClr val="0000C0"/>
                </a:solidFill>
                <a:latin typeface="Roboto Mono"/>
                <a:ea typeface="Roboto Mono"/>
                <a:cs typeface="Roboto Mono"/>
                <a:sym typeface="Roboto Mono"/>
              </a:rPr>
              <a:t>style</a:t>
            </a:r>
            <a:r>
              <a:rPr b="0" i="0" lang="es-419" sz="1029" u="none" cap="none" strike="noStrike">
                <a:solidFill>
                  <a:srgbClr val="000000"/>
                </a:solidFill>
                <a:latin typeface="Roboto Mono"/>
                <a:ea typeface="Roboto Mono"/>
                <a:cs typeface="Roboto Mono"/>
                <a:sym typeface="Roboto Mono"/>
              </a:rPr>
              <a:t>=</a:t>
            </a:r>
            <a:r>
              <a:rPr b="0" i="0" lang="es-419" sz="1029" u="none" cap="none" strike="noStrike">
                <a:solidFill>
                  <a:srgbClr val="A01010"/>
                </a:solidFill>
                <a:latin typeface="Roboto Mono"/>
                <a:ea typeface="Roboto Mono"/>
                <a:cs typeface="Roboto Mono"/>
                <a:sym typeface="Roboto Mono"/>
              </a:rPr>
              <a:t>"border: 1px solid #ff0000; width:300px; height: 300px;"</a:t>
            </a:r>
            <a:r>
              <a:rPr b="0" i="0" lang="es-419" sz="1029" u="none" cap="none" strike="noStrike">
                <a:solidFill>
                  <a:srgbClr val="000000"/>
                </a:solidFill>
                <a:latin typeface="Roboto Mono"/>
                <a:ea typeface="Roboto Mono"/>
                <a:cs typeface="Roboto Mono"/>
                <a:sym typeface="Roboto Mono"/>
              </a:rPr>
              <a:t>&gt;</a:t>
            </a:r>
            <a:endParaRPr b="0" i="0" sz="1029" u="none" cap="none" strike="noStrike">
              <a:solidFill>
                <a:srgbClr val="000000"/>
              </a:solidFill>
              <a:latin typeface="Roboto Mono"/>
              <a:ea typeface="Roboto Mono"/>
              <a:cs typeface="Roboto Mono"/>
              <a:sym typeface="Roboto Mono"/>
            </a:endParaRPr>
          </a:p>
          <a:p>
            <a:pPr indent="0" lvl="0" marL="0" marR="0" rtl="0" algn="l">
              <a:lnSpc>
                <a:spcPct val="100000"/>
              </a:lnSpc>
              <a:spcBef>
                <a:spcPts val="0"/>
              </a:spcBef>
              <a:spcAft>
                <a:spcPts val="0"/>
              </a:spcAft>
              <a:buClr>
                <a:srgbClr val="000000"/>
              </a:buClr>
              <a:buSzPts val="1029"/>
              <a:buFont typeface="Arial"/>
              <a:buNone/>
            </a:pPr>
            <a:r>
              <a:rPr b="0" i="0" lang="es-419" sz="1029" u="none" cap="none" strike="noStrike">
                <a:solidFill>
                  <a:srgbClr val="000000"/>
                </a:solidFill>
                <a:latin typeface="Roboto Mono"/>
                <a:ea typeface="Roboto Mono"/>
                <a:cs typeface="Roboto Mono"/>
                <a:sym typeface="Roboto Mono"/>
              </a:rPr>
              <a:t>&lt;</a:t>
            </a:r>
            <a:r>
              <a:rPr b="0" i="0" lang="es-419" sz="1029" u="none" cap="none" strike="noStrike">
                <a:solidFill>
                  <a:srgbClr val="107000"/>
                </a:solidFill>
                <a:latin typeface="Roboto Mono"/>
                <a:ea typeface="Roboto Mono"/>
                <a:cs typeface="Roboto Mono"/>
                <a:sym typeface="Roboto Mono"/>
              </a:rPr>
              <a:t>img</a:t>
            </a:r>
            <a:r>
              <a:rPr b="0" i="0" lang="es-419" sz="1029" u="none" cap="none" strike="noStrike">
                <a:solidFill>
                  <a:srgbClr val="000000"/>
                </a:solidFill>
                <a:latin typeface="Roboto Mono"/>
                <a:ea typeface="Roboto Mono"/>
                <a:cs typeface="Roboto Mono"/>
                <a:sym typeface="Roboto Mono"/>
              </a:rPr>
              <a:t> </a:t>
            </a:r>
            <a:r>
              <a:rPr b="0" i="0" lang="es-419" sz="1029" u="none" cap="none" strike="noStrike">
                <a:solidFill>
                  <a:srgbClr val="0000C0"/>
                </a:solidFill>
                <a:latin typeface="Roboto Mono"/>
                <a:ea typeface="Roboto Mono"/>
                <a:cs typeface="Roboto Mono"/>
                <a:sym typeface="Roboto Mono"/>
              </a:rPr>
              <a:t>src</a:t>
            </a:r>
            <a:r>
              <a:rPr b="0" i="0" lang="es-419" sz="1029" u="none" cap="none" strike="noStrike">
                <a:solidFill>
                  <a:srgbClr val="000000"/>
                </a:solidFill>
                <a:latin typeface="Roboto Mono"/>
                <a:ea typeface="Roboto Mono"/>
                <a:cs typeface="Roboto Mono"/>
                <a:sym typeface="Roboto Mono"/>
              </a:rPr>
              <a:t>=</a:t>
            </a:r>
            <a:r>
              <a:rPr b="0" i="0" lang="es-419" sz="1029" u="none" cap="none" strike="noStrike">
                <a:solidFill>
                  <a:srgbClr val="A01010"/>
                </a:solidFill>
                <a:latin typeface="Roboto Mono"/>
                <a:ea typeface="Roboto Mono"/>
                <a:cs typeface="Roboto Mono"/>
                <a:sym typeface="Roboto Mono"/>
              </a:rPr>
              <a:t>"image.png"</a:t>
            </a:r>
            <a:r>
              <a:rPr b="0" i="0" lang="es-419" sz="1029" u="none" cap="none" strike="noStrike">
                <a:solidFill>
                  <a:srgbClr val="000000"/>
                </a:solidFill>
                <a:latin typeface="Roboto Mono"/>
                <a:ea typeface="Roboto Mono"/>
                <a:cs typeface="Roboto Mono"/>
                <a:sym typeface="Roboto Mono"/>
              </a:rPr>
              <a:t> </a:t>
            </a:r>
            <a:r>
              <a:rPr b="0" i="0" lang="es-419" sz="1029" u="none" cap="none" strike="noStrike">
                <a:solidFill>
                  <a:srgbClr val="0000C0"/>
                </a:solidFill>
                <a:latin typeface="Roboto Mono"/>
                <a:ea typeface="Roboto Mono"/>
                <a:cs typeface="Roboto Mono"/>
                <a:sym typeface="Roboto Mono"/>
              </a:rPr>
              <a:t>style</a:t>
            </a:r>
            <a:r>
              <a:rPr b="0" i="0" lang="es-419" sz="1029" u="none" cap="none" strike="noStrike">
                <a:solidFill>
                  <a:srgbClr val="000000"/>
                </a:solidFill>
                <a:latin typeface="Roboto Mono"/>
                <a:ea typeface="Roboto Mono"/>
                <a:cs typeface="Roboto Mono"/>
                <a:sym typeface="Roboto Mono"/>
              </a:rPr>
              <a:t>=</a:t>
            </a:r>
            <a:r>
              <a:rPr b="0" i="0" lang="es-419" sz="1029" u="none" cap="none" strike="noStrike">
                <a:solidFill>
                  <a:srgbClr val="A01010"/>
                </a:solidFill>
                <a:latin typeface="Roboto Mono"/>
                <a:ea typeface="Roboto Mono"/>
                <a:cs typeface="Roboto Mono"/>
                <a:sym typeface="Roboto Mono"/>
              </a:rPr>
              <a:t>"border: 1px solid #ff0000; width:300px; height: 300px; object-fit: fill;"</a:t>
            </a:r>
            <a:r>
              <a:rPr b="0" i="0" lang="es-419" sz="1029" u="none" cap="none" strike="noStrike">
                <a:solidFill>
                  <a:srgbClr val="000000"/>
                </a:solidFill>
                <a:latin typeface="Roboto Mono"/>
                <a:ea typeface="Roboto Mono"/>
                <a:cs typeface="Roboto Mono"/>
                <a:sym typeface="Roboto Mono"/>
              </a:rPr>
              <a:t>&gt;</a:t>
            </a:r>
            <a:endParaRPr b="0" i="0" sz="1029" u="none" cap="none" strike="noStrike">
              <a:solidFill>
                <a:srgbClr val="000000"/>
              </a:solidFill>
              <a:latin typeface="Roboto Mono"/>
              <a:ea typeface="Roboto Mono"/>
              <a:cs typeface="Roboto Mono"/>
              <a:sym typeface="Roboto Mono"/>
            </a:endParaRPr>
          </a:p>
          <a:p>
            <a:pPr indent="0" lvl="0" marL="0" marR="0" rtl="0" algn="l">
              <a:lnSpc>
                <a:spcPct val="100000"/>
              </a:lnSpc>
              <a:spcBef>
                <a:spcPts val="0"/>
              </a:spcBef>
              <a:spcAft>
                <a:spcPts val="0"/>
              </a:spcAft>
              <a:buClr>
                <a:srgbClr val="000000"/>
              </a:buClr>
              <a:buSzPts val="1029"/>
              <a:buFont typeface="Arial"/>
              <a:buNone/>
            </a:pPr>
            <a:r>
              <a:rPr b="0" i="0" lang="es-419" sz="1029" u="none" cap="none" strike="noStrike">
                <a:solidFill>
                  <a:srgbClr val="000000"/>
                </a:solidFill>
                <a:latin typeface="Roboto Mono"/>
                <a:ea typeface="Roboto Mono"/>
                <a:cs typeface="Roboto Mono"/>
                <a:sym typeface="Roboto Mono"/>
              </a:rPr>
              <a:t>&lt;</a:t>
            </a:r>
            <a:r>
              <a:rPr b="0" i="0" lang="es-419" sz="1029" u="none" cap="none" strike="noStrike">
                <a:solidFill>
                  <a:srgbClr val="107000"/>
                </a:solidFill>
                <a:latin typeface="Roboto Mono"/>
                <a:ea typeface="Roboto Mono"/>
                <a:cs typeface="Roboto Mono"/>
                <a:sym typeface="Roboto Mono"/>
              </a:rPr>
              <a:t>img</a:t>
            </a:r>
            <a:r>
              <a:rPr b="0" i="0" lang="es-419" sz="1029" u="none" cap="none" strike="noStrike">
                <a:solidFill>
                  <a:srgbClr val="000000"/>
                </a:solidFill>
                <a:latin typeface="Roboto Mono"/>
                <a:ea typeface="Roboto Mono"/>
                <a:cs typeface="Roboto Mono"/>
                <a:sym typeface="Roboto Mono"/>
              </a:rPr>
              <a:t> </a:t>
            </a:r>
            <a:r>
              <a:rPr b="0" i="0" lang="es-419" sz="1029" u="none" cap="none" strike="noStrike">
                <a:solidFill>
                  <a:srgbClr val="0000C0"/>
                </a:solidFill>
                <a:latin typeface="Roboto Mono"/>
                <a:ea typeface="Roboto Mono"/>
                <a:cs typeface="Roboto Mono"/>
                <a:sym typeface="Roboto Mono"/>
              </a:rPr>
              <a:t>src</a:t>
            </a:r>
            <a:r>
              <a:rPr b="0" i="0" lang="es-419" sz="1029" u="none" cap="none" strike="noStrike">
                <a:solidFill>
                  <a:srgbClr val="000000"/>
                </a:solidFill>
                <a:latin typeface="Roboto Mono"/>
                <a:ea typeface="Roboto Mono"/>
                <a:cs typeface="Roboto Mono"/>
                <a:sym typeface="Roboto Mono"/>
              </a:rPr>
              <a:t>=</a:t>
            </a:r>
            <a:r>
              <a:rPr b="0" i="0" lang="es-419" sz="1029" u="none" cap="none" strike="noStrike">
                <a:solidFill>
                  <a:srgbClr val="A01010"/>
                </a:solidFill>
                <a:latin typeface="Roboto Mono"/>
                <a:ea typeface="Roboto Mono"/>
                <a:cs typeface="Roboto Mono"/>
                <a:sym typeface="Roboto Mono"/>
              </a:rPr>
              <a:t>"image.png"</a:t>
            </a:r>
            <a:r>
              <a:rPr b="0" i="0" lang="es-419" sz="1029" u="none" cap="none" strike="noStrike">
                <a:solidFill>
                  <a:srgbClr val="000000"/>
                </a:solidFill>
                <a:latin typeface="Roboto Mono"/>
                <a:ea typeface="Roboto Mono"/>
                <a:cs typeface="Roboto Mono"/>
                <a:sym typeface="Roboto Mono"/>
              </a:rPr>
              <a:t> </a:t>
            </a:r>
            <a:r>
              <a:rPr b="0" i="0" lang="es-419" sz="1029" u="none" cap="none" strike="noStrike">
                <a:solidFill>
                  <a:srgbClr val="0000C0"/>
                </a:solidFill>
                <a:latin typeface="Roboto Mono"/>
                <a:ea typeface="Roboto Mono"/>
                <a:cs typeface="Roboto Mono"/>
                <a:sym typeface="Roboto Mono"/>
              </a:rPr>
              <a:t>style</a:t>
            </a:r>
            <a:r>
              <a:rPr b="0" i="0" lang="es-419" sz="1029" u="none" cap="none" strike="noStrike">
                <a:solidFill>
                  <a:srgbClr val="000000"/>
                </a:solidFill>
                <a:latin typeface="Roboto Mono"/>
                <a:ea typeface="Roboto Mono"/>
                <a:cs typeface="Roboto Mono"/>
                <a:sym typeface="Roboto Mono"/>
              </a:rPr>
              <a:t>=</a:t>
            </a:r>
            <a:r>
              <a:rPr b="0" i="0" lang="es-419" sz="1029" u="none" cap="none" strike="noStrike">
                <a:solidFill>
                  <a:srgbClr val="A01010"/>
                </a:solidFill>
                <a:latin typeface="Roboto Mono"/>
                <a:ea typeface="Roboto Mono"/>
                <a:cs typeface="Roboto Mono"/>
                <a:sym typeface="Roboto Mono"/>
              </a:rPr>
              <a:t>"border: 1px solid #ff0000; width:300px; object-fit: contain;"</a:t>
            </a:r>
            <a:r>
              <a:rPr b="0" i="0" lang="es-419" sz="1029" u="none" cap="none" strike="noStrike">
                <a:solidFill>
                  <a:srgbClr val="000000"/>
                </a:solidFill>
                <a:latin typeface="Roboto Mono"/>
                <a:ea typeface="Roboto Mono"/>
                <a:cs typeface="Roboto Mono"/>
                <a:sym typeface="Roboto Mono"/>
              </a:rPr>
              <a:t>&gt;</a:t>
            </a:r>
            <a:endParaRPr b="0" i="0" sz="1029" u="none" cap="none" strike="noStrike">
              <a:solidFill>
                <a:srgbClr val="000000"/>
              </a:solidFill>
              <a:latin typeface="Roboto Mono"/>
              <a:ea typeface="Roboto Mono"/>
              <a:cs typeface="Roboto Mono"/>
              <a:sym typeface="Roboto Mono"/>
            </a:endParaRPr>
          </a:p>
        </p:txBody>
      </p:sp>
      <p:sp>
        <p:nvSpPr>
          <p:cNvPr id="280" name="Google Shape;280;p29"/>
          <p:cNvSpPr txBox="1"/>
          <p:nvPr>
            <p:ph idx="4294967295" type="body"/>
          </p:nvPr>
        </p:nvSpPr>
        <p:spPr>
          <a:xfrm>
            <a:off x="1775833" y="1223121"/>
            <a:ext cx="327900" cy="3165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1200"/>
              </a:spcAft>
              <a:buSzPts val="789"/>
              <a:buNone/>
            </a:pPr>
            <a:r>
              <a:rPr b="1" lang="es-419" sz="1452">
                <a:solidFill>
                  <a:schemeClr val="accent1"/>
                </a:solidFill>
              </a:rPr>
              <a:t>1</a:t>
            </a:r>
            <a:endParaRPr b="1" sz="1452">
              <a:solidFill>
                <a:schemeClr val="accent1"/>
              </a:solidFill>
            </a:endParaRPr>
          </a:p>
        </p:txBody>
      </p:sp>
      <p:sp>
        <p:nvSpPr>
          <p:cNvPr id="281" name="Google Shape;281;p29"/>
          <p:cNvSpPr txBox="1"/>
          <p:nvPr>
            <p:ph idx="4294967295" type="body"/>
          </p:nvPr>
        </p:nvSpPr>
        <p:spPr>
          <a:xfrm>
            <a:off x="4450308" y="2855721"/>
            <a:ext cx="327900" cy="3165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1200"/>
              </a:spcAft>
              <a:buSzPts val="789"/>
              <a:buNone/>
            </a:pPr>
            <a:r>
              <a:rPr b="1" lang="es-419" sz="1452">
                <a:solidFill>
                  <a:schemeClr val="accent1"/>
                </a:solidFill>
              </a:rPr>
              <a:t>2</a:t>
            </a:r>
            <a:endParaRPr b="1" sz="1452">
              <a:solidFill>
                <a:schemeClr val="accent1"/>
              </a:solidFill>
            </a:endParaRPr>
          </a:p>
        </p:txBody>
      </p:sp>
      <p:sp>
        <p:nvSpPr>
          <p:cNvPr id="282" name="Google Shape;282;p29"/>
          <p:cNvSpPr txBox="1"/>
          <p:nvPr>
            <p:ph idx="4294967295" type="body"/>
          </p:nvPr>
        </p:nvSpPr>
        <p:spPr>
          <a:xfrm>
            <a:off x="6468983" y="3204671"/>
            <a:ext cx="327900" cy="3165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1200"/>
              </a:spcAft>
              <a:buSzPts val="789"/>
              <a:buNone/>
            </a:pPr>
            <a:r>
              <a:rPr b="1" lang="es-419" sz="1452">
                <a:solidFill>
                  <a:schemeClr val="accent1"/>
                </a:solidFill>
              </a:rPr>
              <a:t>4</a:t>
            </a:r>
            <a:endParaRPr b="1" sz="1452">
              <a:solidFill>
                <a:schemeClr val="accent1"/>
              </a:solidFill>
            </a:endParaRPr>
          </a:p>
        </p:txBody>
      </p:sp>
      <p:sp>
        <p:nvSpPr>
          <p:cNvPr id="283" name="Google Shape;283;p29"/>
          <p:cNvSpPr txBox="1"/>
          <p:nvPr>
            <p:ph idx="4294967295" type="body"/>
          </p:nvPr>
        </p:nvSpPr>
        <p:spPr>
          <a:xfrm>
            <a:off x="6468983" y="184546"/>
            <a:ext cx="327900" cy="3165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1200"/>
              </a:spcAft>
              <a:buSzPts val="789"/>
              <a:buNone/>
            </a:pPr>
            <a:r>
              <a:rPr b="1" lang="es-419" sz="1452">
                <a:solidFill>
                  <a:schemeClr val="accent1"/>
                </a:solidFill>
              </a:rPr>
              <a:t>3</a:t>
            </a:r>
            <a:endParaRPr b="1" sz="1452">
              <a:solidFill>
                <a:schemeClr val="accent1"/>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8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8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8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8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30"/>
          <p:cNvSpPr txBox="1"/>
          <p:nvPr>
            <p:ph type="title"/>
          </p:nvPr>
        </p:nvSpPr>
        <p:spPr>
          <a:xfrm>
            <a:off x="311700" y="315925"/>
            <a:ext cx="8520600" cy="8313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4200"/>
              <a:buNone/>
            </a:pPr>
            <a:r>
              <a:rPr lang="es-419"/>
              <a:t>Iconos en HTML + CSS</a:t>
            </a:r>
            <a:endParaRPr/>
          </a:p>
        </p:txBody>
      </p:sp>
      <p:sp>
        <p:nvSpPr>
          <p:cNvPr id="289" name="Google Shape;289;p30"/>
          <p:cNvSpPr txBox="1"/>
          <p:nvPr>
            <p:ph idx="4294967295" type="body"/>
          </p:nvPr>
        </p:nvSpPr>
        <p:spPr>
          <a:xfrm>
            <a:off x="440700" y="1316100"/>
            <a:ext cx="8191200" cy="703200"/>
          </a:xfrm>
          <a:prstGeom prst="rect">
            <a:avLst/>
          </a:prstGeom>
          <a:noFill/>
          <a:ln>
            <a:noFill/>
          </a:ln>
        </p:spPr>
        <p:txBody>
          <a:bodyPr anchorCtr="0" anchor="ctr" bIns="91425" lIns="91425" spcFirstLastPara="1" rIns="91425" wrap="square" tIns="91425">
            <a:noAutofit/>
          </a:bodyPr>
          <a:lstStyle/>
          <a:p>
            <a:pPr indent="-299720" lvl="0" marL="457200" rtl="0" algn="l">
              <a:lnSpc>
                <a:spcPct val="115000"/>
              </a:lnSpc>
              <a:spcBef>
                <a:spcPts val="0"/>
              </a:spcBef>
              <a:spcAft>
                <a:spcPts val="0"/>
              </a:spcAft>
              <a:buSzPts val="1120"/>
              <a:buChar char="●"/>
            </a:pPr>
            <a:r>
              <a:rPr lang="es-419" sz="1120"/>
              <a:t>Uso de bibliotecas como FontAwesome o Material Icons.</a:t>
            </a:r>
            <a:endParaRPr sz="1120"/>
          </a:p>
          <a:p>
            <a:pPr indent="-299720" lvl="0" marL="457200" rtl="0" algn="l">
              <a:lnSpc>
                <a:spcPct val="115000"/>
              </a:lnSpc>
              <a:spcBef>
                <a:spcPts val="0"/>
              </a:spcBef>
              <a:spcAft>
                <a:spcPts val="0"/>
              </a:spcAft>
              <a:buSzPts val="1120"/>
              <a:buChar char="●"/>
            </a:pPr>
            <a:r>
              <a:rPr lang="es-419" sz="1120"/>
              <a:t>Los íconos son elementos de texto estilizados con CSS.</a:t>
            </a:r>
            <a:endParaRPr sz="1120"/>
          </a:p>
        </p:txBody>
      </p:sp>
      <p:sp>
        <p:nvSpPr>
          <p:cNvPr id="290" name="Google Shape;290;p30"/>
          <p:cNvSpPr/>
          <p:nvPr/>
        </p:nvSpPr>
        <p:spPr>
          <a:xfrm>
            <a:off x="293700" y="4040575"/>
            <a:ext cx="8556600" cy="665400"/>
          </a:xfrm>
          <a:prstGeom prst="rect">
            <a:avLst/>
          </a:prstGeom>
          <a:solidFill>
            <a:srgbClr val="F3F3F3"/>
          </a:solidFill>
          <a:ln>
            <a:noFill/>
          </a:ln>
        </p:spPr>
        <p:txBody>
          <a:bodyPr anchorCtr="0" anchor="ctr" bIns="105425" lIns="105425" spcFirstLastPara="1" rIns="105425" wrap="square" tIns="105425">
            <a:noAutofit/>
          </a:bodyPr>
          <a:lstStyle/>
          <a:p>
            <a:pPr indent="0" lvl="0" marL="0" marR="0" rtl="0" algn="l">
              <a:lnSpc>
                <a:spcPct val="100000"/>
              </a:lnSpc>
              <a:spcBef>
                <a:spcPts val="0"/>
              </a:spcBef>
              <a:spcAft>
                <a:spcPts val="0"/>
              </a:spcAft>
              <a:buClr>
                <a:srgbClr val="000000"/>
              </a:buClr>
              <a:buSzPts val="1029"/>
              <a:buFont typeface="Arial"/>
              <a:buNone/>
            </a:pPr>
            <a:r>
              <a:rPr b="0" i="0" lang="es-419" sz="1029" u="none" cap="none" strike="noStrike">
                <a:solidFill>
                  <a:srgbClr val="000000"/>
                </a:solidFill>
                <a:latin typeface="Roboto Mono"/>
                <a:ea typeface="Roboto Mono"/>
                <a:cs typeface="Roboto Mono"/>
                <a:sym typeface="Roboto Mono"/>
              </a:rPr>
              <a:t>&lt;</a:t>
            </a:r>
            <a:r>
              <a:rPr b="0" i="0" lang="es-419" sz="1029" u="none" cap="none" strike="noStrike">
                <a:solidFill>
                  <a:srgbClr val="107000"/>
                </a:solidFill>
                <a:latin typeface="Roboto Mono"/>
                <a:ea typeface="Roboto Mono"/>
                <a:cs typeface="Roboto Mono"/>
                <a:sym typeface="Roboto Mono"/>
              </a:rPr>
              <a:t>link</a:t>
            </a:r>
            <a:r>
              <a:rPr b="0" i="0" lang="es-419" sz="1029" u="none" cap="none" strike="noStrike">
                <a:solidFill>
                  <a:srgbClr val="000000"/>
                </a:solidFill>
                <a:latin typeface="Roboto Mono"/>
                <a:ea typeface="Roboto Mono"/>
                <a:cs typeface="Roboto Mono"/>
                <a:sym typeface="Roboto Mono"/>
              </a:rPr>
              <a:t> </a:t>
            </a:r>
            <a:r>
              <a:rPr b="0" i="0" lang="es-419" sz="1029" u="none" cap="none" strike="noStrike">
                <a:solidFill>
                  <a:srgbClr val="0000C0"/>
                </a:solidFill>
                <a:latin typeface="Roboto Mono"/>
                <a:ea typeface="Roboto Mono"/>
                <a:cs typeface="Roboto Mono"/>
                <a:sym typeface="Roboto Mono"/>
              </a:rPr>
              <a:t>rel</a:t>
            </a:r>
            <a:r>
              <a:rPr b="0" i="0" lang="es-419" sz="1029" u="none" cap="none" strike="noStrike">
                <a:solidFill>
                  <a:srgbClr val="000000"/>
                </a:solidFill>
                <a:latin typeface="Roboto Mono"/>
                <a:ea typeface="Roboto Mono"/>
                <a:cs typeface="Roboto Mono"/>
                <a:sym typeface="Roboto Mono"/>
              </a:rPr>
              <a:t>=</a:t>
            </a:r>
            <a:r>
              <a:rPr b="0" i="0" lang="es-419" sz="1029" u="none" cap="none" strike="noStrike">
                <a:solidFill>
                  <a:srgbClr val="A01010"/>
                </a:solidFill>
                <a:latin typeface="Roboto Mono"/>
                <a:ea typeface="Roboto Mono"/>
                <a:cs typeface="Roboto Mono"/>
                <a:sym typeface="Roboto Mono"/>
              </a:rPr>
              <a:t>"stylesheet"</a:t>
            </a:r>
            <a:r>
              <a:rPr b="0" i="0" lang="es-419" sz="1029" u="none" cap="none" strike="noStrike">
                <a:solidFill>
                  <a:srgbClr val="000000"/>
                </a:solidFill>
                <a:latin typeface="Roboto Mono"/>
                <a:ea typeface="Roboto Mono"/>
                <a:cs typeface="Roboto Mono"/>
                <a:sym typeface="Roboto Mono"/>
              </a:rPr>
              <a:t> </a:t>
            </a:r>
            <a:r>
              <a:rPr b="0" i="0" lang="es-419" sz="1029" u="none" cap="none" strike="noStrike">
                <a:solidFill>
                  <a:srgbClr val="0000C0"/>
                </a:solidFill>
                <a:latin typeface="Roboto Mono"/>
                <a:ea typeface="Roboto Mono"/>
                <a:cs typeface="Roboto Mono"/>
                <a:sym typeface="Roboto Mono"/>
              </a:rPr>
              <a:t>href</a:t>
            </a:r>
            <a:r>
              <a:rPr b="0" i="0" lang="es-419" sz="1029" u="none" cap="none" strike="noStrike">
                <a:solidFill>
                  <a:srgbClr val="000000"/>
                </a:solidFill>
                <a:latin typeface="Roboto Mono"/>
                <a:ea typeface="Roboto Mono"/>
                <a:cs typeface="Roboto Mono"/>
                <a:sym typeface="Roboto Mono"/>
              </a:rPr>
              <a:t>=</a:t>
            </a:r>
            <a:r>
              <a:rPr b="0" i="0" lang="es-419" sz="1029" u="none" cap="none" strike="noStrike">
                <a:solidFill>
                  <a:srgbClr val="A01010"/>
                </a:solidFill>
                <a:latin typeface="Roboto Mono"/>
                <a:ea typeface="Roboto Mono"/>
                <a:cs typeface="Roboto Mono"/>
                <a:sym typeface="Roboto Mono"/>
              </a:rPr>
              <a:t>"https://cdnjs.cloudflare.com/ajax/libs/font-awesome/6.4.0/css/all.min.css"</a:t>
            </a:r>
            <a:r>
              <a:rPr b="0" i="0" lang="es-419" sz="1029" u="none" cap="none" strike="noStrike">
                <a:solidFill>
                  <a:srgbClr val="000000"/>
                </a:solidFill>
                <a:latin typeface="Roboto Mono"/>
                <a:ea typeface="Roboto Mono"/>
                <a:cs typeface="Roboto Mono"/>
                <a:sym typeface="Roboto Mono"/>
              </a:rPr>
              <a:t>&gt;</a:t>
            </a:r>
            <a:endParaRPr b="0" i="0" sz="1029" u="none" cap="none" strike="noStrike">
              <a:solidFill>
                <a:srgbClr val="000000"/>
              </a:solidFill>
              <a:latin typeface="Roboto Mono"/>
              <a:ea typeface="Roboto Mono"/>
              <a:cs typeface="Roboto Mono"/>
              <a:sym typeface="Roboto Mono"/>
            </a:endParaRPr>
          </a:p>
          <a:p>
            <a:pPr indent="0" lvl="0" marL="0" marR="0" rtl="0" algn="l">
              <a:lnSpc>
                <a:spcPct val="100000"/>
              </a:lnSpc>
              <a:spcBef>
                <a:spcPts val="0"/>
              </a:spcBef>
              <a:spcAft>
                <a:spcPts val="0"/>
              </a:spcAft>
              <a:buClr>
                <a:srgbClr val="000000"/>
              </a:buClr>
              <a:buSzPts val="1029"/>
              <a:buFont typeface="Arial"/>
              <a:buNone/>
            </a:pPr>
            <a:r>
              <a:rPr b="0" i="0" lang="es-419" sz="1029" u="none" cap="none" strike="noStrike">
                <a:solidFill>
                  <a:srgbClr val="000000"/>
                </a:solidFill>
                <a:latin typeface="Roboto Mono"/>
                <a:ea typeface="Roboto Mono"/>
                <a:cs typeface="Roboto Mono"/>
                <a:sym typeface="Roboto Mono"/>
              </a:rPr>
              <a:t>&lt;</a:t>
            </a:r>
            <a:r>
              <a:rPr b="0" i="0" lang="es-419" sz="1029" u="none" cap="none" strike="noStrike">
                <a:solidFill>
                  <a:srgbClr val="107000"/>
                </a:solidFill>
                <a:latin typeface="Roboto Mono"/>
                <a:ea typeface="Roboto Mono"/>
                <a:cs typeface="Roboto Mono"/>
                <a:sym typeface="Roboto Mono"/>
              </a:rPr>
              <a:t>i</a:t>
            </a:r>
            <a:r>
              <a:rPr b="0" i="0" lang="es-419" sz="1029" u="none" cap="none" strike="noStrike">
                <a:solidFill>
                  <a:srgbClr val="000000"/>
                </a:solidFill>
                <a:latin typeface="Roboto Mono"/>
                <a:ea typeface="Roboto Mono"/>
                <a:cs typeface="Roboto Mono"/>
                <a:sym typeface="Roboto Mono"/>
              </a:rPr>
              <a:t> </a:t>
            </a:r>
            <a:r>
              <a:rPr b="0" i="0" lang="es-419" sz="1029" u="none" cap="none" strike="noStrike">
                <a:solidFill>
                  <a:srgbClr val="0000C0"/>
                </a:solidFill>
                <a:latin typeface="Roboto Mono"/>
                <a:ea typeface="Roboto Mono"/>
                <a:cs typeface="Roboto Mono"/>
                <a:sym typeface="Roboto Mono"/>
              </a:rPr>
              <a:t>class</a:t>
            </a:r>
            <a:r>
              <a:rPr b="0" i="0" lang="es-419" sz="1029" u="none" cap="none" strike="noStrike">
                <a:solidFill>
                  <a:srgbClr val="000000"/>
                </a:solidFill>
                <a:latin typeface="Roboto Mono"/>
                <a:ea typeface="Roboto Mono"/>
                <a:cs typeface="Roboto Mono"/>
                <a:sym typeface="Roboto Mono"/>
              </a:rPr>
              <a:t>=</a:t>
            </a:r>
            <a:r>
              <a:rPr b="0" i="0" lang="es-419" sz="1029" u="none" cap="none" strike="noStrike">
                <a:solidFill>
                  <a:srgbClr val="A01010"/>
                </a:solidFill>
                <a:latin typeface="Roboto Mono"/>
                <a:ea typeface="Roboto Mono"/>
                <a:cs typeface="Roboto Mono"/>
                <a:sym typeface="Roboto Mono"/>
              </a:rPr>
              <a:t>"fas fa-camera"</a:t>
            </a:r>
            <a:r>
              <a:rPr b="0" i="0" lang="es-419" sz="1029" u="none" cap="none" strike="noStrike">
                <a:solidFill>
                  <a:srgbClr val="000000"/>
                </a:solidFill>
                <a:latin typeface="Roboto Mono"/>
                <a:ea typeface="Roboto Mono"/>
                <a:cs typeface="Roboto Mono"/>
                <a:sym typeface="Roboto Mono"/>
              </a:rPr>
              <a:t> </a:t>
            </a:r>
            <a:r>
              <a:rPr b="0" i="0" lang="es-419" sz="1029" u="none" cap="none" strike="noStrike">
                <a:solidFill>
                  <a:srgbClr val="0000C0"/>
                </a:solidFill>
                <a:latin typeface="Roboto Mono"/>
                <a:ea typeface="Roboto Mono"/>
                <a:cs typeface="Roboto Mono"/>
                <a:sym typeface="Roboto Mono"/>
              </a:rPr>
              <a:t>style</a:t>
            </a:r>
            <a:r>
              <a:rPr b="0" i="0" lang="es-419" sz="1029" u="none" cap="none" strike="noStrike">
                <a:solidFill>
                  <a:srgbClr val="000000"/>
                </a:solidFill>
                <a:latin typeface="Roboto Mono"/>
                <a:ea typeface="Roboto Mono"/>
                <a:cs typeface="Roboto Mono"/>
                <a:sym typeface="Roboto Mono"/>
              </a:rPr>
              <a:t>=</a:t>
            </a:r>
            <a:r>
              <a:rPr b="0" i="0" lang="es-419" sz="1029" u="none" cap="none" strike="noStrike">
                <a:solidFill>
                  <a:srgbClr val="A01010"/>
                </a:solidFill>
                <a:latin typeface="Roboto Mono"/>
                <a:ea typeface="Roboto Mono"/>
                <a:cs typeface="Roboto Mono"/>
                <a:sym typeface="Roboto Mono"/>
              </a:rPr>
              <a:t>"font-size:40px; color:blue;"</a:t>
            </a:r>
            <a:r>
              <a:rPr b="0" i="0" lang="es-419" sz="1029" u="none" cap="none" strike="noStrike">
                <a:solidFill>
                  <a:srgbClr val="000000"/>
                </a:solidFill>
                <a:latin typeface="Roboto Mono"/>
                <a:ea typeface="Roboto Mono"/>
                <a:cs typeface="Roboto Mono"/>
                <a:sym typeface="Roboto Mono"/>
              </a:rPr>
              <a:t>&gt;&lt;/</a:t>
            </a:r>
            <a:r>
              <a:rPr b="0" i="0" lang="es-419" sz="1029" u="none" cap="none" strike="noStrike">
                <a:solidFill>
                  <a:srgbClr val="107000"/>
                </a:solidFill>
                <a:latin typeface="Roboto Mono"/>
                <a:ea typeface="Roboto Mono"/>
                <a:cs typeface="Roboto Mono"/>
                <a:sym typeface="Roboto Mono"/>
              </a:rPr>
              <a:t>i</a:t>
            </a:r>
            <a:r>
              <a:rPr b="0" i="0" lang="es-419" sz="1029" u="none" cap="none" strike="noStrike">
                <a:solidFill>
                  <a:srgbClr val="000000"/>
                </a:solidFill>
                <a:latin typeface="Roboto Mono"/>
                <a:ea typeface="Roboto Mono"/>
                <a:cs typeface="Roboto Mono"/>
                <a:sym typeface="Roboto Mono"/>
              </a:rPr>
              <a:t>&gt;</a:t>
            </a:r>
            <a:endParaRPr b="0" i="0" sz="1029" u="none" cap="none" strike="noStrike">
              <a:solidFill>
                <a:srgbClr val="000000"/>
              </a:solidFill>
              <a:latin typeface="Roboto Mono"/>
              <a:ea typeface="Roboto Mono"/>
              <a:cs typeface="Roboto Mono"/>
              <a:sym typeface="Roboto Mono"/>
            </a:endParaRPr>
          </a:p>
        </p:txBody>
      </p:sp>
      <p:sp>
        <p:nvSpPr>
          <p:cNvPr id="291" name="Google Shape;291;p30"/>
          <p:cNvSpPr/>
          <p:nvPr/>
        </p:nvSpPr>
        <p:spPr>
          <a:xfrm>
            <a:off x="5069900" y="1177700"/>
            <a:ext cx="3518700" cy="665400"/>
          </a:xfrm>
          <a:prstGeom prst="rect">
            <a:avLst/>
          </a:prstGeom>
          <a:solidFill>
            <a:srgbClr val="F3F3F3"/>
          </a:solidFill>
          <a:ln>
            <a:noFill/>
          </a:ln>
        </p:spPr>
        <p:txBody>
          <a:bodyPr anchorCtr="0" anchor="ctr" bIns="105425" lIns="105425" spcFirstLastPara="1" rIns="105425" wrap="square" tIns="105425">
            <a:noAutofit/>
          </a:bodyPr>
          <a:lstStyle/>
          <a:p>
            <a:pPr indent="0" lvl="0" marL="0" marR="0" rtl="0" algn="l">
              <a:lnSpc>
                <a:spcPct val="100000"/>
              </a:lnSpc>
              <a:spcBef>
                <a:spcPts val="0"/>
              </a:spcBef>
              <a:spcAft>
                <a:spcPts val="0"/>
              </a:spcAft>
              <a:buClr>
                <a:srgbClr val="000000"/>
              </a:buClr>
              <a:buSzPts val="1229"/>
              <a:buFont typeface="Arial"/>
              <a:buNone/>
            </a:pPr>
            <a:r>
              <a:rPr b="0" i="0" lang="es-419" sz="1229" u="none" cap="none" strike="noStrike">
                <a:solidFill>
                  <a:srgbClr val="107000"/>
                </a:solidFill>
                <a:latin typeface="Roboto Mono"/>
                <a:ea typeface="Roboto Mono"/>
                <a:cs typeface="Roboto Mono"/>
                <a:sym typeface="Roboto Mono"/>
              </a:rPr>
              <a:t>i</a:t>
            </a:r>
            <a:r>
              <a:rPr b="0" i="0" lang="es-419" sz="1229" u="none" cap="none" strike="noStrike">
                <a:solidFill>
                  <a:srgbClr val="000000"/>
                </a:solidFill>
                <a:latin typeface="Roboto Mono"/>
                <a:ea typeface="Roboto Mono"/>
                <a:cs typeface="Roboto Mono"/>
                <a:sym typeface="Roboto Mono"/>
              </a:rPr>
              <a:t> {</a:t>
            </a:r>
            <a:endParaRPr b="0" i="0" sz="1229" u="none" cap="none" strike="noStrike">
              <a:solidFill>
                <a:srgbClr val="000000"/>
              </a:solidFill>
              <a:latin typeface="Roboto Mono"/>
              <a:ea typeface="Roboto Mono"/>
              <a:cs typeface="Roboto Mono"/>
              <a:sym typeface="Roboto Mono"/>
            </a:endParaRPr>
          </a:p>
          <a:p>
            <a:pPr indent="0" lvl="0" marL="0" marR="0" rtl="0" algn="l">
              <a:lnSpc>
                <a:spcPct val="100000"/>
              </a:lnSpc>
              <a:spcBef>
                <a:spcPts val="0"/>
              </a:spcBef>
              <a:spcAft>
                <a:spcPts val="0"/>
              </a:spcAft>
              <a:buClr>
                <a:srgbClr val="000000"/>
              </a:buClr>
              <a:buSzPts val="1229"/>
              <a:buFont typeface="Arial"/>
              <a:buNone/>
            </a:pPr>
            <a:r>
              <a:rPr b="0" i="0" lang="es-419" sz="1229" u="none" cap="none" strike="noStrike">
                <a:solidFill>
                  <a:srgbClr val="000000"/>
                </a:solidFill>
                <a:latin typeface="Roboto Mono"/>
                <a:ea typeface="Roboto Mono"/>
                <a:cs typeface="Roboto Mono"/>
                <a:sym typeface="Roboto Mono"/>
              </a:rPr>
              <a:t>  </a:t>
            </a:r>
            <a:r>
              <a:rPr b="0" i="0" lang="es-419" sz="1229" u="none" cap="none" strike="noStrike">
                <a:solidFill>
                  <a:srgbClr val="572000"/>
                </a:solidFill>
                <a:latin typeface="Roboto Mono"/>
                <a:ea typeface="Roboto Mono"/>
                <a:cs typeface="Roboto Mono"/>
                <a:sym typeface="Roboto Mono"/>
              </a:rPr>
              <a:t>text-shadow</a:t>
            </a:r>
            <a:r>
              <a:rPr b="0" i="0" lang="es-419" sz="1229" u="none" cap="none" strike="noStrike">
                <a:solidFill>
                  <a:srgbClr val="000000"/>
                </a:solidFill>
                <a:latin typeface="Roboto Mono"/>
                <a:ea typeface="Roboto Mono"/>
                <a:cs typeface="Roboto Mono"/>
                <a:sym typeface="Roboto Mono"/>
              </a:rPr>
              <a:t>: </a:t>
            </a:r>
            <a:r>
              <a:rPr b="0" i="0" lang="es-419" sz="1229" u="none" cap="none" strike="noStrike">
                <a:solidFill>
                  <a:srgbClr val="106040"/>
                </a:solidFill>
                <a:latin typeface="Roboto Mono"/>
                <a:ea typeface="Roboto Mono"/>
                <a:cs typeface="Roboto Mono"/>
                <a:sym typeface="Roboto Mono"/>
              </a:rPr>
              <a:t>5px</a:t>
            </a:r>
            <a:r>
              <a:rPr b="0" i="0" lang="es-419" sz="1229" u="none" cap="none" strike="noStrike">
                <a:solidFill>
                  <a:srgbClr val="000000"/>
                </a:solidFill>
                <a:latin typeface="Roboto Mono"/>
                <a:ea typeface="Roboto Mono"/>
                <a:cs typeface="Roboto Mono"/>
                <a:sym typeface="Roboto Mono"/>
              </a:rPr>
              <a:t> </a:t>
            </a:r>
            <a:r>
              <a:rPr b="0" i="0" lang="es-419" sz="1229" u="none" cap="none" strike="noStrike">
                <a:solidFill>
                  <a:srgbClr val="106040"/>
                </a:solidFill>
                <a:latin typeface="Roboto Mono"/>
                <a:ea typeface="Roboto Mono"/>
                <a:cs typeface="Roboto Mono"/>
                <a:sym typeface="Roboto Mono"/>
              </a:rPr>
              <a:t>5px</a:t>
            </a:r>
            <a:r>
              <a:rPr b="0" i="0" lang="es-419" sz="1229" u="none" cap="none" strike="noStrike">
                <a:solidFill>
                  <a:srgbClr val="000000"/>
                </a:solidFill>
                <a:latin typeface="Roboto Mono"/>
                <a:ea typeface="Roboto Mono"/>
                <a:cs typeface="Roboto Mono"/>
                <a:sym typeface="Roboto Mono"/>
              </a:rPr>
              <a:t> </a:t>
            </a:r>
            <a:r>
              <a:rPr b="0" i="0" lang="es-419" sz="1229" u="none" cap="none" strike="noStrike">
                <a:solidFill>
                  <a:srgbClr val="106040"/>
                </a:solidFill>
                <a:latin typeface="Roboto Mono"/>
                <a:ea typeface="Roboto Mono"/>
                <a:cs typeface="Roboto Mono"/>
                <a:sym typeface="Roboto Mono"/>
              </a:rPr>
              <a:t>10px</a:t>
            </a:r>
            <a:r>
              <a:rPr b="0" i="0" lang="es-419" sz="1229" u="none" cap="none" strike="noStrike">
                <a:solidFill>
                  <a:srgbClr val="000000"/>
                </a:solidFill>
                <a:latin typeface="Roboto Mono"/>
                <a:ea typeface="Roboto Mono"/>
                <a:cs typeface="Roboto Mono"/>
                <a:sym typeface="Roboto Mono"/>
              </a:rPr>
              <a:t> </a:t>
            </a:r>
            <a:r>
              <a:rPr b="1" i="0" lang="es-419" sz="1229" u="none" cap="none" strike="noStrike">
                <a:solidFill>
                  <a:srgbClr val="700080"/>
                </a:solidFill>
                <a:latin typeface="Roboto Mono"/>
                <a:ea typeface="Roboto Mono"/>
                <a:cs typeface="Roboto Mono"/>
                <a:sym typeface="Roboto Mono"/>
              </a:rPr>
              <a:t>green</a:t>
            </a:r>
            <a:r>
              <a:rPr b="0" i="0" lang="es-419" sz="1229" u="none" cap="none" strike="noStrike">
                <a:solidFill>
                  <a:srgbClr val="000000"/>
                </a:solidFill>
                <a:latin typeface="Roboto Mono"/>
                <a:ea typeface="Roboto Mono"/>
                <a:cs typeface="Roboto Mono"/>
                <a:sym typeface="Roboto Mono"/>
              </a:rPr>
              <a:t>;</a:t>
            </a:r>
            <a:endParaRPr b="0" i="0" sz="1229" u="none" cap="none" strike="noStrike">
              <a:solidFill>
                <a:srgbClr val="000000"/>
              </a:solidFill>
              <a:latin typeface="Roboto Mono"/>
              <a:ea typeface="Roboto Mono"/>
              <a:cs typeface="Roboto Mono"/>
              <a:sym typeface="Roboto Mono"/>
            </a:endParaRPr>
          </a:p>
          <a:p>
            <a:pPr indent="0" lvl="0" marL="0" marR="0" rtl="0" algn="l">
              <a:lnSpc>
                <a:spcPct val="100000"/>
              </a:lnSpc>
              <a:spcBef>
                <a:spcPts val="0"/>
              </a:spcBef>
              <a:spcAft>
                <a:spcPts val="0"/>
              </a:spcAft>
              <a:buClr>
                <a:srgbClr val="000000"/>
              </a:buClr>
              <a:buSzPts val="1229"/>
              <a:buFont typeface="Arial"/>
              <a:buNone/>
            </a:pPr>
            <a:r>
              <a:rPr b="0" i="0" lang="es-419" sz="1229" u="none" cap="none" strike="noStrike">
                <a:solidFill>
                  <a:srgbClr val="000000"/>
                </a:solidFill>
                <a:latin typeface="Roboto Mono"/>
                <a:ea typeface="Roboto Mono"/>
                <a:cs typeface="Roboto Mono"/>
                <a:sym typeface="Roboto Mono"/>
              </a:rPr>
              <a:t>}</a:t>
            </a:r>
            <a:endParaRPr b="0" i="0" sz="1229" u="none" cap="none" strike="noStrike">
              <a:solidFill>
                <a:srgbClr val="000000"/>
              </a:solidFill>
              <a:latin typeface="Roboto Mono"/>
              <a:ea typeface="Roboto Mono"/>
              <a:cs typeface="Roboto Mono"/>
              <a:sym typeface="Roboto Mono"/>
            </a:endParaRPr>
          </a:p>
        </p:txBody>
      </p:sp>
      <p:pic>
        <p:nvPicPr>
          <p:cNvPr id="292" name="Google Shape;292;p30" title="Screenshot from 2025-04-28 05-36-40.png"/>
          <p:cNvPicPr preferRelativeResize="0"/>
          <p:nvPr/>
        </p:nvPicPr>
        <p:blipFill rotWithShape="1">
          <a:blip r:embed="rId3">
            <a:alphaModFix/>
          </a:blip>
          <a:srcRect b="0" l="0" r="0" t="0"/>
          <a:stretch/>
        </p:blipFill>
        <p:spPr>
          <a:xfrm>
            <a:off x="4909097" y="2119050"/>
            <a:ext cx="3359634" cy="1716475"/>
          </a:xfrm>
          <a:prstGeom prst="rect">
            <a:avLst/>
          </a:prstGeom>
          <a:noFill/>
          <a:ln>
            <a:noFill/>
          </a:ln>
        </p:spPr>
      </p:pic>
      <p:pic>
        <p:nvPicPr>
          <p:cNvPr id="293" name="Google Shape;293;p30" title="Screenshot from 2025-04-28 05-37-49.png"/>
          <p:cNvPicPr preferRelativeResize="0"/>
          <p:nvPr/>
        </p:nvPicPr>
        <p:blipFill rotWithShape="1">
          <a:blip r:embed="rId4">
            <a:alphaModFix/>
          </a:blip>
          <a:srcRect b="0" l="0" r="0" t="0"/>
          <a:stretch/>
        </p:blipFill>
        <p:spPr>
          <a:xfrm>
            <a:off x="875275" y="2119050"/>
            <a:ext cx="3359634" cy="17164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31"/>
          <p:cNvSpPr txBox="1"/>
          <p:nvPr>
            <p:ph type="title"/>
          </p:nvPr>
        </p:nvSpPr>
        <p:spPr>
          <a:xfrm>
            <a:off x="311700" y="315925"/>
            <a:ext cx="8520600" cy="8313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4200"/>
              <a:buNone/>
            </a:pPr>
            <a:r>
              <a:rPr lang="es-419"/>
              <a:t>Preguntas</a:t>
            </a:r>
            <a:endParaRPr/>
          </a:p>
        </p:txBody>
      </p:sp>
      <p:pic>
        <p:nvPicPr>
          <p:cNvPr id="299" name="Google Shape;299;p31"/>
          <p:cNvPicPr preferRelativeResize="0"/>
          <p:nvPr/>
        </p:nvPicPr>
        <p:blipFill rotWithShape="1">
          <a:blip r:embed="rId3">
            <a:alphaModFix/>
          </a:blip>
          <a:srcRect b="0" l="0" r="0" t="0"/>
          <a:stretch/>
        </p:blipFill>
        <p:spPr>
          <a:xfrm>
            <a:off x="2726263" y="1147225"/>
            <a:ext cx="3691474" cy="3691474"/>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32"/>
          <p:cNvSpPr txBox="1"/>
          <p:nvPr>
            <p:ph type="title"/>
          </p:nvPr>
        </p:nvSpPr>
        <p:spPr>
          <a:xfrm>
            <a:off x="311700" y="315925"/>
            <a:ext cx="8520600" cy="8313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4200"/>
              <a:buNone/>
            </a:pPr>
            <a:r>
              <a:rPr lang="es-419"/>
              <a:t>Práctica</a:t>
            </a:r>
            <a:endParaRPr/>
          </a:p>
        </p:txBody>
      </p:sp>
      <p:sp>
        <p:nvSpPr>
          <p:cNvPr id="305" name="Google Shape;305;p32"/>
          <p:cNvSpPr txBox="1"/>
          <p:nvPr/>
        </p:nvSpPr>
        <p:spPr>
          <a:xfrm>
            <a:off x="225450" y="1944100"/>
            <a:ext cx="4578300" cy="400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500"/>
              <a:buFont typeface="Arial"/>
              <a:buNone/>
            </a:pPr>
            <a:r>
              <a:rPr lang="es-419" sz="1500">
                <a:solidFill>
                  <a:schemeClr val="dk1"/>
                </a:solidFill>
                <a:latin typeface="Open Sans"/>
                <a:ea typeface="Open Sans"/>
                <a:cs typeface="Open Sans"/>
                <a:sym typeface="Open Sans"/>
              </a:rPr>
              <a:t>Integrar CSS en su proyecto final</a:t>
            </a:r>
            <a:endParaRPr b="0" i="0" sz="1500" u="none" cap="none" strike="noStrike">
              <a:solidFill>
                <a:schemeClr val="dk1"/>
              </a:solidFill>
              <a:latin typeface="Open Sans"/>
              <a:ea typeface="Open Sans"/>
              <a:cs typeface="Open Sans"/>
              <a:sym typeface="Open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g3809ac4afca_0_0"/>
          <p:cNvSpPr txBox="1"/>
          <p:nvPr>
            <p:ph type="title"/>
          </p:nvPr>
        </p:nvSpPr>
        <p:spPr>
          <a:xfrm>
            <a:off x="311700" y="315925"/>
            <a:ext cx="8520600" cy="8313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4200"/>
              <a:buNone/>
            </a:pPr>
            <a:r>
              <a:rPr lang="es-419"/>
              <a:t>Resumen de la sesión</a:t>
            </a:r>
            <a:endParaRPr/>
          </a:p>
        </p:txBody>
      </p:sp>
      <p:sp>
        <p:nvSpPr>
          <p:cNvPr id="311" name="Google Shape;311;g3809ac4afca_0_0"/>
          <p:cNvSpPr txBox="1"/>
          <p:nvPr/>
        </p:nvSpPr>
        <p:spPr>
          <a:xfrm>
            <a:off x="657750" y="1478625"/>
            <a:ext cx="3713700" cy="400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500"/>
              <a:buFont typeface="Arial"/>
              <a:buNone/>
            </a:pPr>
            <a:r>
              <a:rPr b="1" i="0" lang="es-419" sz="1500" u="none" cap="none" strike="noStrike">
                <a:solidFill>
                  <a:schemeClr val="dk1"/>
                </a:solidFill>
                <a:latin typeface="Open Sans"/>
                <a:ea typeface="Open Sans"/>
                <a:cs typeface="Open Sans"/>
                <a:sym typeface="Open Sans"/>
              </a:rPr>
              <a:t>¿Qué hemos aprendido hoy?</a:t>
            </a:r>
            <a:endParaRPr b="1" i="0" sz="1500" u="none" cap="none" strike="noStrike">
              <a:solidFill>
                <a:schemeClr val="dk1"/>
              </a:solidFill>
              <a:latin typeface="Open Sans"/>
              <a:ea typeface="Open Sans"/>
              <a:cs typeface="Open Sans"/>
              <a:sym typeface="Open Sans"/>
            </a:endParaRPr>
          </a:p>
        </p:txBody>
      </p:sp>
      <p:sp>
        <p:nvSpPr>
          <p:cNvPr id="312" name="Google Shape;312;g3809ac4afca_0_0"/>
          <p:cNvSpPr txBox="1"/>
          <p:nvPr/>
        </p:nvSpPr>
        <p:spPr>
          <a:xfrm>
            <a:off x="225450" y="1944100"/>
            <a:ext cx="4578300" cy="400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500"/>
              <a:buFont typeface="Arial"/>
              <a:buNone/>
            </a:pPr>
            <a:r>
              <a:rPr b="0" i="0" lang="es-419" sz="1500" u="none" cap="none" strike="noStrike">
                <a:solidFill>
                  <a:schemeClr val="dk1"/>
                </a:solidFill>
                <a:latin typeface="Open Sans"/>
                <a:ea typeface="Open Sans"/>
                <a:cs typeface="Open Sans"/>
                <a:sym typeface="Open Sans"/>
              </a:rPr>
              <a:t>Estilos CSS sobre una estructura HTML</a:t>
            </a:r>
            <a:endParaRPr b="0" i="0" sz="1500" u="none" cap="none" strike="noStrike">
              <a:solidFill>
                <a:schemeClr val="dk1"/>
              </a:solidFill>
              <a:latin typeface="Open Sans"/>
              <a:ea typeface="Open Sans"/>
              <a:cs typeface="Open Sans"/>
              <a:sym typeface="Open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33"/>
          <p:cNvSpPr txBox="1"/>
          <p:nvPr>
            <p:ph type="title"/>
          </p:nvPr>
        </p:nvSpPr>
        <p:spPr>
          <a:xfrm>
            <a:off x="773700" y="1806450"/>
            <a:ext cx="7596600" cy="1530600"/>
          </a:xfrm>
          <a:prstGeom prst="rect">
            <a:avLst/>
          </a:prstGeom>
          <a:no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SzPts val="4200"/>
              <a:buNone/>
            </a:pPr>
            <a:r>
              <a:rPr lang="es-419"/>
              <a:t>¡Gracias!</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g3809ac4afca_0_65"/>
          <p:cNvSpPr txBox="1"/>
          <p:nvPr>
            <p:ph type="ctrTitle"/>
          </p:nvPr>
        </p:nvSpPr>
        <p:spPr>
          <a:xfrm>
            <a:off x="2841725" y="864625"/>
            <a:ext cx="3448200" cy="2111700"/>
          </a:xfrm>
          <a:prstGeom prst="rect">
            <a:avLst/>
          </a:prstGeom>
          <a:noFill/>
          <a:ln>
            <a:noFill/>
          </a:ln>
        </p:spPr>
        <p:txBody>
          <a:bodyPr anchorCtr="0" anchor="ctr" bIns="91425" lIns="91425" spcFirstLastPara="1" rIns="91425" wrap="square" tIns="91425">
            <a:normAutofit fontScale="90000"/>
          </a:bodyPr>
          <a:lstStyle/>
          <a:p>
            <a:pPr indent="0" lvl="0" marL="0" rtl="0" algn="ctr">
              <a:lnSpc>
                <a:spcPct val="100000"/>
              </a:lnSpc>
              <a:spcBef>
                <a:spcPts val="0"/>
              </a:spcBef>
              <a:spcAft>
                <a:spcPts val="0"/>
              </a:spcAft>
              <a:buSzPts val="891"/>
              <a:buNone/>
            </a:pPr>
            <a:r>
              <a:rPr lang="es-419" sz="5020"/>
              <a:t>TALLER DE PROGRAMACIÓN WEB</a:t>
            </a:r>
            <a:endParaRPr sz="5020"/>
          </a:p>
        </p:txBody>
      </p:sp>
      <p:sp>
        <p:nvSpPr>
          <p:cNvPr id="323" name="Google Shape;323;g3809ac4afca_0_65"/>
          <p:cNvSpPr txBox="1"/>
          <p:nvPr>
            <p:ph idx="1" type="subTitle"/>
          </p:nvPr>
        </p:nvSpPr>
        <p:spPr>
          <a:xfrm>
            <a:off x="3044700" y="2964199"/>
            <a:ext cx="3054600" cy="716400"/>
          </a:xfrm>
          <a:prstGeom prst="rect">
            <a:avLst/>
          </a:prstGeom>
          <a:noFill/>
          <a:ln>
            <a:noFill/>
          </a:ln>
        </p:spPr>
        <p:txBody>
          <a:bodyPr anchorCtr="0" anchor="ctr" bIns="91425" lIns="91425" spcFirstLastPara="1" rIns="91425" wrap="square" tIns="91425">
            <a:normAutofit fontScale="77500"/>
          </a:bodyPr>
          <a:lstStyle/>
          <a:p>
            <a:pPr indent="0" lvl="0" marL="0" rtl="0" algn="ctr">
              <a:lnSpc>
                <a:spcPct val="100000"/>
              </a:lnSpc>
              <a:spcBef>
                <a:spcPts val="0"/>
              </a:spcBef>
              <a:spcAft>
                <a:spcPts val="0"/>
              </a:spcAft>
              <a:buSzPct val="91304"/>
              <a:buNone/>
            </a:pPr>
            <a:r>
              <a:rPr lang="es-419" sz="2300"/>
              <a:t>M.Sc. Jesamin Melissa Zevallos Quispe</a:t>
            </a:r>
            <a:endParaRPr sz="2300"/>
          </a:p>
          <a:p>
            <a:pPr indent="0" lvl="0" marL="0" rtl="0" algn="ctr">
              <a:lnSpc>
                <a:spcPct val="100000"/>
              </a:lnSpc>
              <a:spcBef>
                <a:spcPts val="0"/>
              </a:spcBef>
              <a:spcAft>
                <a:spcPts val="0"/>
              </a:spcAft>
              <a:buSzPct val="133333"/>
              <a:buNone/>
            </a:pPr>
            <a:r>
              <a:rPr lang="es-419" sz="1575" u="sng">
                <a:solidFill>
                  <a:srgbClr val="3D85C6"/>
                </a:solidFill>
                <a:hlinkClick r:id="rId3">
                  <a:extLst>
                    <a:ext uri="{A12FA001-AC4F-418D-AE19-62706E023703}">
                      <ahyp:hlinkClr val="tx"/>
                    </a:ext>
                  </a:extLst>
                </a:hlinkClick>
              </a:rPr>
              <a:t>c29741@utp.edu.pe</a:t>
            </a:r>
            <a:endParaRPr sz="1575">
              <a:solidFill>
                <a:srgbClr val="3D85C6"/>
              </a:solidFill>
            </a:endParaRPr>
          </a:p>
        </p:txBody>
      </p:sp>
      <p:pic>
        <p:nvPicPr>
          <p:cNvPr id="324" name="Google Shape;324;g3809ac4afca_0_65"/>
          <p:cNvPicPr preferRelativeResize="0"/>
          <p:nvPr/>
        </p:nvPicPr>
        <p:blipFill rotWithShape="1">
          <a:blip r:embed="rId4">
            <a:alphaModFix/>
          </a:blip>
          <a:srcRect b="0" l="0" r="0" t="0"/>
          <a:stretch/>
        </p:blipFill>
        <p:spPr>
          <a:xfrm>
            <a:off x="3225587" y="3598150"/>
            <a:ext cx="2692823" cy="825724"/>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Luxe">
  <a:themeElements>
    <a:clrScheme name="Luxe">
      <a:dk1>
        <a:srgbClr val="000000"/>
      </a:dk1>
      <a:lt1>
        <a:srgbClr val="FFFFFF"/>
      </a:lt1>
      <a:dk2>
        <a:srgbClr val="B7B7B7"/>
      </a:dk2>
      <a:lt2>
        <a:srgbClr val="CCA677"/>
      </a:lt2>
      <a:accent1>
        <a:srgbClr val="5D4037"/>
      </a:accent1>
      <a:accent2>
        <a:srgbClr val="455A64"/>
      </a:accent2>
      <a:accent3>
        <a:srgbClr val="57BB8A"/>
      </a:accent3>
      <a:accent4>
        <a:srgbClr val="78909C"/>
      </a:accent4>
      <a:accent5>
        <a:srgbClr val="607D8B"/>
      </a:accent5>
      <a:accent6>
        <a:srgbClr val="DCE755"/>
      </a:accent6>
      <a:hlink>
        <a:srgbClr val="607D8B"/>
      </a:hlink>
      <a:folHlink>
        <a:srgbClr val="607D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