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FD3F-6001-499D-8B0D-D19720CBDEE9}" type="datetimeFigureOut">
              <a:rPr lang="es-PE" smtClean="0"/>
              <a:t>22/07/2025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543C3-2DBD-4320-A9B0-8D09B3E9C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13062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FD3F-6001-499D-8B0D-D19720CBDEE9}" type="datetimeFigureOut">
              <a:rPr lang="es-PE" smtClean="0"/>
              <a:t>22/07/2025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543C3-2DBD-4320-A9B0-8D09B3E9C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2128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FD3F-6001-499D-8B0D-D19720CBDEE9}" type="datetimeFigureOut">
              <a:rPr lang="es-PE" smtClean="0"/>
              <a:t>22/07/2025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543C3-2DBD-4320-A9B0-8D09B3E9C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24251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FD3F-6001-499D-8B0D-D19720CBDEE9}" type="datetimeFigureOut">
              <a:rPr lang="es-PE" smtClean="0"/>
              <a:t>22/07/2025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543C3-2DBD-4320-A9B0-8D09B3E9C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92706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FD3F-6001-499D-8B0D-D19720CBDEE9}" type="datetimeFigureOut">
              <a:rPr lang="es-PE" smtClean="0"/>
              <a:t>22/07/2025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543C3-2DBD-4320-A9B0-8D09B3E9C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59423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FD3F-6001-499D-8B0D-D19720CBDEE9}" type="datetimeFigureOut">
              <a:rPr lang="es-PE" smtClean="0"/>
              <a:t>22/07/2025</a:t>
            </a:fld>
            <a:endParaRPr lang="es-PE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543C3-2DBD-4320-A9B0-8D09B3E9C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58747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FD3F-6001-499D-8B0D-D19720CBDEE9}" type="datetimeFigureOut">
              <a:rPr lang="es-PE" smtClean="0"/>
              <a:t>22/07/2025</a:t>
            </a:fld>
            <a:endParaRPr lang="es-PE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543C3-2DBD-4320-A9B0-8D09B3E9C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46531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FD3F-6001-499D-8B0D-D19720CBDEE9}" type="datetimeFigureOut">
              <a:rPr lang="es-PE" smtClean="0"/>
              <a:t>22/07/2025</a:t>
            </a:fld>
            <a:endParaRPr lang="es-PE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543C3-2DBD-4320-A9B0-8D09B3E9C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66876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FD3F-6001-499D-8B0D-D19720CBDEE9}" type="datetimeFigureOut">
              <a:rPr lang="es-PE" smtClean="0"/>
              <a:t>22/07/2025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543C3-2DBD-4320-A9B0-8D09B3E9C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66736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FD3F-6001-499D-8B0D-D19720CBDEE9}" type="datetimeFigureOut">
              <a:rPr lang="es-PE" smtClean="0"/>
              <a:t>22/07/2025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543C3-2DBD-4320-A9B0-8D09B3E9C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37933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FD3F-6001-499D-8B0D-D19720CBDEE9}" type="datetimeFigureOut">
              <a:rPr lang="es-PE" smtClean="0"/>
              <a:t>22/07/2025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543C3-2DBD-4320-A9B0-8D09B3E9C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57713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FD3F-6001-499D-8B0D-D19720CBDEE9}" type="datetimeFigureOut">
              <a:rPr lang="es-PE" smtClean="0"/>
              <a:t>22/07/2025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543C3-2DBD-4320-A9B0-8D09B3E9C244}" type="slidenum">
              <a:rPr lang="es-PE" smtClean="0"/>
              <a:t>‹Nº›</a:t>
            </a:fld>
            <a:endParaRPr lang="es-PE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030261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FD3F-6001-499D-8B0D-D19720CBDEE9}" type="datetimeFigureOut">
              <a:rPr lang="es-PE" smtClean="0"/>
              <a:t>22/07/2025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543C3-2DBD-4320-A9B0-8D09B3E9C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79136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FD3F-6001-499D-8B0D-D19720CBDEE9}" type="datetimeFigureOut">
              <a:rPr lang="es-PE" smtClean="0"/>
              <a:t>22/07/2025</a:t>
            </a:fld>
            <a:endParaRPr lang="es-P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543C3-2DBD-4320-A9B0-8D09B3E9C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206947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FD3F-6001-499D-8B0D-D19720CBDEE9}" type="datetimeFigureOut">
              <a:rPr lang="es-PE" smtClean="0"/>
              <a:t>22/07/2025</a:t>
            </a:fld>
            <a:endParaRPr lang="es-P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543C3-2DBD-4320-A9B0-8D09B3E9C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524064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FD3F-6001-499D-8B0D-D19720CBDEE9}" type="datetimeFigureOut">
              <a:rPr lang="es-PE" smtClean="0"/>
              <a:t>22/07/2025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543C3-2DBD-4320-A9B0-8D09B3E9C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560747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FD3F-6001-499D-8B0D-D19720CBDEE9}" type="datetimeFigureOut">
              <a:rPr lang="es-PE" smtClean="0"/>
              <a:t>22/07/2025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543C3-2DBD-4320-A9B0-8D09B3E9C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25393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594FD3F-6001-499D-8B0D-D19720CBDEE9}" type="datetimeFigureOut">
              <a:rPr lang="es-PE" smtClean="0"/>
              <a:t>22/07/2025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4543C3-2DBD-4320-A9B0-8D09B3E9C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14254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D2CB55-C307-B131-29B6-3BAF7E0545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s-PE" sz="4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Desarrollo de un Simulador en JAVA de Seguridad Dinámica para el Juego Mecánico: “Silla Voladora”</a:t>
            </a:r>
            <a:endParaRPr lang="es-PE" sz="16600" dirty="0"/>
          </a:p>
        </p:txBody>
      </p:sp>
    </p:spTree>
    <p:extLst>
      <p:ext uri="{BB962C8B-B14F-4D97-AF65-F5344CB8AC3E}">
        <p14:creationId xmlns:p14="http://schemas.microsoft.com/office/powerpoint/2010/main" val="3278061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7E0ED-CC25-3362-E86B-95235E7E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SIMULADOR</a:t>
            </a:r>
            <a:endParaRPr lang="es-PE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0A75B88-7861-C8F1-E75B-CA03FDE69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583" y="1269819"/>
            <a:ext cx="10050834" cy="513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330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63E67-BEB9-1ACC-BD04-9192ADD00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ANTECEDENTES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44894F-D333-5EC5-2598-08E7F7E51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3928003"/>
          </a:xfrm>
        </p:spPr>
        <p:txBody>
          <a:bodyPr>
            <a:normAutofit/>
          </a:bodyPr>
          <a:lstStyle/>
          <a:p>
            <a:r>
              <a:rPr lang="es-PE" sz="1800" b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Huaquisto</a:t>
            </a:r>
            <a:r>
              <a:rPr lang="es-P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Y., &amp; Gonzales L. (2019). Evaluación de la seguridad estructural en juegos mecánicos mediante simulación física. Universidad Nacional de Ingeniería</a:t>
            </a:r>
          </a:p>
          <a:p>
            <a:endParaRPr lang="es-PE" sz="1800" b="1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endParaRPr lang="es-PE" sz="1800" b="1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r>
              <a:rPr lang="es-P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González, M. &amp; Zapata, J. (2021). Aplicación de simulaciones físicas para la enseñanza de la dinámica en ingeniería básica. Revista Peruana de Educación Científica.</a:t>
            </a:r>
            <a:endParaRPr lang="es-P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910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908BC0-8676-2DA9-EAA6-0BFBEC665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FUNDAMENTOS TEORICOS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5B9D7AE-D727-8076-E70D-CBB43A2922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82" t="14333" r="26600" b="22417"/>
          <a:stretch/>
        </p:blipFill>
        <p:spPr>
          <a:xfrm>
            <a:off x="4795936" y="2360644"/>
            <a:ext cx="1586204" cy="73712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57AB330-F115-D108-F48B-2B65260CD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250" y="3972962"/>
            <a:ext cx="2455861" cy="62702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5CFA781-F332-A44A-5D91-B1BD24019CEA}"/>
              </a:ext>
            </a:extLst>
          </p:cNvPr>
          <p:cNvSpPr txBox="1"/>
          <p:nvPr/>
        </p:nvSpPr>
        <p:spPr>
          <a:xfrm>
            <a:off x="895739" y="1903618"/>
            <a:ext cx="2358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FUERZA CENTRIPETA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24941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908BC0-8676-2DA9-EAA6-0BFBEC665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FUNDAMENTOS TEORICOS</a:t>
            </a: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79F318F-FE28-938A-C503-CB47BE623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021" y="2095040"/>
            <a:ext cx="2366357" cy="54608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116E8C7-341C-C169-6650-1A9B135D1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652" y="4230976"/>
            <a:ext cx="1967097" cy="96908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A0427724-D89C-C9D3-9AA7-42EA4EF76159}"/>
              </a:ext>
            </a:extLst>
          </p:cNvPr>
          <p:cNvSpPr txBox="1"/>
          <p:nvPr/>
        </p:nvSpPr>
        <p:spPr>
          <a:xfrm>
            <a:off x="793102" y="1486446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RADIO:</a:t>
            </a:r>
            <a:endParaRPr lang="es-PE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A0E6029-0D51-42B5-E055-C38C059B0EF3}"/>
              </a:ext>
            </a:extLst>
          </p:cNvPr>
          <p:cNvSpPr txBox="1"/>
          <p:nvPr/>
        </p:nvSpPr>
        <p:spPr>
          <a:xfrm>
            <a:off x="880187" y="3429000"/>
            <a:ext cx="2879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FACTOR DE SEGURIDAD: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67685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908BC0-8676-2DA9-EAA6-0BFBEC665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FUNDAMENTOS TEORICOS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BD53101-0DF6-201E-E7A4-6F5D63B5E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903" y="2884459"/>
            <a:ext cx="3511779" cy="140053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280315D-8EC0-E235-68F7-A4C04275CC5D}"/>
              </a:ext>
            </a:extLst>
          </p:cNvPr>
          <p:cNvSpPr txBox="1"/>
          <p:nvPr/>
        </p:nvSpPr>
        <p:spPr>
          <a:xfrm>
            <a:off x="755589" y="1668582"/>
            <a:ext cx="1920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TENSION TOTAL: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08232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5F36016-5A7A-E488-59AC-1D29D4ED5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838" y="1315616"/>
            <a:ext cx="9816323" cy="422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6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C30312-E68F-D3B6-F02A-D400C3C82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478" y="2971983"/>
            <a:ext cx="4019195" cy="1400530"/>
          </a:xfrm>
        </p:spPr>
        <p:txBody>
          <a:bodyPr/>
          <a:lstStyle/>
          <a:p>
            <a:r>
              <a:rPr lang="es-MX" dirty="0"/>
              <a:t>RESULTADOS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890684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35</TotalTime>
  <Words>96</Words>
  <Application>Microsoft Office PowerPoint</Application>
  <PresentationFormat>Panorámica</PresentationFormat>
  <Paragraphs>15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Century Gothic</vt:lpstr>
      <vt:lpstr>Wingdings 3</vt:lpstr>
      <vt:lpstr>Ion</vt:lpstr>
      <vt:lpstr>Desarrollo de un Simulador en JAVA de Seguridad Dinámica para el Juego Mecánico: “Silla Voladora”</vt:lpstr>
      <vt:lpstr>SIMULADOR</vt:lpstr>
      <vt:lpstr>ANTECEDENTES</vt:lpstr>
      <vt:lpstr>FUNDAMENTOS TEORICOS</vt:lpstr>
      <vt:lpstr>FUNDAMENTOS TEORICOS</vt:lpstr>
      <vt:lpstr>FUNDAMENTOS TEORICOS</vt:lpstr>
      <vt:lpstr>Presentación de PowerPoint</vt:lpstr>
      <vt:lpstr>RESULTADOS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M&amp;M</dc:creator>
  <cp:lastModifiedBy>M&amp;M</cp:lastModifiedBy>
  <cp:revision>2</cp:revision>
  <dcterms:created xsi:type="dcterms:W3CDTF">2025-07-23T01:19:10Z</dcterms:created>
  <dcterms:modified xsi:type="dcterms:W3CDTF">2025-07-23T01:54:31Z</dcterms:modified>
</cp:coreProperties>
</file>