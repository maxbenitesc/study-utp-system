
<file path=[Content_Types].xml><?xml version="1.0" encoding="utf-8"?>
<Types xmlns="http://schemas.openxmlformats.org/package/2006/content-types">
  <Default ContentType="image/jpeg" Extension="jpg"/>
  <Default ContentType="application/x-fontdata" Extension="fntdata"/>
  <Default ContentType="application/xml" Extension="xml"/>
  <Default ContentType="image/png" Extension="png"/>
  <Default ContentType="application/vnd.openxmlformats-package.relationships+xml" Extension="rels"/>
  <Override ContentType="application/vnd.openxmlformats-officedocument.presentationml.notesSlide+xml" PartName="/ppt/notesSlides/notesSlide29.xml"/>
  <Override ContentType="application/vnd.openxmlformats-officedocument.presentationml.notesSlide+xml" PartName="/ppt/notesSlides/notesSlide32.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28.xml"/>
  <Override ContentType="application/vnd.openxmlformats-officedocument.presentationml.notesSlide+xml" PartName="/ppt/notesSlides/notesSlide15.xml"/>
  <Override ContentType="application/vnd.openxmlformats-officedocument.presentationml.notesSlide+xml" PartName="/ppt/notesSlides/notesSlide11.xml"/>
  <Override ContentType="application/vnd.openxmlformats-officedocument.presentationml.notesSlide+xml" PartName="/ppt/notesSlides/notesSlide24.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17.xml"/>
  <Override ContentType="application/vnd.openxmlformats-officedocument.presentationml.notesSlide+xml" PartName="/ppt/notesSlides/notesSlide16.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4.xml"/>
  <Override ContentType="application/vnd.openxmlformats-officedocument.presentationml.notesSlide+xml" PartName="/ppt/notesSlides/notesSlide25.xml"/>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0.xml"/>
  <Override ContentType="application/vnd.openxmlformats-officedocument.presentationml.notesSlide+xml" PartName="/ppt/notesSlides/notesSlide22.xml"/>
  <Override ContentType="application/vnd.openxmlformats-officedocument.presentationml.notesSlide+xml" PartName="/ppt/notesSlides/notesSlide7.xml"/>
  <Override ContentType="application/vnd.openxmlformats-officedocument.presentationml.notesSlide+xml" PartName="/ppt/notesSlides/notesSlide26.xml"/>
  <Override ContentType="application/vnd.openxmlformats-officedocument.presentationml.notesSlide+xml" PartName="/ppt/notesSlides/notesSlide5.xml"/>
  <Override ContentType="application/vnd.openxmlformats-officedocument.presentationml.notesSlide+xml" PartName="/ppt/notesSlides/notesSlide31.xml"/>
  <Override ContentType="application/vnd.openxmlformats-officedocument.presentationml.notesSlide+xml" PartName="/ppt/notesSlides/notesSlide19.xml"/>
  <Override ContentType="application/vnd.openxmlformats-officedocument.presentationml.notesSlide+xml" PartName="/ppt/notesSlides/notesSlide27.xml"/>
  <Override ContentType="application/vnd.openxmlformats-officedocument.presentationml.notesSlide+xml" PartName="/ppt/notesSlides/notesSlide14.xml"/>
  <Override ContentType="application/vnd.openxmlformats-officedocument.presentationml.notesSlide+xml" PartName="/ppt/notesSlides/notesSlide23.xml"/>
  <Override ContentType="application/vnd.openxmlformats-officedocument.presentationml.notesSlide+xml" PartName="/ppt/notesSlides/notesSlide2.xml"/>
  <Override ContentType="application/vnd.openxmlformats-officedocument.presentationml.notesSlide+xml" PartName="/ppt/notesSlides/notesSlide10.xml"/>
  <Override ContentType="application/vnd.openxmlformats-officedocument.custom-properties+xml" PartName="/docProps/custom.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xml"/>
  <Override ContentType="application/vnd.openxmlformats-officedocument.presentationml.slideMaster+xml" PartName="/ppt/slideMasters/slideMaster1.xml"/>
  <Override ContentType="application/binary" PartName="/ppt/metadata"/>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30.xml"/>
  <Override ContentType="application/vnd.openxmlformats-officedocument.presentationml.slide+xml" PartName="/ppt/slides/slide22.xml"/>
  <Override ContentType="application/vnd.openxmlformats-officedocument.presentationml.slide+xml" PartName="/ppt/slides/slide26.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25.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29.xml"/>
  <Override ContentType="application/vnd.openxmlformats-officedocument.presentationml.slide+xml" PartName="/ppt/slides/slide24.xml"/>
  <Override ContentType="application/vnd.openxmlformats-officedocument.presentationml.slide+xml" PartName="/ppt/slides/slide11.xml"/>
  <Override ContentType="application/vnd.openxmlformats-officedocument.presentationml.slide+xml" PartName="/ppt/slides/slide32.xml"/>
  <Override ContentType="application/vnd.openxmlformats-officedocument.presentationml.slide+xml" PartName="/ppt/slides/slide1.xml"/>
  <Override ContentType="application/vnd.openxmlformats-officedocument.presentationml.slide+xml" PartName="/ppt/slides/slide28.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31.xml"/>
  <Override ContentType="application/vnd.openxmlformats-officedocument.presentationml.slide+xml" PartName="/ppt/slides/slide23.xml"/>
  <Override ContentType="application/vnd.openxmlformats-officedocument.presentationml.slide+xml" PartName="/ppt/slides/slide27.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custom-properties" Target="docProps/custom.xml"/><Relationship Id="rId2" Type="http://schemas.openxmlformats.org/package/2006/relationships/metadata/core-properties" Target="docProps/core.xml"/><Relationship Id="rId3"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48"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 id="272" r:id="rId22"/>
    <p:sldId id="273" r:id="rId23"/>
    <p:sldId id="274" r:id="rId24"/>
    <p:sldId id="275" r:id="rId25"/>
    <p:sldId id="276" r:id="rId26"/>
    <p:sldId id="277" r:id="rId27"/>
    <p:sldId id="278" r:id="rId28"/>
    <p:sldId id="279" r:id="rId29"/>
    <p:sldId id="280" r:id="rId30"/>
    <p:sldId id="281" r:id="rId31"/>
    <p:sldId id="282" r:id="rId32"/>
    <p:sldId id="283" r:id="rId33"/>
    <p:sldId id="284" r:id="rId34"/>
    <p:sldId id="285" r:id="rId35"/>
    <p:sldId id="286" r:id="rId36"/>
    <p:sldId id="287" r:id="rId37"/>
  </p:sldIdLst>
  <p:sldSz cy="6858000" cx="12192000"/>
  <p:notesSz cx="12192000" cy="6858000"/>
  <p:embeddedFontLst>
    <p:embeddedFont>
      <p:font typeface="Helvetica Neue"/>
      <p:regular r:id="rId38"/>
      <p:bold r:id="rId39"/>
      <p:italic r:id="rId40"/>
      <p:boldItalic r:id="rId41"/>
    </p:embeddedFont>
    <p:embeddedFont>
      <p:font typeface="Rubik"/>
      <p:regular r:id="rId42"/>
      <p:bold r:id="rId43"/>
      <p:italic r:id="rId44"/>
      <p:boldItalic r:id="rId45"/>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2160">
          <p15:clr>
            <a:srgbClr val="A4A3A4"/>
          </p15:clr>
        </p15:guide>
        <p15:guide id="2" pos="3840">
          <p15:clr>
            <a:srgbClr val="A4A3A4"/>
          </p15:clr>
        </p15:guide>
      </p15:sldGuideLst>
    </p:ext>
    <p:ext uri="GoogleSlidesCustomDataVersion2">
      <go:slidesCustomData xmlns:go="http://customooxmlschemas.google.com/" r:id="rId46" roundtripDataSignature="AMtx7mhAh4W1bVkOyoBTal0DIbsXIiR9yw=="/>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2160" orient="horz"/>
        <p:guide pos="3840"/>
      </p:guideLst>
    </p:cSldViewPr>
  </p:slideViewPr>
</p:viewPr>
</file>

<file path=ppt/_rels/presentation.xml.rels><?xml version="1.0" encoding="UTF-8" standalone="yes"?><Relationships xmlns="http://schemas.openxmlformats.org/package/2006/relationships"><Relationship Id="rId40" Type="http://schemas.openxmlformats.org/officeDocument/2006/relationships/font" Target="fonts/HelveticaNeue-italic.fntdata"/><Relationship Id="rId20" Type="http://schemas.openxmlformats.org/officeDocument/2006/relationships/slide" Target="slides/slide15.xml"/><Relationship Id="rId42" Type="http://schemas.openxmlformats.org/officeDocument/2006/relationships/font" Target="fonts/Rubik-regular.fntdata"/><Relationship Id="rId41" Type="http://schemas.openxmlformats.org/officeDocument/2006/relationships/font" Target="fonts/HelveticaNeue-boldItalic.fntdata"/><Relationship Id="rId22" Type="http://schemas.openxmlformats.org/officeDocument/2006/relationships/slide" Target="slides/slide17.xml"/><Relationship Id="rId44" Type="http://schemas.openxmlformats.org/officeDocument/2006/relationships/font" Target="fonts/Rubik-italic.fntdata"/><Relationship Id="rId21" Type="http://schemas.openxmlformats.org/officeDocument/2006/relationships/slide" Target="slides/slide16.xml"/><Relationship Id="rId43" Type="http://schemas.openxmlformats.org/officeDocument/2006/relationships/font" Target="fonts/Rubik-bold.fntdata"/><Relationship Id="rId24" Type="http://schemas.openxmlformats.org/officeDocument/2006/relationships/slide" Target="slides/slide19.xml"/><Relationship Id="rId46" Type="http://customschemas.google.com/relationships/presentationmetadata" Target="metadata"/><Relationship Id="rId23" Type="http://schemas.openxmlformats.org/officeDocument/2006/relationships/slide" Target="slides/slide18.xml"/><Relationship Id="rId45" Type="http://schemas.openxmlformats.org/officeDocument/2006/relationships/font" Target="fonts/Rubik-boldItalic.fntdata"/><Relationship Id="rId1" Type="http://schemas.openxmlformats.org/officeDocument/2006/relationships/theme" Target="theme/theme1.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4.xml"/><Relationship Id="rId26" Type="http://schemas.openxmlformats.org/officeDocument/2006/relationships/slide" Target="slides/slide21.xml"/><Relationship Id="rId25" Type="http://schemas.openxmlformats.org/officeDocument/2006/relationships/slide" Target="slides/slide20.xml"/><Relationship Id="rId28" Type="http://schemas.openxmlformats.org/officeDocument/2006/relationships/slide" Target="slides/slide23.xml"/><Relationship Id="rId27" Type="http://schemas.openxmlformats.org/officeDocument/2006/relationships/slide" Target="slides/slide22.xml"/><Relationship Id="rId5" Type="http://schemas.openxmlformats.org/officeDocument/2006/relationships/notesMaster" Target="notesMasters/notesMaster1.xml"/><Relationship Id="rId6" Type="http://schemas.openxmlformats.org/officeDocument/2006/relationships/slide" Target="slides/slide1.xml"/><Relationship Id="rId29" Type="http://schemas.openxmlformats.org/officeDocument/2006/relationships/slide" Target="slides/slide24.xml"/><Relationship Id="rId7" Type="http://schemas.openxmlformats.org/officeDocument/2006/relationships/slide" Target="slides/slide2.xml"/><Relationship Id="rId8" Type="http://schemas.openxmlformats.org/officeDocument/2006/relationships/slide" Target="slides/slide3.xml"/><Relationship Id="rId31" Type="http://schemas.openxmlformats.org/officeDocument/2006/relationships/slide" Target="slides/slide26.xml"/><Relationship Id="rId30" Type="http://schemas.openxmlformats.org/officeDocument/2006/relationships/slide" Target="slides/slide25.xml"/><Relationship Id="rId11" Type="http://schemas.openxmlformats.org/officeDocument/2006/relationships/slide" Target="slides/slide6.xml"/><Relationship Id="rId33" Type="http://schemas.openxmlformats.org/officeDocument/2006/relationships/slide" Target="slides/slide28.xml"/><Relationship Id="rId10" Type="http://schemas.openxmlformats.org/officeDocument/2006/relationships/slide" Target="slides/slide5.xml"/><Relationship Id="rId32" Type="http://schemas.openxmlformats.org/officeDocument/2006/relationships/slide" Target="slides/slide27.xml"/><Relationship Id="rId13" Type="http://schemas.openxmlformats.org/officeDocument/2006/relationships/slide" Target="slides/slide8.xml"/><Relationship Id="rId35" Type="http://schemas.openxmlformats.org/officeDocument/2006/relationships/slide" Target="slides/slide30.xml"/><Relationship Id="rId12" Type="http://schemas.openxmlformats.org/officeDocument/2006/relationships/slide" Target="slides/slide7.xml"/><Relationship Id="rId34" Type="http://schemas.openxmlformats.org/officeDocument/2006/relationships/slide" Target="slides/slide29.xml"/><Relationship Id="rId15" Type="http://schemas.openxmlformats.org/officeDocument/2006/relationships/slide" Target="slides/slide10.xml"/><Relationship Id="rId37" Type="http://schemas.openxmlformats.org/officeDocument/2006/relationships/slide" Target="slides/slide32.xml"/><Relationship Id="rId14" Type="http://schemas.openxmlformats.org/officeDocument/2006/relationships/slide" Target="slides/slide9.xml"/><Relationship Id="rId36" Type="http://schemas.openxmlformats.org/officeDocument/2006/relationships/slide" Target="slides/slide31.xml"/><Relationship Id="rId17" Type="http://schemas.openxmlformats.org/officeDocument/2006/relationships/slide" Target="slides/slide12.xml"/><Relationship Id="rId39" Type="http://schemas.openxmlformats.org/officeDocument/2006/relationships/font" Target="fonts/HelveticaNeue-bold.fntdata"/><Relationship Id="rId16" Type="http://schemas.openxmlformats.org/officeDocument/2006/relationships/slide" Target="slides/slide11.xml"/><Relationship Id="rId38" Type="http://schemas.openxmlformats.org/officeDocument/2006/relationships/font" Target="fonts/HelveticaNeue-regular.fntdata"/><Relationship Id="rId19" Type="http://schemas.openxmlformats.org/officeDocument/2006/relationships/slide" Target="slides/slide14.xml"/><Relationship Id="rId18"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 name="Shape 2"/>
        <p:cNvGrpSpPr/>
        <p:nvPr/>
      </p:nvGrpSpPr>
      <p:grpSpPr>
        <a:xfrm>
          <a:off x="0" y="0"/>
          <a:ext cx="0" cy="0"/>
          <a:chOff x="0" y="0"/>
          <a:chExt cx="0" cy="0"/>
        </a:xfrm>
      </p:grpSpPr>
      <p:sp>
        <p:nvSpPr>
          <p:cNvPr id="3" name="Google Shape;3;n"/>
          <p:cNvSpPr txBox="1"/>
          <p:nvPr>
            <p:ph idx="2" type="hdr"/>
          </p:nvPr>
        </p:nvSpPr>
        <p:spPr>
          <a:xfrm>
            <a:off x="0" y="0"/>
            <a:ext cx="5283200" cy="344488"/>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4" name="Google Shape;4;n"/>
          <p:cNvSpPr txBox="1"/>
          <p:nvPr>
            <p:ph idx="10" type="dt"/>
          </p:nvPr>
        </p:nvSpPr>
        <p:spPr>
          <a:xfrm>
            <a:off x="6905625" y="0"/>
            <a:ext cx="5283200" cy="344488"/>
          </a:xfrm>
          <a:prstGeom prst="rect">
            <a:avLst/>
          </a:prstGeom>
          <a:noFill/>
          <a:ln>
            <a:noFill/>
          </a:ln>
        </p:spPr>
        <p:txBody>
          <a:bodyPr anchorCtr="0" anchor="t" bIns="45700" lIns="91425" spcFirstLastPara="1" rIns="91425" wrap="square" tIns="45700">
            <a:noAutofit/>
          </a:bodyPr>
          <a:lstStyle>
            <a:lvl1pPr lvl="0" marR="0" rtl="0" algn="r">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5" name="Google Shape;5;n"/>
          <p:cNvSpPr/>
          <p:nvPr>
            <p:ph idx="3" type="sldImg"/>
          </p:nvPr>
        </p:nvSpPr>
        <p:spPr>
          <a:xfrm>
            <a:off x="4038600" y="857250"/>
            <a:ext cx="4114800" cy="2314575"/>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 name="Google Shape;6;n"/>
          <p:cNvSpPr txBox="1"/>
          <p:nvPr>
            <p:ph idx="1" type="body"/>
          </p:nvPr>
        </p:nvSpPr>
        <p:spPr>
          <a:xfrm>
            <a:off x="1219200" y="3300413"/>
            <a:ext cx="9753600" cy="2700337"/>
          </a:xfrm>
          <a:prstGeom prst="rect">
            <a:avLst/>
          </a:prstGeom>
          <a:noFill/>
          <a:ln>
            <a:noFill/>
          </a:ln>
        </p:spPr>
        <p:txBody>
          <a:bodyPr anchorCtr="0" anchor="t" bIns="45700" lIns="91425" spcFirstLastPara="1" rIns="91425" wrap="square" tIns="45700">
            <a:noAutofit/>
          </a:bodyPr>
          <a:lstStyle>
            <a:lvl1pPr indent="-228600" lvl="0" marL="4572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indent="-228600" lvl="1" marL="9144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2pPr>
            <a:lvl3pPr indent="-228600" lvl="2" marL="13716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3pPr>
            <a:lvl4pPr indent="-228600" lvl="3" marL="18288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4pPr>
            <a:lvl5pPr indent="-228600" lvl="4" marL="22860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5pPr>
            <a:lvl6pPr indent="-228600" lvl="5" marL="27432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6pPr>
            <a:lvl7pPr indent="-228600" lvl="6" marL="32004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7pPr>
            <a:lvl8pPr indent="-228600" lvl="7" marL="36576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8pPr>
            <a:lvl9pPr indent="-228600" lvl="8" marL="41148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9pPr>
          </a:lstStyle>
          <a:p/>
        </p:txBody>
      </p:sp>
      <p:sp>
        <p:nvSpPr>
          <p:cNvPr id="7" name="Google Shape;7;n"/>
          <p:cNvSpPr txBox="1"/>
          <p:nvPr>
            <p:ph idx="11" type="ftr"/>
          </p:nvPr>
        </p:nvSpPr>
        <p:spPr>
          <a:xfrm>
            <a:off x="0" y="6513513"/>
            <a:ext cx="5283200" cy="344487"/>
          </a:xfrm>
          <a:prstGeom prst="rect">
            <a:avLst/>
          </a:prstGeom>
          <a:noFill/>
          <a:ln>
            <a:noFill/>
          </a:ln>
        </p:spPr>
        <p:txBody>
          <a:bodyPr anchorCtr="0" anchor="b" bIns="45700" lIns="91425" spcFirstLastPara="1" rIns="91425" wrap="square" tIns="45700">
            <a:noAutofit/>
          </a:bodyPr>
          <a:lstStyle>
            <a:lvl1pPr lvl="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8" name="Google Shape;8;n"/>
          <p:cNvSpPr txBox="1"/>
          <p:nvPr>
            <p:ph idx="12" type="sldNum"/>
          </p:nvPr>
        </p:nvSpPr>
        <p:spPr>
          <a:xfrm>
            <a:off x="6905625" y="6513513"/>
            <a:ext cx="5283200" cy="344487"/>
          </a:xfrm>
          <a:prstGeom prst="rect">
            <a:avLst/>
          </a:prstGeom>
          <a:noFill/>
          <a:ln>
            <a:noFill/>
          </a:ln>
        </p:spPr>
        <p:txBody>
          <a:bodyPr anchorCtr="0" anchor="b" bIns="45700" lIns="91425" spcFirstLastPara="1" rIns="91425" wrap="square" tIns="45700">
            <a:noAutofit/>
          </a:bodyPr>
          <a:lstStyle/>
          <a:p>
            <a:pPr indent="0" lvl="0" marL="0" marR="0" rtl="0" algn="r">
              <a:spcBef>
                <a:spcPts val="0"/>
              </a:spcBef>
              <a:spcAft>
                <a:spcPts val="0"/>
              </a:spcAft>
              <a:buNone/>
            </a:pPr>
            <a:fld id="{00000000-1234-1234-1234-123412341234}" type="slidenum">
              <a:rPr b="0" i="0" lang="es-ES" sz="1200" u="none" cap="none" strike="noStrike">
                <a:solidFill>
                  <a:schemeClr val="dk1"/>
                </a:solidFill>
                <a:latin typeface="Calibri"/>
                <a:ea typeface="Calibri"/>
                <a:cs typeface="Calibri"/>
                <a:sym typeface="Calibri"/>
              </a:rPr>
              <a:t>‹#›</a:t>
            </a:fld>
            <a:endParaRPr b="0" i="0" sz="1200" u="none" cap="none" strike="noStrike">
              <a:solidFill>
                <a:schemeClr val="dk1"/>
              </a:solidFill>
              <a:latin typeface="Calibri"/>
              <a:ea typeface="Calibri"/>
              <a:cs typeface="Calibri"/>
              <a:sym typeface="Calibri"/>
            </a:endParaRPr>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3" name="Shape 43"/>
        <p:cNvGrpSpPr/>
        <p:nvPr/>
      </p:nvGrpSpPr>
      <p:grpSpPr>
        <a:xfrm>
          <a:off x="0" y="0"/>
          <a:ext cx="0" cy="0"/>
          <a:chOff x="0" y="0"/>
          <a:chExt cx="0" cy="0"/>
        </a:xfrm>
      </p:grpSpPr>
      <p:sp>
        <p:nvSpPr>
          <p:cNvPr id="44" name="Google Shape;44;p1:notes"/>
          <p:cNvSpPr txBox="1"/>
          <p:nvPr>
            <p:ph idx="1" type="body"/>
          </p:nvPr>
        </p:nvSpPr>
        <p:spPr>
          <a:xfrm>
            <a:off x="1219200" y="3300413"/>
            <a:ext cx="9753600" cy="2700337"/>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45" name="Google Shape;45;p1:notes"/>
          <p:cNvSpPr/>
          <p:nvPr>
            <p:ph idx="2" type="sldImg"/>
          </p:nvPr>
        </p:nvSpPr>
        <p:spPr>
          <a:xfrm>
            <a:off x="4038600" y="857250"/>
            <a:ext cx="4114800" cy="2314575"/>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4" name="Shape 54"/>
        <p:cNvGrpSpPr/>
        <p:nvPr/>
      </p:nvGrpSpPr>
      <p:grpSpPr>
        <a:xfrm>
          <a:off x="0" y="0"/>
          <a:ext cx="0" cy="0"/>
          <a:chOff x="0" y="0"/>
          <a:chExt cx="0" cy="0"/>
        </a:xfrm>
      </p:grpSpPr>
      <p:sp>
        <p:nvSpPr>
          <p:cNvPr id="55" name="Google Shape;55;p2:notes"/>
          <p:cNvSpPr txBox="1"/>
          <p:nvPr>
            <p:ph idx="1" type="body"/>
          </p:nvPr>
        </p:nvSpPr>
        <p:spPr>
          <a:xfrm>
            <a:off x="1219200" y="3300413"/>
            <a:ext cx="9753600" cy="2700337"/>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56" name="Google Shape;56;p2:notes"/>
          <p:cNvSpPr/>
          <p:nvPr>
            <p:ph idx="2" type="sldImg"/>
          </p:nvPr>
        </p:nvSpPr>
        <p:spPr>
          <a:xfrm>
            <a:off x="4038600" y="857250"/>
            <a:ext cx="4114800" cy="2314575"/>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5" name="Shape 65"/>
        <p:cNvGrpSpPr/>
        <p:nvPr/>
      </p:nvGrpSpPr>
      <p:grpSpPr>
        <a:xfrm>
          <a:off x="0" y="0"/>
          <a:ext cx="0" cy="0"/>
          <a:chOff x="0" y="0"/>
          <a:chExt cx="0" cy="0"/>
        </a:xfrm>
      </p:grpSpPr>
      <p:sp>
        <p:nvSpPr>
          <p:cNvPr id="66" name="Google Shape;66;p3:notes"/>
          <p:cNvSpPr txBox="1"/>
          <p:nvPr>
            <p:ph idx="1" type="body"/>
          </p:nvPr>
        </p:nvSpPr>
        <p:spPr>
          <a:xfrm>
            <a:off x="1219200" y="3300413"/>
            <a:ext cx="9753600" cy="2700337"/>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67" name="Google Shape;67;p3:notes"/>
          <p:cNvSpPr/>
          <p:nvPr>
            <p:ph idx="2" type="sldImg"/>
          </p:nvPr>
        </p:nvSpPr>
        <p:spPr>
          <a:xfrm>
            <a:off x="4038600" y="857250"/>
            <a:ext cx="4114800" cy="2314575"/>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4" name="Shape 74"/>
        <p:cNvGrpSpPr/>
        <p:nvPr/>
      </p:nvGrpSpPr>
      <p:grpSpPr>
        <a:xfrm>
          <a:off x="0" y="0"/>
          <a:ext cx="0" cy="0"/>
          <a:chOff x="0" y="0"/>
          <a:chExt cx="0" cy="0"/>
        </a:xfrm>
      </p:grpSpPr>
      <p:sp>
        <p:nvSpPr>
          <p:cNvPr id="75" name="Google Shape;75;p4:notes"/>
          <p:cNvSpPr txBox="1"/>
          <p:nvPr>
            <p:ph idx="1" type="body"/>
          </p:nvPr>
        </p:nvSpPr>
        <p:spPr>
          <a:xfrm>
            <a:off x="1219200" y="3300413"/>
            <a:ext cx="9753600" cy="2700337"/>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76" name="Google Shape;76;p4:notes"/>
          <p:cNvSpPr/>
          <p:nvPr>
            <p:ph idx="2" type="sldImg"/>
          </p:nvPr>
        </p:nvSpPr>
        <p:spPr>
          <a:xfrm>
            <a:off x="4038600" y="857250"/>
            <a:ext cx="4114800" cy="2314575"/>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3" name="Shape 83"/>
        <p:cNvGrpSpPr/>
        <p:nvPr/>
      </p:nvGrpSpPr>
      <p:grpSpPr>
        <a:xfrm>
          <a:off x="0" y="0"/>
          <a:ext cx="0" cy="0"/>
          <a:chOff x="0" y="0"/>
          <a:chExt cx="0" cy="0"/>
        </a:xfrm>
      </p:grpSpPr>
      <p:sp>
        <p:nvSpPr>
          <p:cNvPr id="84" name="Google Shape;84;p5:notes"/>
          <p:cNvSpPr txBox="1"/>
          <p:nvPr>
            <p:ph idx="1" type="body"/>
          </p:nvPr>
        </p:nvSpPr>
        <p:spPr>
          <a:xfrm>
            <a:off x="1219200" y="3300413"/>
            <a:ext cx="9753600" cy="2700337"/>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85" name="Google Shape;85;p5:notes"/>
          <p:cNvSpPr/>
          <p:nvPr>
            <p:ph idx="2" type="sldImg"/>
          </p:nvPr>
        </p:nvSpPr>
        <p:spPr>
          <a:xfrm>
            <a:off x="4038600" y="857250"/>
            <a:ext cx="4114800" cy="2314575"/>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2" name="Shape 92"/>
        <p:cNvGrpSpPr/>
        <p:nvPr/>
      </p:nvGrpSpPr>
      <p:grpSpPr>
        <a:xfrm>
          <a:off x="0" y="0"/>
          <a:ext cx="0" cy="0"/>
          <a:chOff x="0" y="0"/>
          <a:chExt cx="0" cy="0"/>
        </a:xfrm>
      </p:grpSpPr>
      <p:sp>
        <p:nvSpPr>
          <p:cNvPr id="93" name="Google Shape;93;p6:notes"/>
          <p:cNvSpPr txBox="1"/>
          <p:nvPr>
            <p:ph idx="1" type="body"/>
          </p:nvPr>
        </p:nvSpPr>
        <p:spPr>
          <a:xfrm>
            <a:off x="1219200" y="3300413"/>
            <a:ext cx="9753600" cy="2700337"/>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94" name="Google Shape;94;p6:notes"/>
          <p:cNvSpPr/>
          <p:nvPr>
            <p:ph idx="2" type="sldImg"/>
          </p:nvPr>
        </p:nvSpPr>
        <p:spPr>
          <a:xfrm>
            <a:off x="4038600" y="857250"/>
            <a:ext cx="4114800" cy="2314575"/>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2" name="Shape 102"/>
        <p:cNvGrpSpPr/>
        <p:nvPr/>
      </p:nvGrpSpPr>
      <p:grpSpPr>
        <a:xfrm>
          <a:off x="0" y="0"/>
          <a:ext cx="0" cy="0"/>
          <a:chOff x="0" y="0"/>
          <a:chExt cx="0" cy="0"/>
        </a:xfrm>
      </p:grpSpPr>
      <p:sp>
        <p:nvSpPr>
          <p:cNvPr id="103" name="Google Shape;103;p7:notes"/>
          <p:cNvSpPr txBox="1"/>
          <p:nvPr>
            <p:ph idx="1" type="body"/>
          </p:nvPr>
        </p:nvSpPr>
        <p:spPr>
          <a:xfrm>
            <a:off x="1219200" y="3300413"/>
            <a:ext cx="9753600" cy="2700337"/>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04" name="Google Shape;104;p7:notes"/>
          <p:cNvSpPr/>
          <p:nvPr>
            <p:ph idx="2" type="sldImg"/>
          </p:nvPr>
        </p:nvSpPr>
        <p:spPr>
          <a:xfrm>
            <a:off x="4038600" y="857250"/>
            <a:ext cx="4114800" cy="2314575"/>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1" name="Shape 111"/>
        <p:cNvGrpSpPr/>
        <p:nvPr/>
      </p:nvGrpSpPr>
      <p:grpSpPr>
        <a:xfrm>
          <a:off x="0" y="0"/>
          <a:ext cx="0" cy="0"/>
          <a:chOff x="0" y="0"/>
          <a:chExt cx="0" cy="0"/>
        </a:xfrm>
      </p:grpSpPr>
      <p:sp>
        <p:nvSpPr>
          <p:cNvPr id="112" name="Google Shape;112;p8:notes"/>
          <p:cNvSpPr txBox="1"/>
          <p:nvPr>
            <p:ph idx="1" type="body"/>
          </p:nvPr>
        </p:nvSpPr>
        <p:spPr>
          <a:xfrm>
            <a:off x="1219200" y="3300413"/>
            <a:ext cx="9753600" cy="2700337"/>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13" name="Google Shape;113;p8:notes"/>
          <p:cNvSpPr/>
          <p:nvPr>
            <p:ph idx="2" type="sldImg"/>
          </p:nvPr>
        </p:nvSpPr>
        <p:spPr>
          <a:xfrm>
            <a:off x="4038600" y="857250"/>
            <a:ext cx="4114800" cy="2314575"/>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1" name="Shape 121"/>
        <p:cNvGrpSpPr/>
        <p:nvPr/>
      </p:nvGrpSpPr>
      <p:grpSpPr>
        <a:xfrm>
          <a:off x="0" y="0"/>
          <a:ext cx="0" cy="0"/>
          <a:chOff x="0" y="0"/>
          <a:chExt cx="0" cy="0"/>
        </a:xfrm>
      </p:grpSpPr>
      <p:sp>
        <p:nvSpPr>
          <p:cNvPr id="122" name="Google Shape;122;p9:notes"/>
          <p:cNvSpPr txBox="1"/>
          <p:nvPr>
            <p:ph idx="1" type="body"/>
          </p:nvPr>
        </p:nvSpPr>
        <p:spPr>
          <a:xfrm>
            <a:off x="1219200" y="3300413"/>
            <a:ext cx="9753600" cy="2700337"/>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Clr>
                <a:schemeClr val="dk1"/>
              </a:buClr>
              <a:buSzPts val="1200"/>
              <a:buFont typeface="Calibri"/>
              <a:buNone/>
            </a:pPr>
            <a:r>
              <a:t/>
            </a:r>
            <a:endParaRPr/>
          </a:p>
        </p:txBody>
      </p:sp>
      <p:sp>
        <p:nvSpPr>
          <p:cNvPr id="123" name="Google Shape;123;p9:notes"/>
          <p:cNvSpPr/>
          <p:nvPr>
            <p:ph idx="2" type="sldImg"/>
          </p:nvPr>
        </p:nvSpPr>
        <p:spPr>
          <a:xfrm>
            <a:off x="4038600" y="857250"/>
            <a:ext cx="4114800" cy="2314575"/>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9" name="Shape 129"/>
        <p:cNvGrpSpPr/>
        <p:nvPr/>
      </p:nvGrpSpPr>
      <p:grpSpPr>
        <a:xfrm>
          <a:off x="0" y="0"/>
          <a:ext cx="0" cy="0"/>
          <a:chOff x="0" y="0"/>
          <a:chExt cx="0" cy="0"/>
        </a:xfrm>
      </p:grpSpPr>
      <p:sp>
        <p:nvSpPr>
          <p:cNvPr id="130" name="Google Shape;130;p10:notes"/>
          <p:cNvSpPr txBox="1"/>
          <p:nvPr>
            <p:ph idx="1" type="body"/>
          </p:nvPr>
        </p:nvSpPr>
        <p:spPr>
          <a:xfrm>
            <a:off x="1219200" y="3300413"/>
            <a:ext cx="9753600" cy="2700337"/>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Clr>
                <a:schemeClr val="dk1"/>
              </a:buClr>
              <a:buSzPts val="1200"/>
              <a:buFont typeface="Calibri"/>
              <a:buNone/>
            </a:pPr>
            <a:r>
              <a:t/>
            </a:r>
            <a:endParaRPr/>
          </a:p>
        </p:txBody>
      </p:sp>
      <p:sp>
        <p:nvSpPr>
          <p:cNvPr id="131" name="Google Shape;131;p10:notes"/>
          <p:cNvSpPr/>
          <p:nvPr>
            <p:ph idx="2" type="sldImg"/>
          </p:nvPr>
        </p:nvSpPr>
        <p:spPr>
          <a:xfrm>
            <a:off x="4038600" y="857250"/>
            <a:ext cx="4114800" cy="2314575"/>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7" name="Shape 137"/>
        <p:cNvGrpSpPr/>
        <p:nvPr/>
      </p:nvGrpSpPr>
      <p:grpSpPr>
        <a:xfrm>
          <a:off x="0" y="0"/>
          <a:ext cx="0" cy="0"/>
          <a:chOff x="0" y="0"/>
          <a:chExt cx="0" cy="0"/>
        </a:xfrm>
      </p:grpSpPr>
      <p:sp>
        <p:nvSpPr>
          <p:cNvPr id="138" name="Google Shape;138;p11:notes"/>
          <p:cNvSpPr txBox="1"/>
          <p:nvPr>
            <p:ph idx="1" type="body"/>
          </p:nvPr>
        </p:nvSpPr>
        <p:spPr>
          <a:xfrm>
            <a:off x="1219200" y="3300413"/>
            <a:ext cx="9753600" cy="2700337"/>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Clr>
                <a:schemeClr val="dk1"/>
              </a:buClr>
              <a:buSzPts val="1200"/>
              <a:buFont typeface="Calibri"/>
              <a:buNone/>
            </a:pPr>
            <a:r>
              <a:t/>
            </a:r>
            <a:endParaRPr/>
          </a:p>
        </p:txBody>
      </p:sp>
      <p:sp>
        <p:nvSpPr>
          <p:cNvPr id="139" name="Google Shape;139;p11:notes"/>
          <p:cNvSpPr/>
          <p:nvPr>
            <p:ph idx="2" type="sldImg"/>
          </p:nvPr>
        </p:nvSpPr>
        <p:spPr>
          <a:xfrm>
            <a:off x="4038600" y="857250"/>
            <a:ext cx="4114800" cy="2314575"/>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5" name="Shape 145"/>
        <p:cNvGrpSpPr/>
        <p:nvPr/>
      </p:nvGrpSpPr>
      <p:grpSpPr>
        <a:xfrm>
          <a:off x="0" y="0"/>
          <a:ext cx="0" cy="0"/>
          <a:chOff x="0" y="0"/>
          <a:chExt cx="0" cy="0"/>
        </a:xfrm>
      </p:grpSpPr>
      <p:sp>
        <p:nvSpPr>
          <p:cNvPr id="146" name="Google Shape;146;p12:notes"/>
          <p:cNvSpPr txBox="1"/>
          <p:nvPr>
            <p:ph idx="1" type="body"/>
          </p:nvPr>
        </p:nvSpPr>
        <p:spPr>
          <a:xfrm>
            <a:off x="1219200" y="3300413"/>
            <a:ext cx="9753600" cy="2700337"/>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Clr>
                <a:schemeClr val="dk1"/>
              </a:buClr>
              <a:buSzPts val="1200"/>
              <a:buFont typeface="Calibri"/>
              <a:buNone/>
            </a:pPr>
            <a:r>
              <a:t/>
            </a:r>
            <a:endParaRPr/>
          </a:p>
        </p:txBody>
      </p:sp>
      <p:sp>
        <p:nvSpPr>
          <p:cNvPr id="147" name="Google Shape;147;p12:notes"/>
          <p:cNvSpPr/>
          <p:nvPr>
            <p:ph idx="2" type="sldImg"/>
          </p:nvPr>
        </p:nvSpPr>
        <p:spPr>
          <a:xfrm>
            <a:off x="4038600" y="857250"/>
            <a:ext cx="4114800" cy="2314575"/>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3" name="Shape 153"/>
        <p:cNvGrpSpPr/>
        <p:nvPr/>
      </p:nvGrpSpPr>
      <p:grpSpPr>
        <a:xfrm>
          <a:off x="0" y="0"/>
          <a:ext cx="0" cy="0"/>
          <a:chOff x="0" y="0"/>
          <a:chExt cx="0" cy="0"/>
        </a:xfrm>
      </p:grpSpPr>
      <p:sp>
        <p:nvSpPr>
          <p:cNvPr id="154" name="Google Shape;154;p13:notes"/>
          <p:cNvSpPr txBox="1"/>
          <p:nvPr>
            <p:ph idx="1" type="body"/>
          </p:nvPr>
        </p:nvSpPr>
        <p:spPr>
          <a:xfrm>
            <a:off x="1219200" y="3300413"/>
            <a:ext cx="9753600" cy="2700337"/>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Clr>
                <a:schemeClr val="dk1"/>
              </a:buClr>
              <a:buSzPts val="1200"/>
              <a:buFont typeface="Calibri"/>
              <a:buNone/>
            </a:pPr>
            <a:r>
              <a:t/>
            </a:r>
            <a:endParaRPr/>
          </a:p>
        </p:txBody>
      </p:sp>
      <p:sp>
        <p:nvSpPr>
          <p:cNvPr id="155" name="Google Shape;155;p13:notes"/>
          <p:cNvSpPr/>
          <p:nvPr>
            <p:ph idx="2" type="sldImg"/>
          </p:nvPr>
        </p:nvSpPr>
        <p:spPr>
          <a:xfrm>
            <a:off x="4038600" y="857250"/>
            <a:ext cx="4114800" cy="2314575"/>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1" name="Shape 161"/>
        <p:cNvGrpSpPr/>
        <p:nvPr/>
      </p:nvGrpSpPr>
      <p:grpSpPr>
        <a:xfrm>
          <a:off x="0" y="0"/>
          <a:ext cx="0" cy="0"/>
          <a:chOff x="0" y="0"/>
          <a:chExt cx="0" cy="0"/>
        </a:xfrm>
      </p:grpSpPr>
      <p:sp>
        <p:nvSpPr>
          <p:cNvPr id="162" name="Google Shape;162;p14:notes"/>
          <p:cNvSpPr txBox="1"/>
          <p:nvPr>
            <p:ph idx="1" type="body"/>
          </p:nvPr>
        </p:nvSpPr>
        <p:spPr>
          <a:xfrm>
            <a:off x="1219200" y="3300413"/>
            <a:ext cx="9753600" cy="2700337"/>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Clr>
                <a:schemeClr val="dk1"/>
              </a:buClr>
              <a:buSzPts val="1200"/>
              <a:buFont typeface="Calibri"/>
              <a:buNone/>
            </a:pPr>
            <a:r>
              <a:t/>
            </a:r>
            <a:endParaRPr/>
          </a:p>
        </p:txBody>
      </p:sp>
      <p:sp>
        <p:nvSpPr>
          <p:cNvPr id="163" name="Google Shape;163;p14:notes"/>
          <p:cNvSpPr/>
          <p:nvPr>
            <p:ph idx="2" type="sldImg"/>
          </p:nvPr>
        </p:nvSpPr>
        <p:spPr>
          <a:xfrm>
            <a:off x="4038600" y="857250"/>
            <a:ext cx="4114800" cy="2314575"/>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9" name="Shape 169"/>
        <p:cNvGrpSpPr/>
        <p:nvPr/>
      </p:nvGrpSpPr>
      <p:grpSpPr>
        <a:xfrm>
          <a:off x="0" y="0"/>
          <a:ext cx="0" cy="0"/>
          <a:chOff x="0" y="0"/>
          <a:chExt cx="0" cy="0"/>
        </a:xfrm>
      </p:grpSpPr>
      <p:sp>
        <p:nvSpPr>
          <p:cNvPr id="170" name="Google Shape;170;p15:notes"/>
          <p:cNvSpPr txBox="1"/>
          <p:nvPr>
            <p:ph idx="1" type="body"/>
          </p:nvPr>
        </p:nvSpPr>
        <p:spPr>
          <a:xfrm>
            <a:off x="1219200" y="3300413"/>
            <a:ext cx="9753600" cy="2700337"/>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Clr>
                <a:schemeClr val="dk1"/>
              </a:buClr>
              <a:buSzPts val="1200"/>
              <a:buFont typeface="Calibri"/>
              <a:buNone/>
            </a:pPr>
            <a:r>
              <a:t/>
            </a:r>
            <a:endParaRPr/>
          </a:p>
        </p:txBody>
      </p:sp>
      <p:sp>
        <p:nvSpPr>
          <p:cNvPr id="171" name="Google Shape;171;p15:notes"/>
          <p:cNvSpPr/>
          <p:nvPr>
            <p:ph idx="2" type="sldImg"/>
          </p:nvPr>
        </p:nvSpPr>
        <p:spPr>
          <a:xfrm>
            <a:off x="4038600" y="857250"/>
            <a:ext cx="4114800" cy="2314575"/>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7" name="Shape 177"/>
        <p:cNvGrpSpPr/>
        <p:nvPr/>
      </p:nvGrpSpPr>
      <p:grpSpPr>
        <a:xfrm>
          <a:off x="0" y="0"/>
          <a:ext cx="0" cy="0"/>
          <a:chOff x="0" y="0"/>
          <a:chExt cx="0" cy="0"/>
        </a:xfrm>
      </p:grpSpPr>
      <p:sp>
        <p:nvSpPr>
          <p:cNvPr id="178" name="Google Shape;178;p16:notes"/>
          <p:cNvSpPr txBox="1"/>
          <p:nvPr>
            <p:ph idx="1" type="body"/>
          </p:nvPr>
        </p:nvSpPr>
        <p:spPr>
          <a:xfrm>
            <a:off x="1219200" y="3300413"/>
            <a:ext cx="9753600" cy="2700337"/>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Clr>
                <a:schemeClr val="dk1"/>
              </a:buClr>
              <a:buSzPts val="1200"/>
              <a:buFont typeface="Calibri"/>
              <a:buNone/>
            </a:pPr>
            <a:r>
              <a:t/>
            </a:r>
            <a:endParaRPr/>
          </a:p>
        </p:txBody>
      </p:sp>
      <p:sp>
        <p:nvSpPr>
          <p:cNvPr id="179" name="Google Shape;179;p16:notes"/>
          <p:cNvSpPr/>
          <p:nvPr>
            <p:ph idx="2" type="sldImg"/>
          </p:nvPr>
        </p:nvSpPr>
        <p:spPr>
          <a:xfrm>
            <a:off x="4038600" y="857250"/>
            <a:ext cx="4114800" cy="2314575"/>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5" name="Shape 185"/>
        <p:cNvGrpSpPr/>
        <p:nvPr/>
      </p:nvGrpSpPr>
      <p:grpSpPr>
        <a:xfrm>
          <a:off x="0" y="0"/>
          <a:ext cx="0" cy="0"/>
          <a:chOff x="0" y="0"/>
          <a:chExt cx="0" cy="0"/>
        </a:xfrm>
      </p:grpSpPr>
      <p:sp>
        <p:nvSpPr>
          <p:cNvPr id="186" name="Google Shape;186;p17:notes"/>
          <p:cNvSpPr txBox="1"/>
          <p:nvPr>
            <p:ph idx="1" type="body"/>
          </p:nvPr>
        </p:nvSpPr>
        <p:spPr>
          <a:xfrm>
            <a:off x="1219200" y="3300413"/>
            <a:ext cx="9753600" cy="2700337"/>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Clr>
                <a:schemeClr val="dk1"/>
              </a:buClr>
              <a:buSzPts val="1200"/>
              <a:buFont typeface="Calibri"/>
              <a:buNone/>
            </a:pPr>
            <a:r>
              <a:t/>
            </a:r>
            <a:endParaRPr/>
          </a:p>
        </p:txBody>
      </p:sp>
      <p:sp>
        <p:nvSpPr>
          <p:cNvPr id="187" name="Google Shape;187;p17:notes"/>
          <p:cNvSpPr/>
          <p:nvPr>
            <p:ph idx="2" type="sldImg"/>
          </p:nvPr>
        </p:nvSpPr>
        <p:spPr>
          <a:xfrm>
            <a:off x="4038600" y="857250"/>
            <a:ext cx="4114800" cy="2314575"/>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2" name="Shape 192"/>
        <p:cNvGrpSpPr/>
        <p:nvPr/>
      </p:nvGrpSpPr>
      <p:grpSpPr>
        <a:xfrm>
          <a:off x="0" y="0"/>
          <a:ext cx="0" cy="0"/>
          <a:chOff x="0" y="0"/>
          <a:chExt cx="0" cy="0"/>
        </a:xfrm>
      </p:grpSpPr>
      <p:sp>
        <p:nvSpPr>
          <p:cNvPr id="193" name="Google Shape;193;p18:notes"/>
          <p:cNvSpPr txBox="1"/>
          <p:nvPr>
            <p:ph idx="1" type="body"/>
          </p:nvPr>
        </p:nvSpPr>
        <p:spPr>
          <a:xfrm>
            <a:off x="1219200" y="3300413"/>
            <a:ext cx="9753600" cy="2700337"/>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Clr>
                <a:schemeClr val="dk1"/>
              </a:buClr>
              <a:buSzPts val="1200"/>
              <a:buFont typeface="Calibri"/>
              <a:buNone/>
            </a:pPr>
            <a:r>
              <a:t/>
            </a:r>
            <a:endParaRPr/>
          </a:p>
        </p:txBody>
      </p:sp>
      <p:sp>
        <p:nvSpPr>
          <p:cNvPr id="194" name="Google Shape;194;p18:notes"/>
          <p:cNvSpPr/>
          <p:nvPr>
            <p:ph idx="2" type="sldImg"/>
          </p:nvPr>
        </p:nvSpPr>
        <p:spPr>
          <a:xfrm>
            <a:off x="4038600" y="857250"/>
            <a:ext cx="4114800" cy="2314575"/>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0" name="Shape 200"/>
        <p:cNvGrpSpPr/>
        <p:nvPr/>
      </p:nvGrpSpPr>
      <p:grpSpPr>
        <a:xfrm>
          <a:off x="0" y="0"/>
          <a:ext cx="0" cy="0"/>
          <a:chOff x="0" y="0"/>
          <a:chExt cx="0" cy="0"/>
        </a:xfrm>
      </p:grpSpPr>
      <p:sp>
        <p:nvSpPr>
          <p:cNvPr id="201" name="Google Shape;201;p19:notes"/>
          <p:cNvSpPr txBox="1"/>
          <p:nvPr>
            <p:ph idx="1" type="body"/>
          </p:nvPr>
        </p:nvSpPr>
        <p:spPr>
          <a:xfrm>
            <a:off x="1219200" y="3300413"/>
            <a:ext cx="9753600" cy="2700337"/>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Clr>
                <a:schemeClr val="dk1"/>
              </a:buClr>
              <a:buSzPts val="1200"/>
              <a:buFont typeface="Calibri"/>
              <a:buNone/>
            </a:pPr>
            <a:r>
              <a:t/>
            </a:r>
            <a:endParaRPr/>
          </a:p>
        </p:txBody>
      </p:sp>
      <p:sp>
        <p:nvSpPr>
          <p:cNvPr id="202" name="Google Shape;202;p19:notes"/>
          <p:cNvSpPr/>
          <p:nvPr>
            <p:ph idx="2" type="sldImg"/>
          </p:nvPr>
        </p:nvSpPr>
        <p:spPr>
          <a:xfrm>
            <a:off x="4038600" y="857250"/>
            <a:ext cx="4114800" cy="2314575"/>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7" name="Shape 207"/>
        <p:cNvGrpSpPr/>
        <p:nvPr/>
      </p:nvGrpSpPr>
      <p:grpSpPr>
        <a:xfrm>
          <a:off x="0" y="0"/>
          <a:ext cx="0" cy="0"/>
          <a:chOff x="0" y="0"/>
          <a:chExt cx="0" cy="0"/>
        </a:xfrm>
      </p:grpSpPr>
      <p:sp>
        <p:nvSpPr>
          <p:cNvPr id="208" name="Google Shape;208;p20:notes"/>
          <p:cNvSpPr txBox="1"/>
          <p:nvPr>
            <p:ph idx="1" type="body"/>
          </p:nvPr>
        </p:nvSpPr>
        <p:spPr>
          <a:xfrm>
            <a:off x="1219200" y="3300413"/>
            <a:ext cx="9753600" cy="2700337"/>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Clr>
                <a:schemeClr val="dk1"/>
              </a:buClr>
              <a:buSzPts val="1200"/>
              <a:buFont typeface="Calibri"/>
              <a:buNone/>
            </a:pPr>
            <a:r>
              <a:t/>
            </a:r>
            <a:endParaRPr/>
          </a:p>
        </p:txBody>
      </p:sp>
      <p:sp>
        <p:nvSpPr>
          <p:cNvPr id="209" name="Google Shape;209;p20:notes"/>
          <p:cNvSpPr/>
          <p:nvPr>
            <p:ph idx="2" type="sldImg"/>
          </p:nvPr>
        </p:nvSpPr>
        <p:spPr>
          <a:xfrm>
            <a:off x="4038600" y="857250"/>
            <a:ext cx="4114800" cy="2314575"/>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4" name="Shape 214"/>
        <p:cNvGrpSpPr/>
        <p:nvPr/>
      </p:nvGrpSpPr>
      <p:grpSpPr>
        <a:xfrm>
          <a:off x="0" y="0"/>
          <a:ext cx="0" cy="0"/>
          <a:chOff x="0" y="0"/>
          <a:chExt cx="0" cy="0"/>
        </a:xfrm>
      </p:grpSpPr>
      <p:sp>
        <p:nvSpPr>
          <p:cNvPr id="215" name="Google Shape;215;p21:notes"/>
          <p:cNvSpPr txBox="1"/>
          <p:nvPr>
            <p:ph idx="1" type="body"/>
          </p:nvPr>
        </p:nvSpPr>
        <p:spPr>
          <a:xfrm>
            <a:off x="1219200" y="3300413"/>
            <a:ext cx="9753600" cy="2700337"/>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16" name="Google Shape;216;p21:notes"/>
          <p:cNvSpPr/>
          <p:nvPr>
            <p:ph idx="2" type="sldImg"/>
          </p:nvPr>
        </p:nvSpPr>
        <p:spPr>
          <a:xfrm>
            <a:off x="4038600" y="857250"/>
            <a:ext cx="4114800" cy="2314575"/>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0" name="Shape 220"/>
        <p:cNvGrpSpPr/>
        <p:nvPr/>
      </p:nvGrpSpPr>
      <p:grpSpPr>
        <a:xfrm>
          <a:off x="0" y="0"/>
          <a:ext cx="0" cy="0"/>
          <a:chOff x="0" y="0"/>
          <a:chExt cx="0" cy="0"/>
        </a:xfrm>
      </p:grpSpPr>
      <p:sp>
        <p:nvSpPr>
          <p:cNvPr id="221" name="Google Shape;221;p22:notes"/>
          <p:cNvSpPr txBox="1"/>
          <p:nvPr>
            <p:ph idx="1" type="body"/>
          </p:nvPr>
        </p:nvSpPr>
        <p:spPr>
          <a:xfrm>
            <a:off x="1219200" y="3300413"/>
            <a:ext cx="9753600" cy="2700337"/>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22" name="Google Shape;222;p22:notes"/>
          <p:cNvSpPr/>
          <p:nvPr>
            <p:ph idx="2" type="sldImg"/>
          </p:nvPr>
        </p:nvSpPr>
        <p:spPr>
          <a:xfrm>
            <a:off x="4038600" y="857250"/>
            <a:ext cx="4114800" cy="2314575"/>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6" name="Shape 226"/>
        <p:cNvGrpSpPr/>
        <p:nvPr/>
      </p:nvGrpSpPr>
      <p:grpSpPr>
        <a:xfrm>
          <a:off x="0" y="0"/>
          <a:ext cx="0" cy="0"/>
          <a:chOff x="0" y="0"/>
          <a:chExt cx="0" cy="0"/>
        </a:xfrm>
      </p:grpSpPr>
      <p:sp>
        <p:nvSpPr>
          <p:cNvPr id="227" name="Google Shape;227;p23:notes"/>
          <p:cNvSpPr txBox="1"/>
          <p:nvPr>
            <p:ph idx="1" type="body"/>
          </p:nvPr>
        </p:nvSpPr>
        <p:spPr>
          <a:xfrm>
            <a:off x="1219200" y="3300413"/>
            <a:ext cx="9753600" cy="2700337"/>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28" name="Google Shape;228;p23:notes"/>
          <p:cNvSpPr/>
          <p:nvPr>
            <p:ph idx="2" type="sldImg"/>
          </p:nvPr>
        </p:nvSpPr>
        <p:spPr>
          <a:xfrm>
            <a:off x="4038600" y="857250"/>
            <a:ext cx="4114800" cy="2314575"/>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5" name="Shape 235"/>
        <p:cNvGrpSpPr/>
        <p:nvPr/>
      </p:nvGrpSpPr>
      <p:grpSpPr>
        <a:xfrm>
          <a:off x="0" y="0"/>
          <a:ext cx="0" cy="0"/>
          <a:chOff x="0" y="0"/>
          <a:chExt cx="0" cy="0"/>
        </a:xfrm>
      </p:grpSpPr>
      <p:sp>
        <p:nvSpPr>
          <p:cNvPr id="236" name="Google Shape;236;p24:notes"/>
          <p:cNvSpPr txBox="1"/>
          <p:nvPr>
            <p:ph idx="1" type="body"/>
          </p:nvPr>
        </p:nvSpPr>
        <p:spPr>
          <a:xfrm>
            <a:off x="1219200" y="3300413"/>
            <a:ext cx="9753600" cy="2700337"/>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37" name="Google Shape;237;p24:notes"/>
          <p:cNvSpPr/>
          <p:nvPr>
            <p:ph idx="2" type="sldImg"/>
          </p:nvPr>
        </p:nvSpPr>
        <p:spPr>
          <a:xfrm>
            <a:off x="4038600" y="857250"/>
            <a:ext cx="4114800" cy="2314575"/>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5" name="Shape 245"/>
        <p:cNvGrpSpPr/>
        <p:nvPr/>
      </p:nvGrpSpPr>
      <p:grpSpPr>
        <a:xfrm>
          <a:off x="0" y="0"/>
          <a:ext cx="0" cy="0"/>
          <a:chOff x="0" y="0"/>
          <a:chExt cx="0" cy="0"/>
        </a:xfrm>
      </p:grpSpPr>
      <p:sp>
        <p:nvSpPr>
          <p:cNvPr id="246" name="Google Shape;246;p25:notes"/>
          <p:cNvSpPr txBox="1"/>
          <p:nvPr>
            <p:ph idx="1" type="body"/>
          </p:nvPr>
        </p:nvSpPr>
        <p:spPr>
          <a:xfrm>
            <a:off x="1219200" y="3300413"/>
            <a:ext cx="9753600" cy="2700337"/>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47" name="Google Shape;247;p25:notes"/>
          <p:cNvSpPr/>
          <p:nvPr>
            <p:ph idx="2" type="sldImg"/>
          </p:nvPr>
        </p:nvSpPr>
        <p:spPr>
          <a:xfrm>
            <a:off x="4038600" y="857250"/>
            <a:ext cx="4114800" cy="2314575"/>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5" name="Shape 255"/>
        <p:cNvGrpSpPr/>
        <p:nvPr/>
      </p:nvGrpSpPr>
      <p:grpSpPr>
        <a:xfrm>
          <a:off x="0" y="0"/>
          <a:ext cx="0" cy="0"/>
          <a:chOff x="0" y="0"/>
          <a:chExt cx="0" cy="0"/>
        </a:xfrm>
      </p:grpSpPr>
      <p:sp>
        <p:nvSpPr>
          <p:cNvPr id="256" name="Google Shape;256;p26:notes"/>
          <p:cNvSpPr txBox="1"/>
          <p:nvPr>
            <p:ph idx="1" type="body"/>
          </p:nvPr>
        </p:nvSpPr>
        <p:spPr>
          <a:xfrm>
            <a:off x="1219200" y="3300413"/>
            <a:ext cx="9753600" cy="2700337"/>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57" name="Google Shape;257;p26:notes"/>
          <p:cNvSpPr/>
          <p:nvPr>
            <p:ph idx="2" type="sldImg"/>
          </p:nvPr>
        </p:nvSpPr>
        <p:spPr>
          <a:xfrm>
            <a:off x="4038600" y="857250"/>
            <a:ext cx="4114800" cy="2314575"/>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4" name="Shape 264"/>
        <p:cNvGrpSpPr/>
        <p:nvPr/>
      </p:nvGrpSpPr>
      <p:grpSpPr>
        <a:xfrm>
          <a:off x="0" y="0"/>
          <a:ext cx="0" cy="0"/>
          <a:chOff x="0" y="0"/>
          <a:chExt cx="0" cy="0"/>
        </a:xfrm>
      </p:grpSpPr>
      <p:sp>
        <p:nvSpPr>
          <p:cNvPr id="265" name="Google Shape;265;p27:notes"/>
          <p:cNvSpPr txBox="1"/>
          <p:nvPr>
            <p:ph idx="1" type="body"/>
          </p:nvPr>
        </p:nvSpPr>
        <p:spPr>
          <a:xfrm>
            <a:off x="1219200" y="3300413"/>
            <a:ext cx="9753600" cy="2700337"/>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66" name="Google Shape;266;p27:notes"/>
          <p:cNvSpPr/>
          <p:nvPr>
            <p:ph idx="2" type="sldImg"/>
          </p:nvPr>
        </p:nvSpPr>
        <p:spPr>
          <a:xfrm>
            <a:off x="4038600" y="857250"/>
            <a:ext cx="4114800" cy="2314575"/>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3" name="Shape 273"/>
        <p:cNvGrpSpPr/>
        <p:nvPr/>
      </p:nvGrpSpPr>
      <p:grpSpPr>
        <a:xfrm>
          <a:off x="0" y="0"/>
          <a:ext cx="0" cy="0"/>
          <a:chOff x="0" y="0"/>
          <a:chExt cx="0" cy="0"/>
        </a:xfrm>
      </p:grpSpPr>
      <p:sp>
        <p:nvSpPr>
          <p:cNvPr id="274" name="Google Shape;274;p28:notes"/>
          <p:cNvSpPr txBox="1"/>
          <p:nvPr>
            <p:ph idx="1" type="body"/>
          </p:nvPr>
        </p:nvSpPr>
        <p:spPr>
          <a:xfrm>
            <a:off x="1219200" y="3300413"/>
            <a:ext cx="9753600" cy="2700337"/>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75" name="Google Shape;275;p28:notes"/>
          <p:cNvSpPr/>
          <p:nvPr>
            <p:ph idx="2" type="sldImg"/>
          </p:nvPr>
        </p:nvSpPr>
        <p:spPr>
          <a:xfrm>
            <a:off x="4038600" y="857250"/>
            <a:ext cx="4114800" cy="2314575"/>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3" name="Shape 283"/>
        <p:cNvGrpSpPr/>
        <p:nvPr/>
      </p:nvGrpSpPr>
      <p:grpSpPr>
        <a:xfrm>
          <a:off x="0" y="0"/>
          <a:ext cx="0" cy="0"/>
          <a:chOff x="0" y="0"/>
          <a:chExt cx="0" cy="0"/>
        </a:xfrm>
      </p:grpSpPr>
      <p:sp>
        <p:nvSpPr>
          <p:cNvPr id="284" name="Google Shape;284;p29:notes"/>
          <p:cNvSpPr txBox="1"/>
          <p:nvPr>
            <p:ph idx="1" type="body"/>
          </p:nvPr>
        </p:nvSpPr>
        <p:spPr>
          <a:xfrm>
            <a:off x="1219200" y="3300413"/>
            <a:ext cx="9753600" cy="2700337"/>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85" name="Google Shape;285;p29:notes"/>
          <p:cNvSpPr/>
          <p:nvPr>
            <p:ph idx="2" type="sldImg"/>
          </p:nvPr>
        </p:nvSpPr>
        <p:spPr>
          <a:xfrm>
            <a:off x="4038600" y="857250"/>
            <a:ext cx="4114800" cy="2314575"/>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3" name="Shape 293"/>
        <p:cNvGrpSpPr/>
        <p:nvPr/>
      </p:nvGrpSpPr>
      <p:grpSpPr>
        <a:xfrm>
          <a:off x="0" y="0"/>
          <a:ext cx="0" cy="0"/>
          <a:chOff x="0" y="0"/>
          <a:chExt cx="0" cy="0"/>
        </a:xfrm>
      </p:grpSpPr>
      <p:sp>
        <p:nvSpPr>
          <p:cNvPr id="294" name="Google Shape;294;p30:notes"/>
          <p:cNvSpPr txBox="1"/>
          <p:nvPr>
            <p:ph idx="1" type="body"/>
          </p:nvPr>
        </p:nvSpPr>
        <p:spPr>
          <a:xfrm>
            <a:off x="1219200" y="3300413"/>
            <a:ext cx="9753600" cy="2700337"/>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95" name="Google Shape;295;p30:notes"/>
          <p:cNvSpPr/>
          <p:nvPr>
            <p:ph idx="2" type="sldImg"/>
          </p:nvPr>
        </p:nvSpPr>
        <p:spPr>
          <a:xfrm>
            <a:off x="4038600" y="857250"/>
            <a:ext cx="4114800" cy="2314575"/>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3" name="Shape 303"/>
        <p:cNvGrpSpPr/>
        <p:nvPr/>
      </p:nvGrpSpPr>
      <p:grpSpPr>
        <a:xfrm>
          <a:off x="0" y="0"/>
          <a:ext cx="0" cy="0"/>
          <a:chOff x="0" y="0"/>
          <a:chExt cx="0" cy="0"/>
        </a:xfrm>
      </p:grpSpPr>
      <p:sp>
        <p:nvSpPr>
          <p:cNvPr id="304" name="Google Shape;304;p31:notes"/>
          <p:cNvSpPr txBox="1"/>
          <p:nvPr>
            <p:ph idx="1" type="body"/>
          </p:nvPr>
        </p:nvSpPr>
        <p:spPr>
          <a:xfrm>
            <a:off x="1219200" y="3300413"/>
            <a:ext cx="9753600" cy="2700337"/>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05" name="Google Shape;305;p31:notes"/>
          <p:cNvSpPr/>
          <p:nvPr>
            <p:ph idx="2" type="sldImg"/>
          </p:nvPr>
        </p:nvSpPr>
        <p:spPr>
          <a:xfrm>
            <a:off x="4038600" y="857250"/>
            <a:ext cx="4114800" cy="2314575"/>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2" name="Shape 312"/>
        <p:cNvGrpSpPr/>
        <p:nvPr/>
      </p:nvGrpSpPr>
      <p:grpSpPr>
        <a:xfrm>
          <a:off x="0" y="0"/>
          <a:ext cx="0" cy="0"/>
          <a:chOff x="0" y="0"/>
          <a:chExt cx="0" cy="0"/>
        </a:xfrm>
      </p:grpSpPr>
      <p:sp>
        <p:nvSpPr>
          <p:cNvPr id="313" name="Google Shape;313;p32:notes"/>
          <p:cNvSpPr txBox="1"/>
          <p:nvPr>
            <p:ph idx="1" type="body"/>
          </p:nvPr>
        </p:nvSpPr>
        <p:spPr>
          <a:xfrm>
            <a:off x="1219200" y="3300413"/>
            <a:ext cx="9753600" cy="2700337"/>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14" name="Google Shape;314;p32:notes"/>
          <p:cNvSpPr/>
          <p:nvPr>
            <p:ph idx="2" type="sldImg"/>
          </p:nvPr>
        </p:nvSpPr>
        <p:spPr>
          <a:xfrm>
            <a:off x="4038600" y="857250"/>
            <a:ext cx="4114800" cy="2314575"/>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obj">
  <p:cSld name="OBJECT">
    <p:spTree>
      <p:nvGrpSpPr>
        <p:cNvPr id="15" name="Shape 15"/>
        <p:cNvGrpSpPr/>
        <p:nvPr/>
      </p:nvGrpSpPr>
      <p:grpSpPr>
        <a:xfrm>
          <a:off x="0" y="0"/>
          <a:ext cx="0" cy="0"/>
          <a:chOff x="0" y="0"/>
          <a:chExt cx="0" cy="0"/>
        </a:xfrm>
      </p:grpSpPr>
      <p:sp>
        <p:nvSpPr>
          <p:cNvPr id="16" name="Google Shape;16;p34"/>
          <p:cNvSpPr txBox="1"/>
          <p:nvPr>
            <p:ph type="ctrTitle"/>
          </p:nvPr>
        </p:nvSpPr>
        <p:spPr>
          <a:xfrm>
            <a:off x="1734820" y="1015746"/>
            <a:ext cx="8722359" cy="1763395"/>
          </a:xfrm>
          <a:prstGeom prst="rect">
            <a:avLst/>
          </a:prstGeom>
          <a:noFill/>
          <a:ln>
            <a:noFill/>
          </a:ln>
        </p:spPr>
        <p:txBody>
          <a:bodyPr anchorCtr="0" anchor="t" bIns="0" lIns="0" spcFirstLastPara="1" rIns="0" wrap="square" tIns="0">
            <a:spAutoFit/>
          </a:bodyPr>
          <a:lstStyle>
            <a:lvl1pPr lvl="0" algn="l">
              <a:spcBef>
                <a:spcPts val="0"/>
              </a:spcBef>
              <a:spcAft>
                <a:spcPts val="0"/>
              </a:spcAft>
              <a:buSzPts val="1400"/>
              <a:buNone/>
              <a:defRPr b="0" i="0" sz="6000">
                <a:solidFill>
                  <a:schemeClr val="dk1"/>
                </a:solidFill>
                <a:latin typeface="Calibri"/>
                <a:ea typeface="Calibri"/>
                <a:cs typeface="Calibri"/>
                <a:sym typeface="Calibri"/>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7" name="Google Shape;17;p34"/>
          <p:cNvSpPr txBox="1"/>
          <p:nvPr>
            <p:ph idx="1" type="subTitle"/>
          </p:nvPr>
        </p:nvSpPr>
        <p:spPr>
          <a:xfrm>
            <a:off x="1828800" y="3840480"/>
            <a:ext cx="8534400" cy="1714500"/>
          </a:xfrm>
          <a:prstGeom prst="rect">
            <a:avLst/>
          </a:prstGeom>
          <a:noFill/>
          <a:ln>
            <a:noFill/>
          </a:ln>
        </p:spPr>
        <p:txBody>
          <a:bodyPr anchorCtr="0" anchor="t" bIns="0" lIns="0" spcFirstLastPara="1" rIns="0" wrap="square" tIns="0">
            <a:sp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8" name="Google Shape;18;p34"/>
          <p:cNvSpPr txBox="1"/>
          <p:nvPr>
            <p:ph idx="11" type="ftr"/>
          </p:nvPr>
        </p:nvSpPr>
        <p:spPr>
          <a:xfrm>
            <a:off x="4145280" y="6377940"/>
            <a:ext cx="3901440" cy="342900"/>
          </a:xfrm>
          <a:prstGeom prst="rect">
            <a:avLst/>
          </a:prstGeom>
          <a:noFill/>
          <a:ln>
            <a:noFill/>
          </a:ln>
        </p:spPr>
        <p:txBody>
          <a:bodyPr anchorCtr="0" anchor="t" bIns="0" lIns="0" spcFirstLastPara="1" rIns="0" wrap="square" tIns="0">
            <a:spAutoFit/>
          </a:bodyPr>
          <a:lstStyle>
            <a:lvl1pPr lvl="0" algn="ctr">
              <a:spcBef>
                <a:spcPts val="0"/>
              </a:spcBef>
              <a:spcAft>
                <a:spcPts val="0"/>
              </a:spcAft>
              <a:buSzPts val="1400"/>
              <a:buNone/>
              <a:defRPr>
                <a:solidFill>
                  <a:srgbClr val="888888"/>
                </a:solidFill>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9" name="Google Shape;19;p34"/>
          <p:cNvSpPr txBox="1"/>
          <p:nvPr>
            <p:ph idx="10" type="dt"/>
          </p:nvPr>
        </p:nvSpPr>
        <p:spPr>
          <a:xfrm>
            <a:off x="609600" y="6377940"/>
            <a:ext cx="2804160" cy="342900"/>
          </a:xfrm>
          <a:prstGeom prst="rect">
            <a:avLst/>
          </a:prstGeom>
          <a:noFill/>
          <a:ln>
            <a:noFill/>
          </a:ln>
        </p:spPr>
        <p:txBody>
          <a:bodyPr anchorCtr="0" anchor="t" bIns="0" lIns="0" spcFirstLastPara="1" rIns="0" wrap="square" tIns="0">
            <a:spAutoFit/>
          </a:bodyPr>
          <a:lstStyle>
            <a:lvl1pPr lvl="0" algn="l">
              <a:spcBef>
                <a:spcPts val="0"/>
              </a:spcBef>
              <a:spcAft>
                <a:spcPts val="0"/>
              </a:spcAft>
              <a:buSzPts val="1400"/>
              <a:buNone/>
              <a:defRPr>
                <a:solidFill>
                  <a:srgbClr val="888888"/>
                </a:solidFill>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0" name="Google Shape;20;p34"/>
          <p:cNvSpPr txBox="1"/>
          <p:nvPr>
            <p:ph idx="12" type="sldNum"/>
          </p:nvPr>
        </p:nvSpPr>
        <p:spPr>
          <a:xfrm>
            <a:off x="8778240" y="6377940"/>
            <a:ext cx="2804160" cy="342900"/>
          </a:xfrm>
          <a:prstGeom prst="rect">
            <a:avLst/>
          </a:prstGeom>
          <a:noFill/>
          <a:ln>
            <a:noFill/>
          </a:ln>
        </p:spPr>
        <p:txBody>
          <a:bodyPr anchorCtr="0" anchor="t" bIns="0" lIns="0" spcFirstLastPara="1" rIns="0" wrap="square" tIns="0">
            <a:spAutoFit/>
          </a:bodyPr>
          <a:lstStyle>
            <a:lvl1pPr indent="0" lvl="0" marL="0" algn="r">
              <a:spcBef>
                <a:spcPts val="0"/>
              </a:spcBef>
              <a:buNone/>
              <a:defRPr>
                <a:solidFill>
                  <a:srgbClr val="888888"/>
                </a:solidFill>
              </a:defRPr>
            </a:lvl1pPr>
            <a:lvl2pPr indent="0" lvl="1" marL="0" algn="r">
              <a:spcBef>
                <a:spcPts val="0"/>
              </a:spcBef>
              <a:buNone/>
              <a:defRPr>
                <a:solidFill>
                  <a:srgbClr val="888888"/>
                </a:solidFill>
              </a:defRPr>
            </a:lvl2pPr>
            <a:lvl3pPr indent="0" lvl="2" marL="0" algn="r">
              <a:spcBef>
                <a:spcPts val="0"/>
              </a:spcBef>
              <a:buNone/>
              <a:defRPr>
                <a:solidFill>
                  <a:srgbClr val="888888"/>
                </a:solidFill>
              </a:defRPr>
            </a:lvl3pPr>
            <a:lvl4pPr indent="0" lvl="3" marL="0" algn="r">
              <a:spcBef>
                <a:spcPts val="0"/>
              </a:spcBef>
              <a:buNone/>
              <a:defRPr>
                <a:solidFill>
                  <a:srgbClr val="888888"/>
                </a:solidFill>
              </a:defRPr>
            </a:lvl4pPr>
            <a:lvl5pPr indent="0" lvl="4" marL="0" algn="r">
              <a:spcBef>
                <a:spcPts val="0"/>
              </a:spcBef>
              <a:buNone/>
              <a:defRPr>
                <a:solidFill>
                  <a:srgbClr val="888888"/>
                </a:solidFill>
              </a:defRPr>
            </a:lvl5pPr>
            <a:lvl6pPr indent="0" lvl="5" marL="0" algn="r">
              <a:spcBef>
                <a:spcPts val="0"/>
              </a:spcBef>
              <a:buNone/>
              <a:defRPr>
                <a:solidFill>
                  <a:srgbClr val="888888"/>
                </a:solidFill>
              </a:defRPr>
            </a:lvl6pPr>
            <a:lvl7pPr indent="0" lvl="6" marL="0" algn="r">
              <a:spcBef>
                <a:spcPts val="0"/>
              </a:spcBef>
              <a:buNone/>
              <a:defRPr>
                <a:solidFill>
                  <a:srgbClr val="888888"/>
                </a:solidFill>
              </a:defRPr>
            </a:lvl7pPr>
            <a:lvl8pPr indent="0" lvl="7" marL="0" algn="r">
              <a:spcBef>
                <a:spcPts val="0"/>
              </a:spcBef>
              <a:buNone/>
              <a:defRPr>
                <a:solidFill>
                  <a:srgbClr val="888888"/>
                </a:solidFill>
              </a:defRPr>
            </a:lvl8pPr>
            <a:lvl9pPr indent="0" lvl="8" marL="0" algn="r">
              <a:spcBef>
                <a:spcPts val="0"/>
              </a:spcBef>
              <a:buNone/>
              <a:defRPr>
                <a:solidFill>
                  <a:srgbClr val="888888"/>
                </a:solidFill>
              </a:defRPr>
            </a:lvl9pPr>
          </a:lstStyle>
          <a:p>
            <a:pPr indent="0" lvl="0" marL="0" rtl="0" algn="r">
              <a:spcBef>
                <a:spcPts val="0"/>
              </a:spcBef>
              <a:spcAft>
                <a:spcPts val="0"/>
              </a:spcAft>
              <a:buNone/>
            </a:pPr>
            <a:fld id="{00000000-1234-1234-1234-123412341234}" type="slidenum">
              <a:rPr lang="es-ES"/>
              <a:t>‹#›</a:t>
            </a:fld>
            <a:endParaRPr b="0" i="0" sz="1800" u="none" cap="none" strike="noStrike">
              <a:latin typeface="Calibri"/>
              <a:ea typeface="Calibri"/>
              <a:cs typeface="Calibri"/>
              <a:sym typeface="Calibri"/>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p:cSld name="Title and Content">
    <p:spTree>
      <p:nvGrpSpPr>
        <p:cNvPr id="21" name="Shape 21"/>
        <p:cNvGrpSpPr/>
        <p:nvPr/>
      </p:nvGrpSpPr>
      <p:grpSpPr>
        <a:xfrm>
          <a:off x="0" y="0"/>
          <a:ext cx="0" cy="0"/>
          <a:chOff x="0" y="0"/>
          <a:chExt cx="0" cy="0"/>
        </a:xfrm>
      </p:grpSpPr>
      <p:sp>
        <p:nvSpPr>
          <p:cNvPr id="22" name="Google Shape;22;p35"/>
          <p:cNvSpPr txBox="1"/>
          <p:nvPr>
            <p:ph type="title"/>
          </p:nvPr>
        </p:nvSpPr>
        <p:spPr>
          <a:xfrm>
            <a:off x="916939" y="609676"/>
            <a:ext cx="10358120" cy="697230"/>
          </a:xfrm>
          <a:prstGeom prst="rect">
            <a:avLst/>
          </a:prstGeom>
          <a:noFill/>
          <a:ln>
            <a:noFill/>
          </a:ln>
        </p:spPr>
        <p:txBody>
          <a:bodyPr anchorCtr="0" anchor="t" bIns="0" lIns="0" spcFirstLastPara="1" rIns="0" wrap="square" tIns="0">
            <a:spAutoFit/>
          </a:bodyPr>
          <a:lstStyle>
            <a:lvl1pPr lvl="0" algn="l">
              <a:spcBef>
                <a:spcPts val="0"/>
              </a:spcBef>
              <a:spcAft>
                <a:spcPts val="0"/>
              </a:spcAft>
              <a:buSzPts val="1400"/>
              <a:buNone/>
              <a:defRPr b="0" i="0" sz="4400">
                <a:solidFill>
                  <a:schemeClr val="dk1"/>
                </a:solidFill>
                <a:latin typeface="Calibri"/>
                <a:ea typeface="Calibri"/>
                <a:cs typeface="Calibri"/>
                <a:sym typeface="Calibri"/>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3" name="Google Shape;23;p35"/>
          <p:cNvSpPr txBox="1"/>
          <p:nvPr>
            <p:ph idx="1" type="body"/>
          </p:nvPr>
        </p:nvSpPr>
        <p:spPr>
          <a:xfrm>
            <a:off x="916939" y="1793493"/>
            <a:ext cx="10358120" cy="1858645"/>
          </a:xfrm>
          <a:prstGeom prst="rect">
            <a:avLst/>
          </a:prstGeom>
          <a:noFill/>
          <a:ln>
            <a:noFill/>
          </a:ln>
        </p:spPr>
        <p:txBody>
          <a:bodyPr anchorCtr="0" anchor="t" bIns="0" lIns="0" spcFirstLastPara="1" rIns="0" wrap="square" tIns="0">
            <a:spAutoFit/>
          </a:bodyPr>
          <a:lstStyle>
            <a:lvl1pPr indent="-228600" lvl="0" marL="457200" algn="l">
              <a:spcBef>
                <a:spcPts val="0"/>
              </a:spcBef>
              <a:spcAft>
                <a:spcPts val="0"/>
              </a:spcAft>
              <a:buSzPts val="1400"/>
              <a:buNone/>
              <a:defRPr b="0" i="0">
                <a:solidFill>
                  <a:schemeClr val="dk1"/>
                </a:solidFill>
              </a:defRPr>
            </a:lvl1pPr>
            <a:lvl2pPr indent="-228600" lvl="1" marL="914400" algn="l">
              <a:spcBef>
                <a:spcPts val="0"/>
              </a:spcBef>
              <a:spcAft>
                <a:spcPts val="0"/>
              </a:spcAft>
              <a:buSzPts val="1400"/>
              <a:buNone/>
              <a:defRPr/>
            </a:lvl2pPr>
            <a:lvl3pPr indent="-228600" lvl="2" marL="1371600" algn="l">
              <a:spcBef>
                <a:spcPts val="0"/>
              </a:spcBef>
              <a:spcAft>
                <a:spcPts val="0"/>
              </a:spcAft>
              <a:buSzPts val="1400"/>
              <a:buNone/>
              <a:defRPr/>
            </a:lvl3pPr>
            <a:lvl4pPr indent="-228600" lvl="3" marL="1828800" algn="l">
              <a:spcBef>
                <a:spcPts val="0"/>
              </a:spcBef>
              <a:spcAft>
                <a:spcPts val="0"/>
              </a:spcAft>
              <a:buSzPts val="1400"/>
              <a:buNone/>
              <a:defRPr/>
            </a:lvl4pPr>
            <a:lvl5pPr indent="-228600" lvl="4" marL="2286000" algn="l">
              <a:spcBef>
                <a:spcPts val="0"/>
              </a:spcBef>
              <a:spcAft>
                <a:spcPts val="0"/>
              </a:spcAft>
              <a:buSzPts val="1400"/>
              <a:buNone/>
              <a:defRPr/>
            </a:lvl5pPr>
            <a:lvl6pPr indent="-228600" lvl="5" marL="2743200" algn="l">
              <a:spcBef>
                <a:spcPts val="0"/>
              </a:spcBef>
              <a:spcAft>
                <a:spcPts val="0"/>
              </a:spcAft>
              <a:buSzPts val="1400"/>
              <a:buNone/>
              <a:defRPr/>
            </a:lvl6pPr>
            <a:lvl7pPr indent="-228600" lvl="6" marL="3200400" algn="l">
              <a:spcBef>
                <a:spcPts val="0"/>
              </a:spcBef>
              <a:spcAft>
                <a:spcPts val="0"/>
              </a:spcAft>
              <a:buSzPts val="1400"/>
              <a:buNone/>
              <a:defRPr/>
            </a:lvl7pPr>
            <a:lvl8pPr indent="-228600" lvl="7" marL="3657600" algn="l">
              <a:spcBef>
                <a:spcPts val="0"/>
              </a:spcBef>
              <a:spcAft>
                <a:spcPts val="0"/>
              </a:spcAft>
              <a:buSzPts val="1400"/>
              <a:buNone/>
              <a:defRPr/>
            </a:lvl8pPr>
            <a:lvl9pPr indent="-228600" lvl="8" marL="4114800" algn="l">
              <a:spcBef>
                <a:spcPts val="0"/>
              </a:spcBef>
              <a:spcAft>
                <a:spcPts val="0"/>
              </a:spcAft>
              <a:buSzPts val="1400"/>
              <a:buNone/>
              <a:defRPr/>
            </a:lvl9pPr>
          </a:lstStyle>
          <a:p/>
        </p:txBody>
      </p:sp>
      <p:sp>
        <p:nvSpPr>
          <p:cNvPr id="24" name="Google Shape;24;p35"/>
          <p:cNvSpPr txBox="1"/>
          <p:nvPr>
            <p:ph idx="11" type="ftr"/>
          </p:nvPr>
        </p:nvSpPr>
        <p:spPr>
          <a:xfrm>
            <a:off x="4145280" y="6377940"/>
            <a:ext cx="3901440" cy="342900"/>
          </a:xfrm>
          <a:prstGeom prst="rect">
            <a:avLst/>
          </a:prstGeom>
          <a:noFill/>
          <a:ln>
            <a:noFill/>
          </a:ln>
        </p:spPr>
        <p:txBody>
          <a:bodyPr anchorCtr="0" anchor="t" bIns="0" lIns="0" spcFirstLastPara="1" rIns="0" wrap="square" tIns="0">
            <a:spAutoFit/>
          </a:bodyPr>
          <a:lstStyle>
            <a:lvl1pPr lvl="0" algn="ctr">
              <a:spcBef>
                <a:spcPts val="0"/>
              </a:spcBef>
              <a:spcAft>
                <a:spcPts val="0"/>
              </a:spcAft>
              <a:buSzPts val="1400"/>
              <a:buNone/>
              <a:defRPr>
                <a:solidFill>
                  <a:srgbClr val="888888"/>
                </a:solidFill>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5" name="Google Shape;25;p35"/>
          <p:cNvSpPr txBox="1"/>
          <p:nvPr>
            <p:ph idx="10" type="dt"/>
          </p:nvPr>
        </p:nvSpPr>
        <p:spPr>
          <a:xfrm>
            <a:off x="609600" y="6377940"/>
            <a:ext cx="2804160" cy="342900"/>
          </a:xfrm>
          <a:prstGeom prst="rect">
            <a:avLst/>
          </a:prstGeom>
          <a:noFill/>
          <a:ln>
            <a:noFill/>
          </a:ln>
        </p:spPr>
        <p:txBody>
          <a:bodyPr anchorCtr="0" anchor="t" bIns="0" lIns="0" spcFirstLastPara="1" rIns="0" wrap="square" tIns="0">
            <a:spAutoFit/>
          </a:bodyPr>
          <a:lstStyle>
            <a:lvl1pPr lvl="0" algn="l">
              <a:spcBef>
                <a:spcPts val="0"/>
              </a:spcBef>
              <a:spcAft>
                <a:spcPts val="0"/>
              </a:spcAft>
              <a:buSzPts val="1400"/>
              <a:buNone/>
              <a:defRPr>
                <a:solidFill>
                  <a:srgbClr val="888888"/>
                </a:solidFill>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6" name="Google Shape;26;p35"/>
          <p:cNvSpPr txBox="1"/>
          <p:nvPr>
            <p:ph idx="12" type="sldNum"/>
          </p:nvPr>
        </p:nvSpPr>
        <p:spPr>
          <a:xfrm>
            <a:off x="8778240" y="6377940"/>
            <a:ext cx="2804160" cy="342900"/>
          </a:xfrm>
          <a:prstGeom prst="rect">
            <a:avLst/>
          </a:prstGeom>
          <a:noFill/>
          <a:ln>
            <a:noFill/>
          </a:ln>
        </p:spPr>
        <p:txBody>
          <a:bodyPr anchorCtr="0" anchor="t" bIns="0" lIns="0" spcFirstLastPara="1" rIns="0" wrap="square" tIns="0">
            <a:spAutoFit/>
          </a:bodyPr>
          <a:lstStyle>
            <a:lvl1pPr indent="0" lvl="0" marL="0" algn="r">
              <a:spcBef>
                <a:spcPts val="0"/>
              </a:spcBef>
              <a:buNone/>
              <a:defRPr>
                <a:solidFill>
                  <a:srgbClr val="888888"/>
                </a:solidFill>
              </a:defRPr>
            </a:lvl1pPr>
            <a:lvl2pPr indent="0" lvl="1" marL="0" algn="r">
              <a:spcBef>
                <a:spcPts val="0"/>
              </a:spcBef>
              <a:buNone/>
              <a:defRPr>
                <a:solidFill>
                  <a:srgbClr val="888888"/>
                </a:solidFill>
              </a:defRPr>
            </a:lvl2pPr>
            <a:lvl3pPr indent="0" lvl="2" marL="0" algn="r">
              <a:spcBef>
                <a:spcPts val="0"/>
              </a:spcBef>
              <a:buNone/>
              <a:defRPr>
                <a:solidFill>
                  <a:srgbClr val="888888"/>
                </a:solidFill>
              </a:defRPr>
            </a:lvl3pPr>
            <a:lvl4pPr indent="0" lvl="3" marL="0" algn="r">
              <a:spcBef>
                <a:spcPts val="0"/>
              </a:spcBef>
              <a:buNone/>
              <a:defRPr>
                <a:solidFill>
                  <a:srgbClr val="888888"/>
                </a:solidFill>
              </a:defRPr>
            </a:lvl4pPr>
            <a:lvl5pPr indent="0" lvl="4" marL="0" algn="r">
              <a:spcBef>
                <a:spcPts val="0"/>
              </a:spcBef>
              <a:buNone/>
              <a:defRPr>
                <a:solidFill>
                  <a:srgbClr val="888888"/>
                </a:solidFill>
              </a:defRPr>
            </a:lvl5pPr>
            <a:lvl6pPr indent="0" lvl="5" marL="0" algn="r">
              <a:spcBef>
                <a:spcPts val="0"/>
              </a:spcBef>
              <a:buNone/>
              <a:defRPr>
                <a:solidFill>
                  <a:srgbClr val="888888"/>
                </a:solidFill>
              </a:defRPr>
            </a:lvl6pPr>
            <a:lvl7pPr indent="0" lvl="6" marL="0" algn="r">
              <a:spcBef>
                <a:spcPts val="0"/>
              </a:spcBef>
              <a:buNone/>
              <a:defRPr>
                <a:solidFill>
                  <a:srgbClr val="888888"/>
                </a:solidFill>
              </a:defRPr>
            </a:lvl7pPr>
            <a:lvl8pPr indent="0" lvl="7" marL="0" algn="r">
              <a:spcBef>
                <a:spcPts val="0"/>
              </a:spcBef>
              <a:buNone/>
              <a:defRPr>
                <a:solidFill>
                  <a:srgbClr val="888888"/>
                </a:solidFill>
              </a:defRPr>
            </a:lvl8pPr>
            <a:lvl9pPr indent="0" lvl="8" marL="0" algn="r">
              <a:spcBef>
                <a:spcPts val="0"/>
              </a:spcBef>
              <a:buNone/>
              <a:defRPr>
                <a:solidFill>
                  <a:srgbClr val="888888"/>
                </a:solidFill>
              </a:defRPr>
            </a:lvl9pPr>
          </a:lstStyle>
          <a:p>
            <a:pPr indent="0" lvl="0" marL="0" rtl="0" algn="r">
              <a:spcBef>
                <a:spcPts val="0"/>
              </a:spcBef>
              <a:spcAft>
                <a:spcPts val="0"/>
              </a:spcAft>
              <a:buNone/>
            </a:pPr>
            <a:fld id="{00000000-1234-1234-1234-123412341234}" type="slidenum">
              <a:rPr lang="es-ES"/>
              <a:t>‹#›</a:t>
            </a:fld>
            <a:endParaRPr b="0" i="0" sz="1800" u="none" cap="none" strike="noStrike">
              <a:latin typeface="Calibri"/>
              <a:ea typeface="Calibri"/>
              <a:cs typeface="Calibri"/>
              <a:sym typeface="Calibri"/>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p:cSld name="Blank">
    <p:spTree>
      <p:nvGrpSpPr>
        <p:cNvPr id="27" name="Shape 27"/>
        <p:cNvGrpSpPr/>
        <p:nvPr/>
      </p:nvGrpSpPr>
      <p:grpSpPr>
        <a:xfrm>
          <a:off x="0" y="0"/>
          <a:ext cx="0" cy="0"/>
          <a:chOff x="0" y="0"/>
          <a:chExt cx="0" cy="0"/>
        </a:xfrm>
      </p:grpSpPr>
      <p:sp>
        <p:nvSpPr>
          <p:cNvPr id="28" name="Google Shape;28;p36"/>
          <p:cNvSpPr txBox="1"/>
          <p:nvPr>
            <p:ph idx="11" type="ftr"/>
          </p:nvPr>
        </p:nvSpPr>
        <p:spPr>
          <a:xfrm>
            <a:off x="4145280" y="6377940"/>
            <a:ext cx="3901440" cy="342900"/>
          </a:xfrm>
          <a:prstGeom prst="rect">
            <a:avLst/>
          </a:prstGeom>
          <a:noFill/>
          <a:ln>
            <a:noFill/>
          </a:ln>
        </p:spPr>
        <p:txBody>
          <a:bodyPr anchorCtr="0" anchor="t" bIns="0" lIns="0" spcFirstLastPara="1" rIns="0" wrap="square" tIns="0">
            <a:spAutoFit/>
          </a:bodyPr>
          <a:lstStyle>
            <a:lvl1pPr lvl="0" algn="ctr">
              <a:spcBef>
                <a:spcPts val="0"/>
              </a:spcBef>
              <a:spcAft>
                <a:spcPts val="0"/>
              </a:spcAft>
              <a:buSzPts val="1400"/>
              <a:buNone/>
              <a:defRPr>
                <a:solidFill>
                  <a:srgbClr val="888888"/>
                </a:solidFill>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9" name="Google Shape;29;p36"/>
          <p:cNvSpPr txBox="1"/>
          <p:nvPr>
            <p:ph idx="10" type="dt"/>
          </p:nvPr>
        </p:nvSpPr>
        <p:spPr>
          <a:xfrm>
            <a:off x="609600" y="6377940"/>
            <a:ext cx="2804160" cy="342900"/>
          </a:xfrm>
          <a:prstGeom prst="rect">
            <a:avLst/>
          </a:prstGeom>
          <a:noFill/>
          <a:ln>
            <a:noFill/>
          </a:ln>
        </p:spPr>
        <p:txBody>
          <a:bodyPr anchorCtr="0" anchor="t" bIns="0" lIns="0" spcFirstLastPara="1" rIns="0" wrap="square" tIns="0">
            <a:spAutoFit/>
          </a:bodyPr>
          <a:lstStyle>
            <a:lvl1pPr lvl="0" algn="l">
              <a:spcBef>
                <a:spcPts val="0"/>
              </a:spcBef>
              <a:spcAft>
                <a:spcPts val="0"/>
              </a:spcAft>
              <a:buSzPts val="1400"/>
              <a:buNone/>
              <a:defRPr>
                <a:solidFill>
                  <a:srgbClr val="888888"/>
                </a:solidFill>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0" name="Google Shape;30;p36"/>
          <p:cNvSpPr txBox="1"/>
          <p:nvPr>
            <p:ph idx="12" type="sldNum"/>
          </p:nvPr>
        </p:nvSpPr>
        <p:spPr>
          <a:xfrm>
            <a:off x="8778240" y="6377940"/>
            <a:ext cx="2804160" cy="342900"/>
          </a:xfrm>
          <a:prstGeom prst="rect">
            <a:avLst/>
          </a:prstGeom>
          <a:noFill/>
          <a:ln>
            <a:noFill/>
          </a:ln>
        </p:spPr>
        <p:txBody>
          <a:bodyPr anchorCtr="0" anchor="t" bIns="0" lIns="0" spcFirstLastPara="1" rIns="0" wrap="square" tIns="0">
            <a:spAutoFit/>
          </a:bodyPr>
          <a:lstStyle>
            <a:lvl1pPr indent="0" lvl="0" marL="0" algn="r">
              <a:spcBef>
                <a:spcPts val="0"/>
              </a:spcBef>
              <a:buNone/>
              <a:defRPr>
                <a:solidFill>
                  <a:srgbClr val="888888"/>
                </a:solidFill>
              </a:defRPr>
            </a:lvl1pPr>
            <a:lvl2pPr indent="0" lvl="1" marL="0" algn="r">
              <a:spcBef>
                <a:spcPts val="0"/>
              </a:spcBef>
              <a:buNone/>
              <a:defRPr>
                <a:solidFill>
                  <a:srgbClr val="888888"/>
                </a:solidFill>
              </a:defRPr>
            </a:lvl2pPr>
            <a:lvl3pPr indent="0" lvl="2" marL="0" algn="r">
              <a:spcBef>
                <a:spcPts val="0"/>
              </a:spcBef>
              <a:buNone/>
              <a:defRPr>
                <a:solidFill>
                  <a:srgbClr val="888888"/>
                </a:solidFill>
              </a:defRPr>
            </a:lvl3pPr>
            <a:lvl4pPr indent="0" lvl="3" marL="0" algn="r">
              <a:spcBef>
                <a:spcPts val="0"/>
              </a:spcBef>
              <a:buNone/>
              <a:defRPr>
                <a:solidFill>
                  <a:srgbClr val="888888"/>
                </a:solidFill>
              </a:defRPr>
            </a:lvl4pPr>
            <a:lvl5pPr indent="0" lvl="4" marL="0" algn="r">
              <a:spcBef>
                <a:spcPts val="0"/>
              </a:spcBef>
              <a:buNone/>
              <a:defRPr>
                <a:solidFill>
                  <a:srgbClr val="888888"/>
                </a:solidFill>
              </a:defRPr>
            </a:lvl5pPr>
            <a:lvl6pPr indent="0" lvl="5" marL="0" algn="r">
              <a:spcBef>
                <a:spcPts val="0"/>
              </a:spcBef>
              <a:buNone/>
              <a:defRPr>
                <a:solidFill>
                  <a:srgbClr val="888888"/>
                </a:solidFill>
              </a:defRPr>
            </a:lvl6pPr>
            <a:lvl7pPr indent="0" lvl="6" marL="0" algn="r">
              <a:spcBef>
                <a:spcPts val="0"/>
              </a:spcBef>
              <a:buNone/>
              <a:defRPr>
                <a:solidFill>
                  <a:srgbClr val="888888"/>
                </a:solidFill>
              </a:defRPr>
            </a:lvl7pPr>
            <a:lvl8pPr indent="0" lvl="7" marL="0" algn="r">
              <a:spcBef>
                <a:spcPts val="0"/>
              </a:spcBef>
              <a:buNone/>
              <a:defRPr>
                <a:solidFill>
                  <a:srgbClr val="888888"/>
                </a:solidFill>
              </a:defRPr>
            </a:lvl8pPr>
            <a:lvl9pPr indent="0" lvl="8" marL="0" algn="r">
              <a:spcBef>
                <a:spcPts val="0"/>
              </a:spcBef>
              <a:buNone/>
              <a:defRPr>
                <a:solidFill>
                  <a:srgbClr val="888888"/>
                </a:solidFill>
              </a:defRPr>
            </a:lvl9pPr>
          </a:lstStyle>
          <a:p>
            <a:pPr indent="0" lvl="0" marL="0" rtl="0" algn="r">
              <a:spcBef>
                <a:spcPts val="0"/>
              </a:spcBef>
              <a:spcAft>
                <a:spcPts val="0"/>
              </a:spcAft>
              <a:buNone/>
            </a:pPr>
            <a:fld id="{00000000-1234-1234-1234-123412341234}" type="slidenum">
              <a:rPr lang="es-ES"/>
              <a:t>‹#›</a:t>
            </a:fld>
            <a:endParaRPr sz="1800">
              <a:latin typeface="Calibri"/>
              <a:ea typeface="Calibri"/>
              <a:cs typeface="Calibri"/>
              <a:sym typeface="Calibri"/>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Content">
  <p:cSld name="Two Content">
    <p:spTree>
      <p:nvGrpSpPr>
        <p:cNvPr id="31" name="Shape 31"/>
        <p:cNvGrpSpPr/>
        <p:nvPr/>
      </p:nvGrpSpPr>
      <p:grpSpPr>
        <a:xfrm>
          <a:off x="0" y="0"/>
          <a:ext cx="0" cy="0"/>
          <a:chOff x="0" y="0"/>
          <a:chExt cx="0" cy="0"/>
        </a:xfrm>
      </p:grpSpPr>
      <p:sp>
        <p:nvSpPr>
          <p:cNvPr id="32" name="Google Shape;32;p37"/>
          <p:cNvSpPr txBox="1"/>
          <p:nvPr>
            <p:ph type="title"/>
          </p:nvPr>
        </p:nvSpPr>
        <p:spPr>
          <a:xfrm>
            <a:off x="916939" y="609676"/>
            <a:ext cx="10358120" cy="697230"/>
          </a:xfrm>
          <a:prstGeom prst="rect">
            <a:avLst/>
          </a:prstGeom>
          <a:noFill/>
          <a:ln>
            <a:noFill/>
          </a:ln>
        </p:spPr>
        <p:txBody>
          <a:bodyPr anchorCtr="0" anchor="t" bIns="0" lIns="0" spcFirstLastPara="1" rIns="0" wrap="square" tIns="0">
            <a:spAutoFit/>
          </a:bodyPr>
          <a:lstStyle>
            <a:lvl1pPr lvl="0" algn="l">
              <a:spcBef>
                <a:spcPts val="0"/>
              </a:spcBef>
              <a:spcAft>
                <a:spcPts val="0"/>
              </a:spcAft>
              <a:buSzPts val="1400"/>
              <a:buNone/>
              <a:defRPr b="0" i="0" sz="4400">
                <a:solidFill>
                  <a:schemeClr val="dk1"/>
                </a:solidFill>
                <a:latin typeface="Calibri"/>
                <a:ea typeface="Calibri"/>
                <a:cs typeface="Calibri"/>
                <a:sym typeface="Calibri"/>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33" name="Google Shape;33;p37"/>
          <p:cNvSpPr txBox="1"/>
          <p:nvPr>
            <p:ph idx="1" type="body"/>
          </p:nvPr>
        </p:nvSpPr>
        <p:spPr>
          <a:xfrm>
            <a:off x="916939" y="1784350"/>
            <a:ext cx="4892675" cy="4026535"/>
          </a:xfrm>
          <a:prstGeom prst="rect">
            <a:avLst/>
          </a:prstGeom>
          <a:noFill/>
          <a:ln>
            <a:noFill/>
          </a:ln>
        </p:spPr>
        <p:txBody>
          <a:bodyPr anchorCtr="0" anchor="t" bIns="0" lIns="0" spcFirstLastPara="1" rIns="0" wrap="square" tIns="0">
            <a:spAutoFit/>
          </a:bodyPr>
          <a:lstStyle>
            <a:lvl1pPr indent="-228600" lvl="0" marL="457200" algn="l">
              <a:spcBef>
                <a:spcPts val="0"/>
              </a:spcBef>
              <a:spcAft>
                <a:spcPts val="0"/>
              </a:spcAft>
              <a:buSzPts val="1400"/>
              <a:buNone/>
              <a:defRPr b="0" i="0" sz="3200">
                <a:solidFill>
                  <a:schemeClr val="dk1"/>
                </a:solidFill>
                <a:latin typeface="Calibri"/>
                <a:ea typeface="Calibri"/>
                <a:cs typeface="Calibri"/>
                <a:sym typeface="Calibri"/>
              </a:defRPr>
            </a:lvl1pPr>
            <a:lvl2pPr indent="-228600" lvl="1" marL="914400" algn="l">
              <a:spcBef>
                <a:spcPts val="0"/>
              </a:spcBef>
              <a:spcAft>
                <a:spcPts val="0"/>
              </a:spcAft>
              <a:buSzPts val="1400"/>
              <a:buNone/>
              <a:defRPr/>
            </a:lvl2pPr>
            <a:lvl3pPr indent="-228600" lvl="2" marL="1371600" algn="l">
              <a:spcBef>
                <a:spcPts val="0"/>
              </a:spcBef>
              <a:spcAft>
                <a:spcPts val="0"/>
              </a:spcAft>
              <a:buSzPts val="1400"/>
              <a:buNone/>
              <a:defRPr/>
            </a:lvl3pPr>
            <a:lvl4pPr indent="-228600" lvl="3" marL="1828800" algn="l">
              <a:spcBef>
                <a:spcPts val="0"/>
              </a:spcBef>
              <a:spcAft>
                <a:spcPts val="0"/>
              </a:spcAft>
              <a:buSzPts val="1400"/>
              <a:buNone/>
              <a:defRPr/>
            </a:lvl4pPr>
            <a:lvl5pPr indent="-228600" lvl="4" marL="2286000" algn="l">
              <a:spcBef>
                <a:spcPts val="0"/>
              </a:spcBef>
              <a:spcAft>
                <a:spcPts val="0"/>
              </a:spcAft>
              <a:buSzPts val="1400"/>
              <a:buNone/>
              <a:defRPr/>
            </a:lvl5pPr>
            <a:lvl6pPr indent="-228600" lvl="5" marL="2743200" algn="l">
              <a:spcBef>
                <a:spcPts val="0"/>
              </a:spcBef>
              <a:spcAft>
                <a:spcPts val="0"/>
              </a:spcAft>
              <a:buSzPts val="1400"/>
              <a:buNone/>
              <a:defRPr/>
            </a:lvl6pPr>
            <a:lvl7pPr indent="-228600" lvl="6" marL="3200400" algn="l">
              <a:spcBef>
                <a:spcPts val="0"/>
              </a:spcBef>
              <a:spcAft>
                <a:spcPts val="0"/>
              </a:spcAft>
              <a:buSzPts val="1400"/>
              <a:buNone/>
              <a:defRPr/>
            </a:lvl7pPr>
            <a:lvl8pPr indent="-228600" lvl="7" marL="3657600" algn="l">
              <a:spcBef>
                <a:spcPts val="0"/>
              </a:spcBef>
              <a:spcAft>
                <a:spcPts val="0"/>
              </a:spcAft>
              <a:buSzPts val="1400"/>
              <a:buNone/>
              <a:defRPr/>
            </a:lvl8pPr>
            <a:lvl9pPr indent="-228600" lvl="8" marL="4114800" algn="l">
              <a:spcBef>
                <a:spcPts val="0"/>
              </a:spcBef>
              <a:spcAft>
                <a:spcPts val="0"/>
              </a:spcAft>
              <a:buSzPts val="1400"/>
              <a:buNone/>
              <a:defRPr/>
            </a:lvl9pPr>
          </a:lstStyle>
          <a:p/>
        </p:txBody>
      </p:sp>
      <p:sp>
        <p:nvSpPr>
          <p:cNvPr id="34" name="Google Shape;34;p37"/>
          <p:cNvSpPr txBox="1"/>
          <p:nvPr>
            <p:ph idx="2" type="body"/>
          </p:nvPr>
        </p:nvSpPr>
        <p:spPr>
          <a:xfrm>
            <a:off x="7660005" y="1784350"/>
            <a:ext cx="3527425" cy="4026535"/>
          </a:xfrm>
          <a:prstGeom prst="rect">
            <a:avLst/>
          </a:prstGeom>
          <a:noFill/>
          <a:ln>
            <a:noFill/>
          </a:ln>
        </p:spPr>
        <p:txBody>
          <a:bodyPr anchorCtr="0" anchor="t" bIns="0" lIns="0" spcFirstLastPara="1" rIns="0" wrap="square" tIns="0">
            <a:spAutoFit/>
          </a:bodyPr>
          <a:lstStyle>
            <a:lvl1pPr indent="-228600" lvl="0" marL="457200" algn="l">
              <a:spcBef>
                <a:spcPts val="0"/>
              </a:spcBef>
              <a:spcAft>
                <a:spcPts val="0"/>
              </a:spcAft>
              <a:buSzPts val="1400"/>
              <a:buNone/>
              <a:defRPr b="0" i="0" sz="3200">
                <a:solidFill>
                  <a:schemeClr val="dk1"/>
                </a:solidFill>
                <a:latin typeface="Calibri"/>
                <a:ea typeface="Calibri"/>
                <a:cs typeface="Calibri"/>
                <a:sym typeface="Calibri"/>
              </a:defRPr>
            </a:lvl1pPr>
            <a:lvl2pPr indent="-228600" lvl="1" marL="914400" algn="l">
              <a:spcBef>
                <a:spcPts val="0"/>
              </a:spcBef>
              <a:spcAft>
                <a:spcPts val="0"/>
              </a:spcAft>
              <a:buSzPts val="1400"/>
              <a:buNone/>
              <a:defRPr/>
            </a:lvl2pPr>
            <a:lvl3pPr indent="-228600" lvl="2" marL="1371600" algn="l">
              <a:spcBef>
                <a:spcPts val="0"/>
              </a:spcBef>
              <a:spcAft>
                <a:spcPts val="0"/>
              </a:spcAft>
              <a:buSzPts val="1400"/>
              <a:buNone/>
              <a:defRPr/>
            </a:lvl3pPr>
            <a:lvl4pPr indent="-228600" lvl="3" marL="1828800" algn="l">
              <a:spcBef>
                <a:spcPts val="0"/>
              </a:spcBef>
              <a:spcAft>
                <a:spcPts val="0"/>
              </a:spcAft>
              <a:buSzPts val="1400"/>
              <a:buNone/>
              <a:defRPr/>
            </a:lvl4pPr>
            <a:lvl5pPr indent="-228600" lvl="4" marL="2286000" algn="l">
              <a:spcBef>
                <a:spcPts val="0"/>
              </a:spcBef>
              <a:spcAft>
                <a:spcPts val="0"/>
              </a:spcAft>
              <a:buSzPts val="1400"/>
              <a:buNone/>
              <a:defRPr/>
            </a:lvl5pPr>
            <a:lvl6pPr indent="-228600" lvl="5" marL="2743200" algn="l">
              <a:spcBef>
                <a:spcPts val="0"/>
              </a:spcBef>
              <a:spcAft>
                <a:spcPts val="0"/>
              </a:spcAft>
              <a:buSzPts val="1400"/>
              <a:buNone/>
              <a:defRPr/>
            </a:lvl6pPr>
            <a:lvl7pPr indent="-228600" lvl="6" marL="3200400" algn="l">
              <a:spcBef>
                <a:spcPts val="0"/>
              </a:spcBef>
              <a:spcAft>
                <a:spcPts val="0"/>
              </a:spcAft>
              <a:buSzPts val="1400"/>
              <a:buNone/>
              <a:defRPr/>
            </a:lvl7pPr>
            <a:lvl8pPr indent="-228600" lvl="7" marL="3657600" algn="l">
              <a:spcBef>
                <a:spcPts val="0"/>
              </a:spcBef>
              <a:spcAft>
                <a:spcPts val="0"/>
              </a:spcAft>
              <a:buSzPts val="1400"/>
              <a:buNone/>
              <a:defRPr/>
            </a:lvl8pPr>
            <a:lvl9pPr indent="-228600" lvl="8" marL="4114800" algn="l">
              <a:spcBef>
                <a:spcPts val="0"/>
              </a:spcBef>
              <a:spcAft>
                <a:spcPts val="0"/>
              </a:spcAft>
              <a:buSzPts val="1400"/>
              <a:buNone/>
              <a:defRPr/>
            </a:lvl9pPr>
          </a:lstStyle>
          <a:p/>
        </p:txBody>
      </p:sp>
      <p:sp>
        <p:nvSpPr>
          <p:cNvPr id="35" name="Google Shape;35;p37"/>
          <p:cNvSpPr txBox="1"/>
          <p:nvPr>
            <p:ph idx="11" type="ftr"/>
          </p:nvPr>
        </p:nvSpPr>
        <p:spPr>
          <a:xfrm>
            <a:off x="4145280" y="6377940"/>
            <a:ext cx="3901440" cy="342900"/>
          </a:xfrm>
          <a:prstGeom prst="rect">
            <a:avLst/>
          </a:prstGeom>
          <a:noFill/>
          <a:ln>
            <a:noFill/>
          </a:ln>
        </p:spPr>
        <p:txBody>
          <a:bodyPr anchorCtr="0" anchor="t" bIns="0" lIns="0" spcFirstLastPara="1" rIns="0" wrap="square" tIns="0">
            <a:spAutoFit/>
          </a:bodyPr>
          <a:lstStyle>
            <a:lvl1pPr lvl="0" algn="ctr">
              <a:spcBef>
                <a:spcPts val="0"/>
              </a:spcBef>
              <a:spcAft>
                <a:spcPts val="0"/>
              </a:spcAft>
              <a:buSzPts val="1400"/>
              <a:buNone/>
              <a:defRPr>
                <a:solidFill>
                  <a:srgbClr val="888888"/>
                </a:solidFill>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6" name="Google Shape;36;p37"/>
          <p:cNvSpPr txBox="1"/>
          <p:nvPr>
            <p:ph idx="10" type="dt"/>
          </p:nvPr>
        </p:nvSpPr>
        <p:spPr>
          <a:xfrm>
            <a:off x="609600" y="6377940"/>
            <a:ext cx="2804160" cy="342900"/>
          </a:xfrm>
          <a:prstGeom prst="rect">
            <a:avLst/>
          </a:prstGeom>
          <a:noFill/>
          <a:ln>
            <a:noFill/>
          </a:ln>
        </p:spPr>
        <p:txBody>
          <a:bodyPr anchorCtr="0" anchor="t" bIns="0" lIns="0" spcFirstLastPara="1" rIns="0" wrap="square" tIns="0">
            <a:spAutoFit/>
          </a:bodyPr>
          <a:lstStyle>
            <a:lvl1pPr lvl="0" algn="l">
              <a:spcBef>
                <a:spcPts val="0"/>
              </a:spcBef>
              <a:spcAft>
                <a:spcPts val="0"/>
              </a:spcAft>
              <a:buSzPts val="1400"/>
              <a:buNone/>
              <a:defRPr>
                <a:solidFill>
                  <a:srgbClr val="888888"/>
                </a:solidFill>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7" name="Google Shape;37;p37"/>
          <p:cNvSpPr txBox="1"/>
          <p:nvPr>
            <p:ph idx="12" type="sldNum"/>
          </p:nvPr>
        </p:nvSpPr>
        <p:spPr>
          <a:xfrm>
            <a:off x="8778240" y="6377940"/>
            <a:ext cx="2804160" cy="342900"/>
          </a:xfrm>
          <a:prstGeom prst="rect">
            <a:avLst/>
          </a:prstGeom>
          <a:noFill/>
          <a:ln>
            <a:noFill/>
          </a:ln>
        </p:spPr>
        <p:txBody>
          <a:bodyPr anchorCtr="0" anchor="t" bIns="0" lIns="0" spcFirstLastPara="1" rIns="0" wrap="square" tIns="0">
            <a:spAutoFit/>
          </a:bodyPr>
          <a:lstStyle>
            <a:lvl1pPr indent="0" lvl="0" marL="0" algn="r">
              <a:spcBef>
                <a:spcPts val="0"/>
              </a:spcBef>
              <a:buNone/>
              <a:defRPr>
                <a:solidFill>
                  <a:srgbClr val="888888"/>
                </a:solidFill>
              </a:defRPr>
            </a:lvl1pPr>
            <a:lvl2pPr indent="0" lvl="1" marL="0" algn="r">
              <a:spcBef>
                <a:spcPts val="0"/>
              </a:spcBef>
              <a:buNone/>
              <a:defRPr>
                <a:solidFill>
                  <a:srgbClr val="888888"/>
                </a:solidFill>
              </a:defRPr>
            </a:lvl2pPr>
            <a:lvl3pPr indent="0" lvl="2" marL="0" algn="r">
              <a:spcBef>
                <a:spcPts val="0"/>
              </a:spcBef>
              <a:buNone/>
              <a:defRPr>
                <a:solidFill>
                  <a:srgbClr val="888888"/>
                </a:solidFill>
              </a:defRPr>
            </a:lvl3pPr>
            <a:lvl4pPr indent="0" lvl="3" marL="0" algn="r">
              <a:spcBef>
                <a:spcPts val="0"/>
              </a:spcBef>
              <a:buNone/>
              <a:defRPr>
                <a:solidFill>
                  <a:srgbClr val="888888"/>
                </a:solidFill>
              </a:defRPr>
            </a:lvl4pPr>
            <a:lvl5pPr indent="0" lvl="4" marL="0" algn="r">
              <a:spcBef>
                <a:spcPts val="0"/>
              </a:spcBef>
              <a:buNone/>
              <a:defRPr>
                <a:solidFill>
                  <a:srgbClr val="888888"/>
                </a:solidFill>
              </a:defRPr>
            </a:lvl5pPr>
            <a:lvl6pPr indent="0" lvl="5" marL="0" algn="r">
              <a:spcBef>
                <a:spcPts val="0"/>
              </a:spcBef>
              <a:buNone/>
              <a:defRPr>
                <a:solidFill>
                  <a:srgbClr val="888888"/>
                </a:solidFill>
              </a:defRPr>
            </a:lvl6pPr>
            <a:lvl7pPr indent="0" lvl="6" marL="0" algn="r">
              <a:spcBef>
                <a:spcPts val="0"/>
              </a:spcBef>
              <a:buNone/>
              <a:defRPr>
                <a:solidFill>
                  <a:srgbClr val="888888"/>
                </a:solidFill>
              </a:defRPr>
            </a:lvl7pPr>
            <a:lvl8pPr indent="0" lvl="7" marL="0" algn="r">
              <a:spcBef>
                <a:spcPts val="0"/>
              </a:spcBef>
              <a:buNone/>
              <a:defRPr>
                <a:solidFill>
                  <a:srgbClr val="888888"/>
                </a:solidFill>
              </a:defRPr>
            </a:lvl8pPr>
            <a:lvl9pPr indent="0" lvl="8" marL="0" algn="r">
              <a:spcBef>
                <a:spcPts val="0"/>
              </a:spcBef>
              <a:buNone/>
              <a:defRPr>
                <a:solidFill>
                  <a:srgbClr val="888888"/>
                </a:solidFill>
              </a:defRPr>
            </a:lvl9pPr>
          </a:lstStyle>
          <a:p>
            <a:pPr indent="0" lvl="0" marL="0" rtl="0" algn="r">
              <a:spcBef>
                <a:spcPts val="0"/>
              </a:spcBef>
              <a:spcAft>
                <a:spcPts val="0"/>
              </a:spcAft>
              <a:buNone/>
            </a:pPr>
            <a:fld id="{00000000-1234-1234-1234-123412341234}" type="slidenum">
              <a:rPr lang="es-ES"/>
              <a:t>‹#›</a:t>
            </a:fld>
            <a:endParaRPr sz="1800">
              <a:latin typeface="Calibri"/>
              <a:ea typeface="Calibri"/>
              <a:cs typeface="Calibri"/>
              <a:sym typeface="Calibri"/>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p:cSld name="Title Only">
    <p:spTree>
      <p:nvGrpSpPr>
        <p:cNvPr id="38" name="Shape 38"/>
        <p:cNvGrpSpPr/>
        <p:nvPr/>
      </p:nvGrpSpPr>
      <p:grpSpPr>
        <a:xfrm>
          <a:off x="0" y="0"/>
          <a:ext cx="0" cy="0"/>
          <a:chOff x="0" y="0"/>
          <a:chExt cx="0" cy="0"/>
        </a:xfrm>
      </p:grpSpPr>
      <p:sp>
        <p:nvSpPr>
          <p:cNvPr id="39" name="Google Shape;39;p38"/>
          <p:cNvSpPr txBox="1"/>
          <p:nvPr>
            <p:ph type="title"/>
          </p:nvPr>
        </p:nvSpPr>
        <p:spPr>
          <a:xfrm>
            <a:off x="916939" y="609676"/>
            <a:ext cx="10358120" cy="697230"/>
          </a:xfrm>
          <a:prstGeom prst="rect">
            <a:avLst/>
          </a:prstGeom>
          <a:noFill/>
          <a:ln>
            <a:noFill/>
          </a:ln>
        </p:spPr>
        <p:txBody>
          <a:bodyPr anchorCtr="0" anchor="t" bIns="0" lIns="0" spcFirstLastPara="1" rIns="0" wrap="square" tIns="0">
            <a:spAutoFit/>
          </a:bodyPr>
          <a:lstStyle>
            <a:lvl1pPr lvl="0" algn="l">
              <a:spcBef>
                <a:spcPts val="0"/>
              </a:spcBef>
              <a:spcAft>
                <a:spcPts val="0"/>
              </a:spcAft>
              <a:buSzPts val="1400"/>
              <a:buNone/>
              <a:defRPr b="0" i="0" sz="4400">
                <a:solidFill>
                  <a:schemeClr val="dk1"/>
                </a:solidFill>
                <a:latin typeface="Calibri"/>
                <a:ea typeface="Calibri"/>
                <a:cs typeface="Calibri"/>
                <a:sym typeface="Calibri"/>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40" name="Google Shape;40;p38"/>
          <p:cNvSpPr txBox="1"/>
          <p:nvPr>
            <p:ph idx="11" type="ftr"/>
          </p:nvPr>
        </p:nvSpPr>
        <p:spPr>
          <a:xfrm>
            <a:off x="4145280" y="6377940"/>
            <a:ext cx="3901440" cy="342900"/>
          </a:xfrm>
          <a:prstGeom prst="rect">
            <a:avLst/>
          </a:prstGeom>
          <a:noFill/>
          <a:ln>
            <a:noFill/>
          </a:ln>
        </p:spPr>
        <p:txBody>
          <a:bodyPr anchorCtr="0" anchor="t" bIns="0" lIns="0" spcFirstLastPara="1" rIns="0" wrap="square" tIns="0">
            <a:spAutoFit/>
          </a:bodyPr>
          <a:lstStyle>
            <a:lvl1pPr lvl="0" algn="ctr">
              <a:spcBef>
                <a:spcPts val="0"/>
              </a:spcBef>
              <a:spcAft>
                <a:spcPts val="0"/>
              </a:spcAft>
              <a:buSzPts val="1400"/>
              <a:buNone/>
              <a:defRPr>
                <a:solidFill>
                  <a:srgbClr val="888888"/>
                </a:solidFill>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1" name="Google Shape;41;p38"/>
          <p:cNvSpPr txBox="1"/>
          <p:nvPr>
            <p:ph idx="10" type="dt"/>
          </p:nvPr>
        </p:nvSpPr>
        <p:spPr>
          <a:xfrm>
            <a:off x="609600" y="6377940"/>
            <a:ext cx="2804160" cy="342900"/>
          </a:xfrm>
          <a:prstGeom prst="rect">
            <a:avLst/>
          </a:prstGeom>
          <a:noFill/>
          <a:ln>
            <a:noFill/>
          </a:ln>
        </p:spPr>
        <p:txBody>
          <a:bodyPr anchorCtr="0" anchor="t" bIns="0" lIns="0" spcFirstLastPara="1" rIns="0" wrap="square" tIns="0">
            <a:spAutoFit/>
          </a:bodyPr>
          <a:lstStyle>
            <a:lvl1pPr lvl="0" algn="l">
              <a:spcBef>
                <a:spcPts val="0"/>
              </a:spcBef>
              <a:spcAft>
                <a:spcPts val="0"/>
              </a:spcAft>
              <a:buSzPts val="1400"/>
              <a:buNone/>
              <a:defRPr>
                <a:solidFill>
                  <a:srgbClr val="888888"/>
                </a:solidFill>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2" name="Google Shape;42;p38"/>
          <p:cNvSpPr txBox="1"/>
          <p:nvPr>
            <p:ph idx="12" type="sldNum"/>
          </p:nvPr>
        </p:nvSpPr>
        <p:spPr>
          <a:xfrm>
            <a:off x="8778240" y="6377940"/>
            <a:ext cx="2804160" cy="342900"/>
          </a:xfrm>
          <a:prstGeom prst="rect">
            <a:avLst/>
          </a:prstGeom>
          <a:noFill/>
          <a:ln>
            <a:noFill/>
          </a:ln>
        </p:spPr>
        <p:txBody>
          <a:bodyPr anchorCtr="0" anchor="t" bIns="0" lIns="0" spcFirstLastPara="1" rIns="0" wrap="square" tIns="0">
            <a:spAutoFit/>
          </a:bodyPr>
          <a:lstStyle>
            <a:lvl1pPr indent="0" lvl="0" marL="0" algn="r">
              <a:spcBef>
                <a:spcPts val="0"/>
              </a:spcBef>
              <a:buNone/>
              <a:defRPr>
                <a:solidFill>
                  <a:srgbClr val="888888"/>
                </a:solidFill>
              </a:defRPr>
            </a:lvl1pPr>
            <a:lvl2pPr indent="0" lvl="1" marL="0" algn="r">
              <a:spcBef>
                <a:spcPts val="0"/>
              </a:spcBef>
              <a:buNone/>
              <a:defRPr>
                <a:solidFill>
                  <a:srgbClr val="888888"/>
                </a:solidFill>
              </a:defRPr>
            </a:lvl2pPr>
            <a:lvl3pPr indent="0" lvl="2" marL="0" algn="r">
              <a:spcBef>
                <a:spcPts val="0"/>
              </a:spcBef>
              <a:buNone/>
              <a:defRPr>
                <a:solidFill>
                  <a:srgbClr val="888888"/>
                </a:solidFill>
              </a:defRPr>
            </a:lvl3pPr>
            <a:lvl4pPr indent="0" lvl="3" marL="0" algn="r">
              <a:spcBef>
                <a:spcPts val="0"/>
              </a:spcBef>
              <a:buNone/>
              <a:defRPr>
                <a:solidFill>
                  <a:srgbClr val="888888"/>
                </a:solidFill>
              </a:defRPr>
            </a:lvl4pPr>
            <a:lvl5pPr indent="0" lvl="4" marL="0" algn="r">
              <a:spcBef>
                <a:spcPts val="0"/>
              </a:spcBef>
              <a:buNone/>
              <a:defRPr>
                <a:solidFill>
                  <a:srgbClr val="888888"/>
                </a:solidFill>
              </a:defRPr>
            </a:lvl5pPr>
            <a:lvl6pPr indent="0" lvl="5" marL="0" algn="r">
              <a:spcBef>
                <a:spcPts val="0"/>
              </a:spcBef>
              <a:buNone/>
              <a:defRPr>
                <a:solidFill>
                  <a:srgbClr val="888888"/>
                </a:solidFill>
              </a:defRPr>
            </a:lvl6pPr>
            <a:lvl7pPr indent="0" lvl="6" marL="0" algn="r">
              <a:spcBef>
                <a:spcPts val="0"/>
              </a:spcBef>
              <a:buNone/>
              <a:defRPr>
                <a:solidFill>
                  <a:srgbClr val="888888"/>
                </a:solidFill>
              </a:defRPr>
            </a:lvl7pPr>
            <a:lvl8pPr indent="0" lvl="7" marL="0" algn="r">
              <a:spcBef>
                <a:spcPts val="0"/>
              </a:spcBef>
              <a:buNone/>
              <a:defRPr>
                <a:solidFill>
                  <a:srgbClr val="888888"/>
                </a:solidFill>
              </a:defRPr>
            </a:lvl8pPr>
            <a:lvl9pPr indent="0" lvl="8" marL="0" algn="r">
              <a:spcBef>
                <a:spcPts val="0"/>
              </a:spcBef>
              <a:buNone/>
              <a:defRPr>
                <a:solidFill>
                  <a:srgbClr val="888888"/>
                </a:solidFill>
              </a:defRPr>
            </a:lvl9pPr>
          </a:lstStyle>
          <a:p>
            <a:pPr indent="0" lvl="0" marL="0" rtl="0" algn="r">
              <a:spcBef>
                <a:spcPts val="0"/>
              </a:spcBef>
              <a:spcAft>
                <a:spcPts val="0"/>
              </a:spcAft>
              <a:buNone/>
            </a:pPr>
            <a:fld id="{00000000-1234-1234-1234-123412341234}" type="slidenum">
              <a:rPr lang="es-ES"/>
              <a:t>‹#›</a:t>
            </a:fld>
            <a:endParaRPr sz="1800">
              <a:latin typeface="Calibri"/>
              <a:ea typeface="Calibri"/>
              <a:cs typeface="Calibri"/>
              <a:sym typeface="Calibri"/>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image" Target="../media/image1.png"/><Relationship Id="rId2" Type="http://schemas.openxmlformats.org/officeDocument/2006/relationships/slideLayout" Target="../slideLayouts/slideLayout1.xml"/><Relationship Id="rId3" Type="http://schemas.openxmlformats.org/officeDocument/2006/relationships/slideLayout" Target="../slideLayouts/slideLayout2.xml"/><Relationship Id="rId4" Type="http://schemas.openxmlformats.org/officeDocument/2006/relationships/slideLayout" Target="../slideLayouts/slideLayout3.xml"/><Relationship Id="rId5" Type="http://schemas.openxmlformats.org/officeDocument/2006/relationships/slideLayout" Target="../slideLayouts/slideLayout4.xml"/><Relationship Id="rId6" Type="http://schemas.openxmlformats.org/officeDocument/2006/relationships/slideLayout" Target="../slideLayouts/slideLayout5.xml"/><Relationship Id="rId7"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1">
            <a:alphaModFix/>
          </a:blip>
          <a:stretch>
            <a:fillRect/>
          </a:stretch>
        </a:blipFill>
      </p:bgPr>
    </p:bg>
    <p:spTree>
      <p:nvGrpSpPr>
        <p:cNvPr id="9" name="Shape 9"/>
        <p:cNvGrpSpPr/>
        <p:nvPr/>
      </p:nvGrpSpPr>
      <p:grpSpPr>
        <a:xfrm>
          <a:off x="0" y="0"/>
          <a:ext cx="0" cy="0"/>
          <a:chOff x="0" y="0"/>
          <a:chExt cx="0" cy="0"/>
        </a:xfrm>
      </p:grpSpPr>
      <p:sp>
        <p:nvSpPr>
          <p:cNvPr id="10" name="Google Shape;10;p33"/>
          <p:cNvSpPr txBox="1"/>
          <p:nvPr>
            <p:ph type="title"/>
          </p:nvPr>
        </p:nvSpPr>
        <p:spPr>
          <a:xfrm>
            <a:off x="916939" y="609676"/>
            <a:ext cx="10358120" cy="697230"/>
          </a:xfrm>
          <a:prstGeom prst="rect">
            <a:avLst/>
          </a:prstGeom>
          <a:noFill/>
          <a:ln>
            <a:noFill/>
          </a:ln>
        </p:spPr>
        <p:txBody>
          <a:bodyPr anchorCtr="0" anchor="t" bIns="0" lIns="0" spcFirstLastPara="1" rIns="0" wrap="square" tIns="0">
            <a:spAutoFit/>
          </a:bodyPr>
          <a:lstStyle>
            <a:lvl1pPr lvl="0" marR="0" rtl="0" algn="l">
              <a:spcBef>
                <a:spcPts val="0"/>
              </a:spcBef>
              <a:spcAft>
                <a:spcPts val="0"/>
              </a:spcAft>
              <a:buSzPts val="1400"/>
              <a:buNone/>
              <a:defRPr b="0" i="0" sz="4400" u="none" cap="none" strike="noStrike">
                <a:solidFill>
                  <a:schemeClr val="dk1"/>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p:txBody>
      </p:sp>
      <p:sp>
        <p:nvSpPr>
          <p:cNvPr id="11" name="Google Shape;11;p33"/>
          <p:cNvSpPr txBox="1"/>
          <p:nvPr>
            <p:ph idx="1" type="body"/>
          </p:nvPr>
        </p:nvSpPr>
        <p:spPr>
          <a:xfrm>
            <a:off x="916939" y="1793493"/>
            <a:ext cx="10358120" cy="1858645"/>
          </a:xfrm>
          <a:prstGeom prst="rect">
            <a:avLst/>
          </a:prstGeom>
          <a:noFill/>
          <a:ln>
            <a:noFill/>
          </a:ln>
        </p:spPr>
        <p:txBody>
          <a:bodyPr anchorCtr="0" anchor="t" bIns="0" lIns="0" spcFirstLastPara="1" rIns="0" wrap="square" tIns="0">
            <a:spAutoFit/>
          </a:bodyPr>
          <a:lstStyle>
            <a:lvl1pPr indent="-228600" lvl="0" marL="457200"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1pPr>
            <a:lvl2pPr indent="-228600" lvl="1" marL="914400" marR="0" rtl="0" algn="l">
              <a:spcBef>
                <a:spcPts val="0"/>
              </a:spcBef>
              <a:spcAft>
                <a:spcPts val="0"/>
              </a:spcAft>
              <a:buSzPts val="1400"/>
              <a:buNone/>
              <a:defRPr b="0" i="0" sz="1800" u="none" cap="none" strike="noStrike">
                <a:latin typeface="Calibri"/>
                <a:ea typeface="Calibri"/>
                <a:cs typeface="Calibri"/>
                <a:sym typeface="Calibri"/>
              </a:defRPr>
            </a:lvl2pPr>
            <a:lvl3pPr indent="-228600" lvl="2" marL="1371600" marR="0" rtl="0" algn="l">
              <a:spcBef>
                <a:spcPts val="0"/>
              </a:spcBef>
              <a:spcAft>
                <a:spcPts val="0"/>
              </a:spcAft>
              <a:buSzPts val="1400"/>
              <a:buNone/>
              <a:defRPr b="0" i="0" sz="1800" u="none" cap="none" strike="noStrike">
                <a:latin typeface="Calibri"/>
                <a:ea typeface="Calibri"/>
                <a:cs typeface="Calibri"/>
                <a:sym typeface="Calibri"/>
              </a:defRPr>
            </a:lvl3pPr>
            <a:lvl4pPr indent="-228600" lvl="3" marL="1828800" marR="0" rtl="0" algn="l">
              <a:spcBef>
                <a:spcPts val="0"/>
              </a:spcBef>
              <a:spcAft>
                <a:spcPts val="0"/>
              </a:spcAft>
              <a:buSzPts val="1400"/>
              <a:buNone/>
              <a:defRPr b="0" i="0" sz="1800" u="none" cap="none" strike="noStrike">
                <a:latin typeface="Calibri"/>
                <a:ea typeface="Calibri"/>
                <a:cs typeface="Calibri"/>
                <a:sym typeface="Calibri"/>
              </a:defRPr>
            </a:lvl4pPr>
            <a:lvl5pPr indent="-228600" lvl="4" marL="2286000" marR="0" rtl="0" algn="l">
              <a:spcBef>
                <a:spcPts val="0"/>
              </a:spcBef>
              <a:spcAft>
                <a:spcPts val="0"/>
              </a:spcAft>
              <a:buSzPts val="1400"/>
              <a:buNone/>
              <a:defRPr b="0" i="0" sz="1800" u="none" cap="none" strike="noStrike">
                <a:latin typeface="Calibri"/>
                <a:ea typeface="Calibri"/>
                <a:cs typeface="Calibri"/>
                <a:sym typeface="Calibri"/>
              </a:defRPr>
            </a:lvl5pPr>
            <a:lvl6pPr indent="-228600" lvl="5" marL="2743200" marR="0" rtl="0" algn="l">
              <a:spcBef>
                <a:spcPts val="0"/>
              </a:spcBef>
              <a:spcAft>
                <a:spcPts val="0"/>
              </a:spcAft>
              <a:buSzPts val="1400"/>
              <a:buNone/>
              <a:defRPr b="0" i="0" sz="1800" u="none" cap="none" strike="noStrike">
                <a:latin typeface="Calibri"/>
                <a:ea typeface="Calibri"/>
                <a:cs typeface="Calibri"/>
                <a:sym typeface="Calibri"/>
              </a:defRPr>
            </a:lvl6pPr>
            <a:lvl7pPr indent="-228600" lvl="6" marL="3200400" marR="0" rtl="0" algn="l">
              <a:spcBef>
                <a:spcPts val="0"/>
              </a:spcBef>
              <a:spcAft>
                <a:spcPts val="0"/>
              </a:spcAft>
              <a:buSzPts val="1400"/>
              <a:buNone/>
              <a:defRPr b="0" i="0" sz="1800" u="none" cap="none" strike="noStrike">
                <a:latin typeface="Calibri"/>
                <a:ea typeface="Calibri"/>
                <a:cs typeface="Calibri"/>
                <a:sym typeface="Calibri"/>
              </a:defRPr>
            </a:lvl7pPr>
            <a:lvl8pPr indent="-228600" lvl="7" marL="3657600" marR="0" rtl="0" algn="l">
              <a:spcBef>
                <a:spcPts val="0"/>
              </a:spcBef>
              <a:spcAft>
                <a:spcPts val="0"/>
              </a:spcAft>
              <a:buSzPts val="1400"/>
              <a:buNone/>
              <a:defRPr b="0" i="0" sz="1800" u="none" cap="none" strike="noStrike">
                <a:latin typeface="Calibri"/>
                <a:ea typeface="Calibri"/>
                <a:cs typeface="Calibri"/>
                <a:sym typeface="Calibri"/>
              </a:defRPr>
            </a:lvl8pPr>
            <a:lvl9pPr indent="-228600" lvl="8" marL="4114800" marR="0" rtl="0" algn="l">
              <a:spcBef>
                <a:spcPts val="0"/>
              </a:spcBef>
              <a:spcAft>
                <a:spcPts val="0"/>
              </a:spcAft>
              <a:buSzPts val="1400"/>
              <a:buNone/>
              <a:defRPr b="0" i="0" sz="1800" u="none" cap="none" strike="noStrike">
                <a:latin typeface="Calibri"/>
                <a:ea typeface="Calibri"/>
                <a:cs typeface="Calibri"/>
                <a:sym typeface="Calibri"/>
              </a:defRPr>
            </a:lvl9pPr>
          </a:lstStyle>
          <a:p/>
        </p:txBody>
      </p:sp>
      <p:sp>
        <p:nvSpPr>
          <p:cNvPr id="12" name="Google Shape;12;p33"/>
          <p:cNvSpPr txBox="1"/>
          <p:nvPr>
            <p:ph idx="11" type="ftr"/>
          </p:nvPr>
        </p:nvSpPr>
        <p:spPr>
          <a:xfrm>
            <a:off x="4145280" y="6377940"/>
            <a:ext cx="3901440" cy="342900"/>
          </a:xfrm>
          <a:prstGeom prst="rect">
            <a:avLst/>
          </a:prstGeom>
          <a:noFill/>
          <a:ln>
            <a:noFill/>
          </a:ln>
        </p:spPr>
        <p:txBody>
          <a:bodyPr anchorCtr="0" anchor="t" bIns="0" lIns="0" spcFirstLastPara="1" rIns="0" wrap="square" tIns="0">
            <a:spAutoFit/>
          </a:bodyPr>
          <a:lstStyle>
            <a:lvl1pPr lvl="0" marR="0" rtl="0" algn="ctr">
              <a:spcBef>
                <a:spcPts val="0"/>
              </a:spcBef>
              <a:spcAft>
                <a:spcPts val="0"/>
              </a:spcAft>
              <a:buSzPts val="1400"/>
              <a:buNone/>
              <a:defRPr b="0" i="0" sz="1800" u="none" cap="none" strike="noStrike">
                <a:solidFill>
                  <a:srgbClr val="888888"/>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13" name="Google Shape;13;p33"/>
          <p:cNvSpPr txBox="1"/>
          <p:nvPr>
            <p:ph idx="10" type="dt"/>
          </p:nvPr>
        </p:nvSpPr>
        <p:spPr>
          <a:xfrm>
            <a:off x="609600" y="6377940"/>
            <a:ext cx="2804160" cy="342900"/>
          </a:xfrm>
          <a:prstGeom prst="rect">
            <a:avLst/>
          </a:prstGeom>
          <a:noFill/>
          <a:ln>
            <a:noFill/>
          </a:ln>
        </p:spPr>
        <p:txBody>
          <a:bodyPr anchorCtr="0" anchor="t" bIns="0" lIns="0" spcFirstLastPara="1" rIns="0" wrap="square" tIns="0">
            <a:spAutoFit/>
          </a:bodyPr>
          <a:lstStyle>
            <a:lvl1pPr lvl="0" marR="0" rtl="0" algn="l">
              <a:spcBef>
                <a:spcPts val="0"/>
              </a:spcBef>
              <a:spcAft>
                <a:spcPts val="0"/>
              </a:spcAft>
              <a:buSzPts val="1400"/>
              <a:buNone/>
              <a:defRPr b="0" i="0" sz="1800" u="none" cap="none" strike="noStrike">
                <a:solidFill>
                  <a:srgbClr val="888888"/>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14" name="Google Shape;14;p33"/>
          <p:cNvSpPr txBox="1"/>
          <p:nvPr>
            <p:ph idx="12" type="sldNum"/>
          </p:nvPr>
        </p:nvSpPr>
        <p:spPr>
          <a:xfrm>
            <a:off x="8778240" y="6377940"/>
            <a:ext cx="2804160" cy="342900"/>
          </a:xfrm>
          <a:prstGeom prst="rect">
            <a:avLst/>
          </a:prstGeom>
          <a:noFill/>
          <a:ln>
            <a:noFill/>
          </a:ln>
        </p:spPr>
        <p:txBody>
          <a:bodyPr anchorCtr="0" anchor="t" bIns="0" lIns="0" spcFirstLastPara="1" rIns="0" wrap="square" tIns="0">
            <a:spAutoFit/>
          </a:bodyPr>
          <a:lstStyle>
            <a:lvl1pPr indent="0" lvl="0" marL="0" marR="0" rtl="0" algn="r">
              <a:spcBef>
                <a:spcPts val="0"/>
              </a:spcBef>
              <a:buNone/>
              <a:defRPr b="0" i="0" sz="1800" u="none" cap="none" strike="noStrike">
                <a:solidFill>
                  <a:srgbClr val="888888"/>
                </a:solidFill>
                <a:latin typeface="Calibri"/>
                <a:ea typeface="Calibri"/>
                <a:cs typeface="Calibri"/>
                <a:sym typeface="Calibri"/>
              </a:defRPr>
            </a:lvl1pPr>
            <a:lvl2pPr indent="0" lvl="1" marL="0" marR="0" rtl="0" algn="r">
              <a:spcBef>
                <a:spcPts val="0"/>
              </a:spcBef>
              <a:buNone/>
              <a:defRPr b="0" i="0" sz="1800" u="none" cap="none" strike="noStrike">
                <a:solidFill>
                  <a:srgbClr val="888888"/>
                </a:solidFill>
                <a:latin typeface="Calibri"/>
                <a:ea typeface="Calibri"/>
                <a:cs typeface="Calibri"/>
                <a:sym typeface="Calibri"/>
              </a:defRPr>
            </a:lvl2pPr>
            <a:lvl3pPr indent="0" lvl="2" marL="0" marR="0" rtl="0" algn="r">
              <a:spcBef>
                <a:spcPts val="0"/>
              </a:spcBef>
              <a:buNone/>
              <a:defRPr b="0" i="0" sz="1800" u="none" cap="none" strike="noStrike">
                <a:solidFill>
                  <a:srgbClr val="888888"/>
                </a:solidFill>
                <a:latin typeface="Calibri"/>
                <a:ea typeface="Calibri"/>
                <a:cs typeface="Calibri"/>
                <a:sym typeface="Calibri"/>
              </a:defRPr>
            </a:lvl3pPr>
            <a:lvl4pPr indent="0" lvl="3" marL="0" marR="0" rtl="0" algn="r">
              <a:spcBef>
                <a:spcPts val="0"/>
              </a:spcBef>
              <a:buNone/>
              <a:defRPr b="0" i="0" sz="1800" u="none" cap="none" strike="noStrike">
                <a:solidFill>
                  <a:srgbClr val="888888"/>
                </a:solidFill>
                <a:latin typeface="Calibri"/>
                <a:ea typeface="Calibri"/>
                <a:cs typeface="Calibri"/>
                <a:sym typeface="Calibri"/>
              </a:defRPr>
            </a:lvl4pPr>
            <a:lvl5pPr indent="0" lvl="4" marL="0" marR="0" rtl="0" algn="r">
              <a:spcBef>
                <a:spcPts val="0"/>
              </a:spcBef>
              <a:buNone/>
              <a:defRPr b="0" i="0" sz="1800" u="none" cap="none" strike="noStrike">
                <a:solidFill>
                  <a:srgbClr val="888888"/>
                </a:solidFill>
                <a:latin typeface="Calibri"/>
                <a:ea typeface="Calibri"/>
                <a:cs typeface="Calibri"/>
                <a:sym typeface="Calibri"/>
              </a:defRPr>
            </a:lvl5pPr>
            <a:lvl6pPr indent="0" lvl="5" marL="0" marR="0" rtl="0" algn="r">
              <a:spcBef>
                <a:spcPts val="0"/>
              </a:spcBef>
              <a:buNone/>
              <a:defRPr b="0" i="0" sz="1800" u="none" cap="none" strike="noStrike">
                <a:solidFill>
                  <a:srgbClr val="888888"/>
                </a:solidFill>
                <a:latin typeface="Calibri"/>
                <a:ea typeface="Calibri"/>
                <a:cs typeface="Calibri"/>
                <a:sym typeface="Calibri"/>
              </a:defRPr>
            </a:lvl6pPr>
            <a:lvl7pPr indent="0" lvl="6" marL="0" marR="0" rtl="0" algn="r">
              <a:spcBef>
                <a:spcPts val="0"/>
              </a:spcBef>
              <a:buNone/>
              <a:defRPr b="0" i="0" sz="1800" u="none" cap="none" strike="noStrike">
                <a:solidFill>
                  <a:srgbClr val="888888"/>
                </a:solidFill>
                <a:latin typeface="Calibri"/>
                <a:ea typeface="Calibri"/>
                <a:cs typeface="Calibri"/>
                <a:sym typeface="Calibri"/>
              </a:defRPr>
            </a:lvl7pPr>
            <a:lvl8pPr indent="0" lvl="7" marL="0" marR="0" rtl="0" algn="r">
              <a:spcBef>
                <a:spcPts val="0"/>
              </a:spcBef>
              <a:buNone/>
              <a:defRPr b="0" i="0" sz="1800" u="none" cap="none" strike="noStrike">
                <a:solidFill>
                  <a:srgbClr val="888888"/>
                </a:solidFill>
                <a:latin typeface="Calibri"/>
                <a:ea typeface="Calibri"/>
                <a:cs typeface="Calibri"/>
                <a:sym typeface="Calibri"/>
              </a:defRPr>
            </a:lvl8pPr>
            <a:lvl9pPr indent="0" lvl="8" marL="0" marR="0" rtl="0" algn="r">
              <a:spcBef>
                <a:spcPts val="0"/>
              </a:spcBef>
              <a:buNone/>
              <a:defRPr b="0" i="0" sz="18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s-ES"/>
              <a:t>‹#›</a:t>
            </a:fld>
            <a:endParaRPr/>
          </a:p>
        </p:txBody>
      </p:sp>
    </p:spTree>
  </p:cSld>
  <p:clrMap accent1="accent1" accent2="accent2" accent3="accent3" accent4="accent4" accent5="accent5" accent6="accent6" bg1="lt1" bg2="dk2" tx1="dk1" tx2="lt2" folHlink="folHlink" hlink="hlink"/>
  <p:sldLayoutIdLst>
    <p:sldLayoutId id="2147483649" r:id="rId2"/>
    <p:sldLayoutId id="2147483650" r:id="rId3"/>
    <p:sldLayoutId id="2147483651" r:id="rId4"/>
    <p:sldLayoutId id="2147483652" r:id="rId5"/>
    <p:sldLayoutId id="2147483653" r:id="rId6"/>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5.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 Id="rId3" Type="http://schemas.openxmlformats.org/officeDocument/2006/relationships/image" Target="../media/image4.png"/><Relationship Id="rId4" Type="http://schemas.openxmlformats.org/officeDocument/2006/relationships/image" Target="../media/image3.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 Id="rId3" Type="http://schemas.openxmlformats.org/officeDocument/2006/relationships/image" Target="../media/image4.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 Id="rId3" Type="http://schemas.openxmlformats.org/officeDocument/2006/relationships/image" Target="../media/image4.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 Id="rId3" Type="http://schemas.openxmlformats.org/officeDocument/2006/relationships/image" Target="../media/image4.png"/><Relationship Id="rId4" Type="http://schemas.openxmlformats.org/officeDocument/2006/relationships/image" Target="../media/image6.png"/><Relationship Id="rId5" Type="http://schemas.openxmlformats.org/officeDocument/2006/relationships/image" Target="../media/image7.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 Id="rId3" Type="http://schemas.openxmlformats.org/officeDocument/2006/relationships/image" Target="../media/image10.png"/><Relationship Id="rId4" Type="http://schemas.openxmlformats.org/officeDocument/2006/relationships/image" Target="../media/image11.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 Id="rId3" Type="http://schemas.openxmlformats.org/officeDocument/2006/relationships/image" Target="../media/image8.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 Id="rId3" Type="http://schemas.openxmlformats.org/officeDocument/2006/relationships/image" Target="../media/image4.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xml"/><Relationship Id="rId3" Type="http://schemas.openxmlformats.org/officeDocument/2006/relationships/image" Target="../media/image5.png"/><Relationship Id="rId4" Type="http://schemas.openxmlformats.org/officeDocument/2006/relationships/image" Target="../media/image19.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xml"/><Relationship Id="rId3" Type="http://schemas.openxmlformats.org/officeDocument/2006/relationships/image" Target="../media/image5.png"/><Relationship Id="rId4" Type="http://schemas.openxmlformats.org/officeDocument/2006/relationships/image" Target="../media/image19.png"/><Relationship Id="rId5" Type="http://schemas.openxmlformats.org/officeDocument/2006/relationships/image" Target="../media/image15.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1.xml"/><Relationship Id="rId3" Type="http://schemas.openxmlformats.org/officeDocument/2006/relationships/image" Target="../media/image5.png"/><Relationship Id="rId4" Type="http://schemas.openxmlformats.org/officeDocument/2006/relationships/image" Target="../media/image14.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2.xml"/><Relationship Id="rId3" Type="http://schemas.openxmlformats.org/officeDocument/2006/relationships/image" Target="../media/image5.png"/><Relationship Id="rId4" Type="http://schemas.openxmlformats.org/officeDocument/2006/relationships/image" Target="../media/image22.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3.xml"/><Relationship Id="rId3" Type="http://schemas.openxmlformats.org/officeDocument/2006/relationships/image" Target="../media/image5.png"/><Relationship Id="rId4" Type="http://schemas.openxmlformats.org/officeDocument/2006/relationships/image" Target="../media/image12.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4.xml"/><Relationship Id="rId3" Type="http://schemas.openxmlformats.org/officeDocument/2006/relationships/image" Target="../media/image5.png"/><Relationship Id="rId4" Type="http://schemas.openxmlformats.org/officeDocument/2006/relationships/image" Target="../media/image13.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5.xml"/><Relationship Id="rId3" Type="http://schemas.openxmlformats.org/officeDocument/2006/relationships/image" Target="../media/image5.png"/><Relationship Id="rId4" Type="http://schemas.openxmlformats.org/officeDocument/2006/relationships/image" Target="../media/image21.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6.xml"/><Relationship Id="rId3" Type="http://schemas.openxmlformats.org/officeDocument/2006/relationships/image" Target="../media/image5.png"/><Relationship Id="rId4" Type="http://schemas.openxmlformats.org/officeDocument/2006/relationships/image" Target="../media/image17.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7.xml"/><Relationship Id="rId3" Type="http://schemas.openxmlformats.org/officeDocument/2006/relationships/image" Target="../media/image5.png"/><Relationship Id="rId4" Type="http://schemas.openxmlformats.org/officeDocument/2006/relationships/image" Target="../media/image16.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8.xml"/><Relationship Id="rId3" Type="http://schemas.openxmlformats.org/officeDocument/2006/relationships/image" Target="../media/image5.png"/><Relationship Id="rId4" Type="http://schemas.openxmlformats.org/officeDocument/2006/relationships/image" Target="../media/image20.png"/><Relationship Id="rId5" Type="http://schemas.openxmlformats.org/officeDocument/2006/relationships/image" Target="../media/image31.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9.xml"/><Relationship Id="rId3" Type="http://schemas.openxmlformats.org/officeDocument/2006/relationships/image" Target="../media/image5.png"/><Relationship Id="rId4" Type="http://schemas.openxmlformats.org/officeDocument/2006/relationships/image" Target="../media/image29.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0.xml"/><Relationship Id="rId3" Type="http://schemas.openxmlformats.org/officeDocument/2006/relationships/image" Target="../media/image5.png"/><Relationship Id="rId4" Type="http://schemas.openxmlformats.org/officeDocument/2006/relationships/image" Target="../media/image32.pn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1.xml"/><Relationship Id="rId3" Type="http://schemas.openxmlformats.org/officeDocument/2006/relationships/image" Target="../media/image27.pn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3.xml"/><Relationship Id="rId3" Type="http://schemas.openxmlformats.org/officeDocument/2006/relationships/image" Target="../media/image23.png"/></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4.xml"/><Relationship Id="rId3" Type="http://schemas.openxmlformats.org/officeDocument/2006/relationships/image" Target="../media/image23.png"/></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5.xml"/><Relationship Id="rId3" Type="http://schemas.openxmlformats.org/officeDocument/2006/relationships/image" Target="../media/image27.png"/></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6.xml"/><Relationship Id="rId3" Type="http://schemas.openxmlformats.org/officeDocument/2006/relationships/image" Target="../media/image27.png"/></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7.xml"/><Relationship Id="rId3" Type="http://schemas.openxmlformats.org/officeDocument/2006/relationships/image" Target="../media/image28.png"/></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8.xml"/><Relationship Id="rId3" Type="http://schemas.openxmlformats.org/officeDocument/2006/relationships/image" Target="../media/image28.png"/><Relationship Id="rId4" Type="http://schemas.openxmlformats.org/officeDocument/2006/relationships/image" Target="../media/image33.png"/></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9.xml"/><Relationship Id="rId3" Type="http://schemas.openxmlformats.org/officeDocument/2006/relationships/image" Target="../media/image28.png"/></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0.xml"/><Relationship Id="rId3" Type="http://schemas.openxmlformats.org/officeDocument/2006/relationships/image" Target="../media/image28.png"/><Relationship Id="rId4" Type="http://schemas.openxmlformats.org/officeDocument/2006/relationships/hyperlink" Target="https://eventos.citius.usc.es/bigdata/workshops/Cassandra.pdf" TargetMode="Externa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1.xml"/><Relationship Id="rId3" Type="http://schemas.openxmlformats.org/officeDocument/2006/relationships/image" Target="../media/image28.png"/><Relationship Id="rId4" Type="http://schemas.openxmlformats.org/officeDocument/2006/relationships/image" Target="../media/image30.jpg"/></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2.xml"/><Relationship Id="rId3" Type="http://schemas.openxmlformats.org/officeDocument/2006/relationships/image" Target="../media/image5.pn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6" name="Shape 46"/>
        <p:cNvGrpSpPr/>
        <p:nvPr/>
      </p:nvGrpSpPr>
      <p:grpSpPr>
        <a:xfrm>
          <a:off x="0" y="0"/>
          <a:ext cx="0" cy="0"/>
          <a:chOff x="0" y="0"/>
          <a:chExt cx="0" cy="0"/>
        </a:xfrm>
      </p:grpSpPr>
      <p:sp>
        <p:nvSpPr>
          <p:cNvPr id="47" name="Google Shape;47;p1"/>
          <p:cNvSpPr txBox="1"/>
          <p:nvPr>
            <p:ph type="ctrTitle"/>
          </p:nvPr>
        </p:nvSpPr>
        <p:spPr>
          <a:xfrm>
            <a:off x="900112" y="1838144"/>
            <a:ext cx="10363199" cy="905056"/>
          </a:xfrm>
          <a:prstGeom prst="rect">
            <a:avLst/>
          </a:prstGeom>
          <a:noFill/>
          <a:ln>
            <a:noFill/>
          </a:ln>
        </p:spPr>
        <p:txBody>
          <a:bodyPr anchorCtr="0" anchor="t" bIns="0" lIns="0" spcFirstLastPara="1" rIns="0" wrap="square" tIns="116200">
            <a:spAutoFit/>
          </a:bodyPr>
          <a:lstStyle/>
          <a:p>
            <a:pPr indent="-3253104" lvl="0" marL="3268979" marR="5080" rtl="0" algn="ctr">
              <a:lnSpc>
                <a:spcPct val="135000"/>
              </a:lnSpc>
              <a:spcBef>
                <a:spcPts val="0"/>
              </a:spcBef>
              <a:spcAft>
                <a:spcPts val="0"/>
              </a:spcAft>
              <a:buNone/>
            </a:pPr>
            <a:r>
              <a:rPr lang="es-ES" sz="4800">
                <a:latin typeface="Arial"/>
                <a:ea typeface="Arial"/>
                <a:cs typeface="Arial"/>
                <a:sym typeface="Arial"/>
              </a:rPr>
              <a:t>CURSO: BASE DE DATOS II</a:t>
            </a:r>
            <a:endParaRPr sz="4800">
              <a:latin typeface="Arial"/>
              <a:ea typeface="Arial"/>
              <a:cs typeface="Arial"/>
              <a:sym typeface="Arial"/>
            </a:endParaRPr>
          </a:p>
        </p:txBody>
      </p:sp>
      <p:sp>
        <p:nvSpPr>
          <p:cNvPr id="48" name="Google Shape;48;p1"/>
          <p:cNvSpPr txBox="1"/>
          <p:nvPr/>
        </p:nvSpPr>
        <p:spPr>
          <a:xfrm>
            <a:off x="2767012" y="1644495"/>
            <a:ext cx="6629400" cy="369332"/>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b="1" i="0" lang="es-ES" sz="1800" u="none" cap="none" strike="noStrike">
                <a:solidFill>
                  <a:srgbClr val="D1052D"/>
                </a:solidFill>
                <a:latin typeface="Calibri"/>
                <a:ea typeface="Calibri"/>
                <a:cs typeface="Calibri"/>
                <a:sym typeface="Calibri"/>
              </a:rPr>
              <a:t>PRIMERA UNIDAD DE APRENDIZAJE 3: </a:t>
            </a:r>
            <a:r>
              <a:rPr b="0" i="0" lang="es-ES" sz="1800" u="none" cap="none" strike="noStrike">
                <a:solidFill>
                  <a:schemeClr val="dk1"/>
                </a:solidFill>
                <a:latin typeface="Verdana"/>
                <a:ea typeface="Verdana"/>
                <a:cs typeface="Verdana"/>
                <a:sym typeface="Verdana"/>
              </a:rPr>
              <a:t>Bases de Datos NoSQL </a:t>
            </a:r>
            <a:endParaRPr b="0" i="0" sz="1800" u="none" cap="none" strike="noStrike">
              <a:solidFill>
                <a:schemeClr val="dk1"/>
              </a:solidFill>
              <a:latin typeface="Calibri"/>
              <a:ea typeface="Calibri"/>
              <a:cs typeface="Calibri"/>
              <a:sym typeface="Calibri"/>
            </a:endParaRPr>
          </a:p>
        </p:txBody>
      </p:sp>
      <p:sp>
        <p:nvSpPr>
          <p:cNvPr id="49" name="Google Shape;49;p1"/>
          <p:cNvSpPr txBox="1"/>
          <p:nvPr/>
        </p:nvSpPr>
        <p:spPr>
          <a:xfrm>
            <a:off x="1966912" y="3179215"/>
            <a:ext cx="8258176" cy="2087751"/>
          </a:xfrm>
          <a:prstGeom prst="rect">
            <a:avLst/>
          </a:prstGeom>
          <a:solidFill>
            <a:srgbClr val="D1052D"/>
          </a:solidFill>
          <a:ln>
            <a:noFill/>
          </a:ln>
        </p:spPr>
        <p:txBody>
          <a:bodyPr anchorCtr="0" anchor="t" bIns="45700" lIns="91425" spcFirstLastPara="1" rIns="91425" wrap="square" tIns="45700">
            <a:spAutoFit/>
          </a:bodyPr>
          <a:lstStyle/>
          <a:p>
            <a:pPr indent="0" lvl="0" marL="12700" marR="0" rtl="0" algn="ctr">
              <a:lnSpc>
                <a:spcPct val="100000"/>
              </a:lnSpc>
              <a:spcBef>
                <a:spcPts val="0"/>
              </a:spcBef>
              <a:spcAft>
                <a:spcPts val="0"/>
              </a:spcAft>
              <a:buNone/>
            </a:pPr>
            <a:r>
              <a:rPr b="1" i="0" lang="es-ES" sz="3200" u="none" cap="none" strike="noStrike">
                <a:solidFill>
                  <a:schemeClr val="lt1"/>
                </a:solidFill>
                <a:latin typeface="Arial"/>
                <a:ea typeface="Arial"/>
                <a:cs typeface="Arial"/>
                <a:sym typeface="Arial"/>
              </a:rPr>
              <a:t>SESIÓN N° 13:</a:t>
            </a:r>
            <a:endParaRPr b="1" i="0" sz="3200" u="none" cap="none" strike="noStrike">
              <a:solidFill>
                <a:schemeClr val="lt1"/>
              </a:solidFill>
              <a:latin typeface="Arial"/>
              <a:ea typeface="Arial"/>
              <a:cs typeface="Arial"/>
              <a:sym typeface="Arial"/>
            </a:endParaRPr>
          </a:p>
          <a:p>
            <a:pPr indent="0" lvl="0" marL="12700" marR="0" rtl="0" algn="l">
              <a:lnSpc>
                <a:spcPct val="100000"/>
              </a:lnSpc>
              <a:spcBef>
                <a:spcPts val="100"/>
              </a:spcBef>
              <a:spcAft>
                <a:spcPts val="0"/>
              </a:spcAft>
              <a:buNone/>
            </a:pPr>
            <a:r>
              <a:rPr b="1" i="0" lang="es-ES" sz="3200" u="none" cap="none" strike="noStrike">
                <a:solidFill>
                  <a:schemeClr val="lt1"/>
                </a:solidFill>
                <a:latin typeface="Calibri"/>
                <a:ea typeface="Calibri"/>
                <a:cs typeface="Calibri"/>
                <a:sym typeface="Calibri"/>
              </a:rPr>
              <a:t>Cassandra: </a:t>
            </a:r>
            <a:endParaRPr/>
          </a:p>
          <a:p>
            <a:pPr indent="0" lvl="0" marL="12700" marR="0" rtl="0" algn="l">
              <a:lnSpc>
                <a:spcPct val="100000"/>
              </a:lnSpc>
              <a:spcBef>
                <a:spcPts val="100"/>
              </a:spcBef>
              <a:spcAft>
                <a:spcPts val="0"/>
              </a:spcAft>
              <a:buNone/>
            </a:pPr>
            <a:r>
              <a:rPr b="0" i="0" lang="es-ES" sz="3200" u="none" cap="none" strike="noStrike">
                <a:solidFill>
                  <a:schemeClr val="lt1"/>
                </a:solidFill>
                <a:latin typeface="Calibri"/>
                <a:ea typeface="Calibri"/>
                <a:cs typeface="Calibri"/>
                <a:sym typeface="Calibri"/>
              </a:rPr>
              <a:t>- Introducción a las características de Cassandra - Instalación de la Herramienta</a:t>
            </a:r>
            <a:endParaRPr b="0" i="0" sz="3200" u="none" cap="none" strike="noStrike">
              <a:solidFill>
                <a:schemeClr val="lt1"/>
              </a:solidFill>
              <a:latin typeface="Arial"/>
              <a:ea typeface="Arial"/>
              <a:cs typeface="Arial"/>
              <a:sym typeface="Arial"/>
            </a:endParaRPr>
          </a:p>
        </p:txBody>
      </p:sp>
      <p:sp>
        <p:nvSpPr>
          <p:cNvPr id="50" name="Google Shape;50;p1"/>
          <p:cNvSpPr txBox="1"/>
          <p:nvPr/>
        </p:nvSpPr>
        <p:spPr>
          <a:xfrm>
            <a:off x="3048000" y="5715000"/>
            <a:ext cx="6096000" cy="659155"/>
          </a:xfrm>
          <a:prstGeom prst="rect">
            <a:avLst/>
          </a:prstGeom>
          <a:noFill/>
          <a:ln>
            <a:noFill/>
          </a:ln>
        </p:spPr>
        <p:txBody>
          <a:bodyPr anchorCtr="0" anchor="t" bIns="45700" lIns="91425" spcFirstLastPara="1" rIns="91425" wrap="square" tIns="45700">
            <a:spAutoFit/>
          </a:bodyPr>
          <a:lstStyle/>
          <a:p>
            <a:pPr indent="0" lvl="0" marL="12700" marR="0" rtl="0" algn="ctr">
              <a:lnSpc>
                <a:spcPct val="100000"/>
              </a:lnSpc>
              <a:spcBef>
                <a:spcPts val="0"/>
              </a:spcBef>
              <a:spcAft>
                <a:spcPts val="0"/>
              </a:spcAft>
              <a:buNone/>
            </a:pPr>
            <a:r>
              <a:rPr b="1" i="0" lang="es-ES" sz="1800" u="none" cap="none" strike="noStrike">
                <a:solidFill>
                  <a:srgbClr val="D1052D"/>
                </a:solidFill>
                <a:latin typeface="Arial"/>
                <a:ea typeface="Arial"/>
                <a:cs typeface="Arial"/>
                <a:sym typeface="Arial"/>
              </a:rPr>
              <a:t>DOCENTES DE UTP</a:t>
            </a:r>
            <a:endParaRPr/>
          </a:p>
          <a:p>
            <a:pPr indent="0" lvl="0" marL="12700" marR="0" rtl="0" algn="ctr">
              <a:lnSpc>
                <a:spcPct val="100000"/>
              </a:lnSpc>
              <a:spcBef>
                <a:spcPts val="100"/>
              </a:spcBef>
              <a:spcAft>
                <a:spcPts val="0"/>
              </a:spcAft>
              <a:buNone/>
            </a:pPr>
            <a:r>
              <a:rPr b="1" i="0" lang="es-ES" sz="1800" u="none" cap="none" strike="noStrike">
                <a:solidFill>
                  <a:srgbClr val="D1052D"/>
                </a:solidFill>
                <a:latin typeface="Arial"/>
                <a:ea typeface="Arial"/>
                <a:cs typeface="Arial"/>
                <a:sym typeface="Arial"/>
              </a:rPr>
              <a:t>SISTEMAS</a:t>
            </a:r>
            <a:endParaRPr b="0" i="0" sz="1800" u="none" cap="none" strike="noStrike">
              <a:solidFill>
                <a:schemeClr val="dk1"/>
              </a:solidFill>
              <a:latin typeface="Arial"/>
              <a:ea typeface="Arial"/>
              <a:cs typeface="Arial"/>
              <a:sym typeface="Arial"/>
            </a:endParaRPr>
          </a:p>
        </p:txBody>
      </p:sp>
      <p:grpSp>
        <p:nvGrpSpPr>
          <p:cNvPr id="51" name="Google Shape;51;p1"/>
          <p:cNvGrpSpPr/>
          <p:nvPr/>
        </p:nvGrpSpPr>
        <p:grpSpPr>
          <a:xfrm>
            <a:off x="3681788" y="152400"/>
            <a:ext cx="8281612" cy="1295400"/>
            <a:chOff x="3681788" y="152400"/>
            <a:chExt cx="8281612" cy="1295400"/>
          </a:xfrm>
        </p:grpSpPr>
        <p:pic>
          <p:nvPicPr>
            <p:cNvPr id="52" name="Google Shape;52;p1"/>
            <p:cNvPicPr preferRelativeResize="0"/>
            <p:nvPr/>
          </p:nvPicPr>
          <p:blipFill rotWithShape="1">
            <a:blip r:embed="rId3">
              <a:alphaModFix/>
            </a:blip>
            <a:srcRect b="0" l="0" r="0" t="0"/>
            <a:stretch/>
          </p:blipFill>
          <p:spPr>
            <a:xfrm>
              <a:off x="3681788" y="370720"/>
              <a:ext cx="4828423" cy="1077080"/>
            </a:xfrm>
            <a:prstGeom prst="rect">
              <a:avLst/>
            </a:prstGeom>
            <a:noFill/>
            <a:ln>
              <a:noFill/>
            </a:ln>
          </p:spPr>
        </p:pic>
        <p:sp>
          <p:nvSpPr>
            <p:cNvPr id="53" name="Google Shape;53;p1"/>
            <p:cNvSpPr/>
            <p:nvPr/>
          </p:nvSpPr>
          <p:spPr>
            <a:xfrm>
              <a:off x="9144000" y="152400"/>
              <a:ext cx="2819400" cy="762722"/>
            </a:xfrm>
            <a:prstGeom prst="rect">
              <a:avLst/>
            </a:prstGeom>
            <a:solidFill>
              <a:schemeClr val="lt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Calibri"/>
                <a:ea typeface="Calibri"/>
                <a:cs typeface="Calibri"/>
                <a:sym typeface="Calibri"/>
              </a:endParaRPr>
            </a:p>
          </p:txBody>
        </p:sp>
      </p:gr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7" name="Shape 57"/>
        <p:cNvGrpSpPr/>
        <p:nvPr/>
      </p:nvGrpSpPr>
      <p:grpSpPr>
        <a:xfrm>
          <a:off x="0" y="0"/>
          <a:ext cx="0" cy="0"/>
          <a:chOff x="0" y="0"/>
          <a:chExt cx="0" cy="0"/>
        </a:xfrm>
      </p:grpSpPr>
      <p:sp>
        <p:nvSpPr>
          <p:cNvPr id="58" name="Google Shape;58;p2"/>
          <p:cNvSpPr/>
          <p:nvPr/>
        </p:nvSpPr>
        <p:spPr>
          <a:xfrm>
            <a:off x="0" y="304801"/>
            <a:ext cx="5659755" cy="561824"/>
          </a:xfrm>
          <a:custGeom>
            <a:rect b="b" l="l" r="r" t="t"/>
            <a:pathLst>
              <a:path extrusionOk="0" h="415290" w="5659755">
                <a:moveTo>
                  <a:pt x="5590548" y="414899"/>
                </a:moveTo>
                <a:lnTo>
                  <a:pt x="6651" y="414899"/>
                </a:lnTo>
                <a:lnTo>
                  <a:pt x="0" y="413557"/>
                </a:lnTo>
                <a:lnTo>
                  <a:pt x="0" y="1342"/>
                </a:lnTo>
                <a:lnTo>
                  <a:pt x="6651" y="0"/>
                </a:lnTo>
                <a:lnTo>
                  <a:pt x="5590548" y="0"/>
                </a:lnTo>
                <a:lnTo>
                  <a:pt x="5604102" y="1340"/>
                </a:lnTo>
                <a:lnTo>
                  <a:pt x="5639445" y="20253"/>
                </a:lnTo>
                <a:lnTo>
                  <a:pt x="5658358" y="55597"/>
                </a:lnTo>
                <a:lnTo>
                  <a:pt x="5659699" y="69151"/>
                </a:lnTo>
                <a:lnTo>
                  <a:pt x="5659699" y="345748"/>
                </a:lnTo>
                <a:lnTo>
                  <a:pt x="5654265" y="372665"/>
                </a:lnTo>
                <a:lnTo>
                  <a:pt x="5639446" y="394646"/>
                </a:lnTo>
                <a:lnTo>
                  <a:pt x="5617465" y="409465"/>
                </a:lnTo>
                <a:lnTo>
                  <a:pt x="5590548" y="414899"/>
                </a:lnTo>
                <a:close/>
              </a:path>
            </a:pathLst>
          </a:custGeom>
          <a:solidFill>
            <a:srgbClr val="D1052D"/>
          </a:solidFill>
          <a:ln>
            <a:noFill/>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59" name="Google Shape;59;p2"/>
          <p:cNvSpPr txBox="1"/>
          <p:nvPr/>
        </p:nvSpPr>
        <p:spPr>
          <a:xfrm>
            <a:off x="381000" y="381000"/>
            <a:ext cx="4724400" cy="382156"/>
          </a:xfrm>
          <a:prstGeom prst="rect">
            <a:avLst/>
          </a:prstGeom>
          <a:noFill/>
          <a:ln>
            <a:noFill/>
          </a:ln>
        </p:spPr>
        <p:txBody>
          <a:bodyPr anchorCtr="0" anchor="t" bIns="0" lIns="0" spcFirstLastPara="1" rIns="0" wrap="square" tIns="12700">
            <a:spAutoFit/>
          </a:bodyPr>
          <a:lstStyle/>
          <a:p>
            <a:pPr indent="0" lvl="0" marL="12700" marR="0" rtl="0" algn="l">
              <a:lnSpc>
                <a:spcPct val="100000"/>
              </a:lnSpc>
              <a:spcBef>
                <a:spcPts val="0"/>
              </a:spcBef>
              <a:spcAft>
                <a:spcPts val="0"/>
              </a:spcAft>
              <a:buNone/>
            </a:pPr>
            <a:r>
              <a:rPr b="1" lang="es-ES" sz="2400">
                <a:solidFill>
                  <a:srgbClr val="FFFFFF"/>
                </a:solidFill>
                <a:latin typeface="Arial"/>
                <a:ea typeface="Arial"/>
                <a:cs typeface="Arial"/>
                <a:sym typeface="Arial"/>
              </a:rPr>
              <a:t>Motivación para el aprendizaje</a:t>
            </a:r>
            <a:endParaRPr sz="2400">
              <a:solidFill>
                <a:schemeClr val="dk1"/>
              </a:solidFill>
              <a:latin typeface="Arial"/>
              <a:ea typeface="Arial"/>
              <a:cs typeface="Arial"/>
              <a:sym typeface="Arial"/>
            </a:endParaRPr>
          </a:p>
        </p:txBody>
      </p:sp>
      <p:pic>
        <p:nvPicPr>
          <p:cNvPr id="60" name="Google Shape;60;p2"/>
          <p:cNvPicPr preferRelativeResize="0"/>
          <p:nvPr/>
        </p:nvPicPr>
        <p:blipFill rotWithShape="1">
          <a:blip r:embed="rId3">
            <a:alphaModFix/>
          </a:blip>
          <a:srcRect b="0" l="0" r="0" t="0"/>
          <a:stretch/>
        </p:blipFill>
        <p:spPr>
          <a:xfrm>
            <a:off x="5723651" y="313451"/>
            <a:ext cx="524749" cy="524749"/>
          </a:xfrm>
          <a:prstGeom prst="rect">
            <a:avLst/>
          </a:prstGeom>
          <a:noFill/>
          <a:ln>
            <a:noFill/>
          </a:ln>
        </p:spPr>
      </p:pic>
      <p:sp>
        <p:nvSpPr>
          <p:cNvPr id="61" name="Google Shape;61;p2"/>
          <p:cNvSpPr txBox="1"/>
          <p:nvPr/>
        </p:nvSpPr>
        <p:spPr>
          <a:xfrm>
            <a:off x="3886200" y="3581400"/>
            <a:ext cx="6476999" cy="295402"/>
          </a:xfrm>
          <a:prstGeom prst="rect">
            <a:avLst/>
          </a:prstGeom>
          <a:solidFill>
            <a:srgbClr val="FFFFFF"/>
          </a:solidFill>
          <a:ln>
            <a:noFill/>
          </a:ln>
        </p:spPr>
        <p:txBody>
          <a:bodyPr anchorCtr="0" anchor="t" bIns="0" lIns="0" spcFirstLastPara="1" rIns="0" wrap="square" tIns="0">
            <a:spAutoFit/>
          </a:bodyPr>
          <a:lstStyle/>
          <a:p>
            <a:pPr indent="0" lvl="0" marL="0" marR="0" rtl="0" algn="l">
              <a:lnSpc>
                <a:spcPct val="65312"/>
              </a:lnSpc>
              <a:spcBef>
                <a:spcPts val="0"/>
              </a:spcBef>
              <a:spcAft>
                <a:spcPts val="0"/>
              </a:spcAft>
              <a:buNone/>
            </a:pPr>
            <a:r>
              <a:t/>
            </a:r>
            <a:endParaRPr sz="3200">
              <a:solidFill>
                <a:schemeClr val="dk1"/>
              </a:solidFill>
              <a:latin typeface="Arial"/>
              <a:ea typeface="Arial"/>
              <a:cs typeface="Arial"/>
              <a:sym typeface="Arial"/>
            </a:endParaRPr>
          </a:p>
        </p:txBody>
      </p:sp>
      <p:sp>
        <p:nvSpPr>
          <p:cNvPr id="62" name="Google Shape;62;p2"/>
          <p:cNvSpPr txBox="1"/>
          <p:nvPr/>
        </p:nvSpPr>
        <p:spPr>
          <a:xfrm>
            <a:off x="2590800" y="2981235"/>
            <a:ext cx="7010400" cy="1200329"/>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b="1" lang="es-ES" sz="3600">
                <a:solidFill>
                  <a:schemeClr val="dk1"/>
                </a:solidFill>
                <a:latin typeface="Arial"/>
                <a:ea typeface="Arial"/>
                <a:cs typeface="Arial"/>
                <a:sym typeface="Arial"/>
              </a:rPr>
              <a:t>Lo que debemos tener en cuenta</a:t>
            </a:r>
            <a:endParaRPr sz="3600">
              <a:solidFill>
                <a:schemeClr val="dk1"/>
              </a:solidFill>
              <a:latin typeface="Arial"/>
              <a:ea typeface="Arial"/>
              <a:cs typeface="Arial"/>
              <a:sym typeface="Arial"/>
            </a:endParaRPr>
          </a:p>
        </p:txBody>
      </p:sp>
      <p:pic>
        <p:nvPicPr>
          <p:cNvPr id="63" name="Google Shape;63;p2"/>
          <p:cNvPicPr preferRelativeResize="0"/>
          <p:nvPr/>
        </p:nvPicPr>
        <p:blipFill rotWithShape="1">
          <a:blip r:embed="rId4">
            <a:alphaModFix/>
          </a:blip>
          <a:srcRect b="0" l="0" r="0" t="0"/>
          <a:stretch/>
        </p:blipFill>
        <p:spPr>
          <a:xfrm>
            <a:off x="9753600" y="6184229"/>
            <a:ext cx="445171" cy="445171"/>
          </a:xfrm>
          <a:prstGeom prst="rect">
            <a:avLst/>
          </a:prstGeom>
          <a:noFill/>
          <a:ln>
            <a:noFill/>
          </a:ln>
        </p:spPr>
      </p:pic>
      <p:sp>
        <p:nvSpPr>
          <p:cNvPr id="64" name="Google Shape;64;p2"/>
          <p:cNvSpPr txBox="1"/>
          <p:nvPr/>
        </p:nvSpPr>
        <p:spPr>
          <a:xfrm>
            <a:off x="10198771" y="6222148"/>
            <a:ext cx="1764629" cy="400110"/>
          </a:xfrm>
          <a:prstGeom prst="rect">
            <a:avLst/>
          </a:prstGeom>
          <a:noFill/>
          <a:ln>
            <a:noFill/>
          </a:ln>
        </p:spPr>
        <p:txBody>
          <a:bodyPr anchorCtr="0" anchor="t" bIns="45700" lIns="91425" spcFirstLastPara="1" rIns="91425" wrap="square" tIns="45700">
            <a:spAutoFit/>
          </a:bodyPr>
          <a:lstStyle/>
          <a:p>
            <a:pPr indent="0" lvl="0" marL="0" marR="114300" rtl="0" algn="l">
              <a:lnSpc>
                <a:spcPct val="100000"/>
              </a:lnSpc>
              <a:spcBef>
                <a:spcPts val="0"/>
              </a:spcBef>
              <a:spcAft>
                <a:spcPts val="0"/>
              </a:spcAft>
              <a:buNone/>
            </a:pPr>
            <a:r>
              <a:rPr b="1" lang="es-ES" sz="2000">
                <a:solidFill>
                  <a:schemeClr val="dk1"/>
                </a:solidFill>
                <a:latin typeface="Arial"/>
                <a:ea typeface="Arial"/>
                <a:cs typeface="Arial"/>
                <a:sym typeface="Arial"/>
              </a:rPr>
              <a:t>5 minutos</a:t>
            </a:r>
            <a:endParaRPr sz="2000">
              <a:solidFill>
                <a:schemeClr val="dk1"/>
              </a:solidFill>
              <a:latin typeface="Arial"/>
              <a:ea typeface="Arial"/>
              <a:cs typeface="Arial"/>
              <a:sym typeface="Arial"/>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8" name="Shape 68"/>
        <p:cNvGrpSpPr/>
        <p:nvPr/>
      </p:nvGrpSpPr>
      <p:grpSpPr>
        <a:xfrm>
          <a:off x="0" y="0"/>
          <a:ext cx="0" cy="0"/>
          <a:chOff x="0" y="0"/>
          <a:chExt cx="0" cy="0"/>
        </a:xfrm>
      </p:grpSpPr>
      <p:sp>
        <p:nvSpPr>
          <p:cNvPr id="69" name="Google Shape;69;p3"/>
          <p:cNvSpPr/>
          <p:nvPr/>
        </p:nvSpPr>
        <p:spPr>
          <a:xfrm>
            <a:off x="0" y="304801"/>
            <a:ext cx="5659755" cy="561824"/>
          </a:xfrm>
          <a:custGeom>
            <a:rect b="b" l="l" r="r" t="t"/>
            <a:pathLst>
              <a:path extrusionOk="0" h="415290" w="5659755">
                <a:moveTo>
                  <a:pt x="5590548" y="414899"/>
                </a:moveTo>
                <a:lnTo>
                  <a:pt x="6651" y="414899"/>
                </a:lnTo>
                <a:lnTo>
                  <a:pt x="0" y="413557"/>
                </a:lnTo>
                <a:lnTo>
                  <a:pt x="0" y="1342"/>
                </a:lnTo>
                <a:lnTo>
                  <a:pt x="6651" y="0"/>
                </a:lnTo>
                <a:lnTo>
                  <a:pt x="5590548" y="0"/>
                </a:lnTo>
                <a:lnTo>
                  <a:pt x="5604102" y="1340"/>
                </a:lnTo>
                <a:lnTo>
                  <a:pt x="5639445" y="20253"/>
                </a:lnTo>
                <a:lnTo>
                  <a:pt x="5658358" y="55597"/>
                </a:lnTo>
                <a:lnTo>
                  <a:pt x="5659699" y="69151"/>
                </a:lnTo>
                <a:lnTo>
                  <a:pt x="5659699" y="345748"/>
                </a:lnTo>
                <a:lnTo>
                  <a:pt x="5654265" y="372665"/>
                </a:lnTo>
                <a:lnTo>
                  <a:pt x="5639446" y="394646"/>
                </a:lnTo>
                <a:lnTo>
                  <a:pt x="5617465" y="409465"/>
                </a:lnTo>
                <a:lnTo>
                  <a:pt x="5590548" y="414899"/>
                </a:lnTo>
                <a:close/>
              </a:path>
            </a:pathLst>
          </a:custGeom>
          <a:solidFill>
            <a:srgbClr val="D1052D"/>
          </a:solidFill>
          <a:ln>
            <a:noFill/>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70" name="Google Shape;70;p3"/>
          <p:cNvSpPr txBox="1"/>
          <p:nvPr/>
        </p:nvSpPr>
        <p:spPr>
          <a:xfrm>
            <a:off x="381000" y="381000"/>
            <a:ext cx="4724400" cy="382156"/>
          </a:xfrm>
          <a:prstGeom prst="rect">
            <a:avLst/>
          </a:prstGeom>
          <a:noFill/>
          <a:ln>
            <a:noFill/>
          </a:ln>
        </p:spPr>
        <p:txBody>
          <a:bodyPr anchorCtr="0" anchor="t" bIns="0" lIns="0" spcFirstLastPara="1" rIns="0" wrap="square" tIns="12700">
            <a:spAutoFit/>
          </a:bodyPr>
          <a:lstStyle/>
          <a:p>
            <a:pPr indent="0" lvl="0" marL="12700" marR="0" rtl="0" algn="l">
              <a:lnSpc>
                <a:spcPct val="100000"/>
              </a:lnSpc>
              <a:spcBef>
                <a:spcPts val="0"/>
              </a:spcBef>
              <a:spcAft>
                <a:spcPts val="0"/>
              </a:spcAft>
              <a:buNone/>
            </a:pPr>
            <a:r>
              <a:rPr b="1" lang="es-ES" sz="2400">
                <a:solidFill>
                  <a:srgbClr val="FFFFFF"/>
                </a:solidFill>
                <a:latin typeface="Arial"/>
                <a:ea typeface="Arial"/>
                <a:cs typeface="Arial"/>
                <a:sym typeface="Arial"/>
              </a:rPr>
              <a:t>Motivación para el aprendizaje</a:t>
            </a:r>
            <a:endParaRPr sz="2400">
              <a:solidFill>
                <a:schemeClr val="dk1"/>
              </a:solidFill>
              <a:latin typeface="Arial"/>
              <a:ea typeface="Arial"/>
              <a:cs typeface="Arial"/>
              <a:sym typeface="Arial"/>
            </a:endParaRPr>
          </a:p>
        </p:txBody>
      </p:sp>
      <p:pic>
        <p:nvPicPr>
          <p:cNvPr id="71" name="Google Shape;71;p3"/>
          <p:cNvPicPr preferRelativeResize="0"/>
          <p:nvPr/>
        </p:nvPicPr>
        <p:blipFill rotWithShape="1">
          <a:blip r:embed="rId3">
            <a:alphaModFix/>
          </a:blip>
          <a:srcRect b="0" l="0" r="0" t="0"/>
          <a:stretch/>
        </p:blipFill>
        <p:spPr>
          <a:xfrm>
            <a:off x="5723651" y="313451"/>
            <a:ext cx="524749" cy="524749"/>
          </a:xfrm>
          <a:prstGeom prst="rect">
            <a:avLst/>
          </a:prstGeom>
          <a:noFill/>
          <a:ln>
            <a:noFill/>
          </a:ln>
        </p:spPr>
      </p:pic>
      <p:sp>
        <p:nvSpPr>
          <p:cNvPr id="72" name="Google Shape;72;p3"/>
          <p:cNvSpPr/>
          <p:nvPr/>
        </p:nvSpPr>
        <p:spPr>
          <a:xfrm>
            <a:off x="1364708" y="2362200"/>
            <a:ext cx="9379492" cy="923330"/>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b="1" lang="es-ES" sz="5400" cap="none">
                <a:solidFill>
                  <a:srgbClr val="262626"/>
                </a:solidFill>
                <a:latin typeface="Calibri"/>
                <a:ea typeface="Calibri"/>
                <a:cs typeface="Calibri"/>
                <a:sym typeface="Calibri"/>
              </a:rPr>
              <a:t>¿BD relacional o columnar?</a:t>
            </a:r>
            <a:endParaRPr/>
          </a:p>
        </p:txBody>
      </p:sp>
      <p:sp>
        <p:nvSpPr>
          <p:cNvPr id="73" name="Google Shape;73;p3"/>
          <p:cNvSpPr txBox="1"/>
          <p:nvPr/>
        </p:nvSpPr>
        <p:spPr>
          <a:xfrm>
            <a:off x="3200400" y="4109730"/>
            <a:ext cx="6096000" cy="400069"/>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Clr>
                <a:schemeClr val="dk1"/>
              </a:buClr>
              <a:buSzPts val="2000"/>
              <a:buFont typeface="Calibri"/>
              <a:buNone/>
            </a:pPr>
            <a:r>
              <a:rPr b="0" i="0" lang="es-ES" sz="2000" u="none" cap="none" strike="noStrike">
                <a:solidFill>
                  <a:schemeClr val="dk1"/>
                </a:solidFill>
                <a:latin typeface="Calibri"/>
                <a:ea typeface="Calibri"/>
                <a:cs typeface="Calibri"/>
                <a:sym typeface="Calibri"/>
              </a:rPr>
              <a:t>https://youtu.be/e_MCU2qHUI4?feature=shared</a:t>
            </a:r>
            <a:endParaRPr b="0" i="0" sz="2000" u="none" cap="none" strike="noStrike">
              <a:solidFill>
                <a:schemeClr val="dk1"/>
              </a:solidFill>
              <a:latin typeface="Calibri"/>
              <a:ea typeface="Calibri"/>
              <a:cs typeface="Calibri"/>
              <a:sym typeface="Calibri"/>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7" name="Shape 77"/>
        <p:cNvGrpSpPr/>
        <p:nvPr/>
      </p:nvGrpSpPr>
      <p:grpSpPr>
        <a:xfrm>
          <a:off x="0" y="0"/>
          <a:ext cx="0" cy="0"/>
          <a:chOff x="0" y="0"/>
          <a:chExt cx="0" cy="0"/>
        </a:xfrm>
      </p:grpSpPr>
      <p:sp>
        <p:nvSpPr>
          <p:cNvPr id="78" name="Google Shape;78;p4"/>
          <p:cNvSpPr/>
          <p:nvPr/>
        </p:nvSpPr>
        <p:spPr>
          <a:xfrm>
            <a:off x="0" y="304801"/>
            <a:ext cx="5659755" cy="561824"/>
          </a:xfrm>
          <a:custGeom>
            <a:rect b="b" l="l" r="r" t="t"/>
            <a:pathLst>
              <a:path extrusionOk="0" h="415290" w="5659755">
                <a:moveTo>
                  <a:pt x="5590548" y="414899"/>
                </a:moveTo>
                <a:lnTo>
                  <a:pt x="6651" y="414899"/>
                </a:lnTo>
                <a:lnTo>
                  <a:pt x="0" y="413557"/>
                </a:lnTo>
                <a:lnTo>
                  <a:pt x="0" y="1342"/>
                </a:lnTo>
                <a:lnTo>
                  <a:pt x="6651" y="0"/>
                </a:lnTo>
                <a:lnTo>
                  <a:pt x="5590548" y="0"/>
                </a:lnTo>
                <a:lnTo>
                  <a:pt x="5604102" y="1340"/>
                </a:lnTo>
                <a:lnTo>
                  <a:pt x="5639445" y="20253"/>
                </a:lnTo>
                <a:lnTo>
                  <a:pt x="5658358" y="55597"/>
                </a:lnTo>
                <a:lnTo>
                  <a:pt x="5659699" y="69151"/>
                </a:lnTo>
                <a:lnTo>
                  <a:pt x="5659699" y="345748"/>
                </a:lnTo>
                <a:lnTo>
                  <a:pt x="5654265" y="372665"/>
                </a:lnTo>
                <a:lnTo>
                  <a:pt x="5639446" y="394646"/>
                </a:lnTo>
                <a:lnTo>
                  <a:pt x="5617465" y="409465"/>
                </a:lnTo>
                <a:lnTo>
                  <a:pt x="5590548" y="414899"/>
                </a:lnTo>
                <a:close/>
              </a:path>
            </a:pathLst>
          </a:custGeom>
          <a:solidFill>
            <a:srgbClr val="D1052D"/>
          </a:solidFill>
          <a:ln>
            <a:noFill/>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79" name="Google Shape;79;p4"/>
          <p:cNvSpPr txBox="1"/>
          <p:nvPr/>
        </p:nvSpPr>
        <p:spPr>
          <a:xfrm>
            <a:off x="381000" y="381000"/>
            <a:ext cx="4724400" cy="382156"/>
          </a:xfrm>
          <a:prstGeom prst="rect">
            <a:avLst/>
          </a:prstGeom>
          <a:noFill/>
          <a:ln>
            <a:noFill/>
          </a:ln>
        </p:spPr>
        <p:txBody>
          <a:bodyPr anchorCtr="0" anchor="t" bIns="0" lIns="0" spcFirstLastPara="1" rIns="0" wrap="square" tIns="12700">
            <a:spAutoFit/>
          </a:bodyPr>
          <a:lstStyle/>
          <a:p>
            <a:pPr indent="0" lvl="0" marL="12700" marR="0" rtl="0" algn="l">
              <a:lnSpc>
                <a:spcPct val="100000"/>
              </a:lnSpc>
              <a:spcBef>
                <a:spcPts val="0"/>
              </a:spcBef>
              <a:spcAft>
                <a:spcPts val="0"/>
              </a:spcAft>
              <a:buNone/>
            </a:pPr>
            <a:r>
              <a:rPr b="1" lang="es-ES" sz="2400">
                <a:solidFill>
                  <a:srgbClr val="FFFFFF"/>
                </a:solidFill>
                <a:latin typeface="Arial"/>
                <a:ea typeface="Arial"/>
                <a:cs typeface="Arial"/>
                <a:sym typeface="Arial"/>
              </a:rPr>
              <a:t>Recordando los aprendizajes</a:t>
            </a:r>
            <a:endParaRPr sz="2400">
              <a:solidFill>
                <a:schemeClr val="dk1"/>
              </a:solidFill>
              <a:latin typeface="Arial"/>
              <a:ea typeface="Arial"/>
              <a:cs typeface="Arial"/>
              <a:sym typeface="Arial"/>
            </a:endParaRPr>
          </a:p>
        </p:txBody>
      </p:sp>
      <p:pic>
        <p:nvPicPr>
          <p:cNvPr id="80" name="Google Shape;80;p4"/>
          <p:cNvPicPr preferRelativeResize="0"/>
          <p:nvPr/>
        </p:nvPicPr>
        <p:blipFill rotWithShape="1">
          <a:blip r:embed="rId3">
            <a:alphaModFix/>
          </a:blip>
          <a:srcRect b="0" l="0" r="0" t="0"/>
          <a:stretch/>
        </p:blipFill>
        <p:spPr>
          <a:xfrm>
            <a:off x="5723651" y="313451"/>
            <a:ext cx="524749" cy="524749"/>
          </a:xfrm>
          <a:prstGeom prst="rect">
            <a:avLst/>
          </a:prstGeom>
          <a:noFill/>
          <a:ln>
            <a:noFill/>
          </a:ln>
        </p:spPr>
      </p:pic>
      <p:sp>
        <p:nvSpPr>
          <p:cNvPr id="81" name="Google Shape;81;p4"/>
          <p:cNvSpPr txBox="1"/>
          <p:nvPr/>
        </p:nvSpPr>
        <p:spPr>
          <a:xfrm>
            <a:off x="3886200" y="3581400"/>
            <a:ext cx="6476999" cy="295402"/>
          </a:xfrm>
          <a:prstGeom prst="rect">
            <a:avLst/>
          </a:prstGeom>
          <a:solidFill>
            <a:srgbClr val="FFFFFF"/>
          </a:solidFill>
          <a:ln>
            <a:noFill/>
          </a:ln>
        </p:spPr>
        <p:txBody>
          <a:bodyPr anchorCtr="0" anchor="t" bIns="0" lIns="0" spcFirstLastPara="1" rIns="0" wrap="square" tIns="0">
            <a:spAutoFit/>
          </a:bodyPr>
          <a:lstStyle/>
          <a:p>
            <a:pPr indent="0" lvl="0" marL="0" marR="0" rtl="0" algn="l">
              <a:lnSpc>
                <a:spcPct val="65312"/>
              </a:lnSpc>
              <a:spcBef>
                <a:spcPts val="0"/>
              </a:spcBef>
              <a:spcAft>
                <a:spcPts val="0"/>
              </a:spcAft>
              <a:buNone/>
            </a:pPr>
            <a:r>
              <a:t/>
            </a:r>
            <a:endParaRPr sz="3200">
              <a:solidFill>
                <a:schemeClr val="dk1"/>
              </a:solidFill>
              <a:latin typeface="Arial"/>
              <a:ea typeface="Arial"/>
              <a:cs typeface="Arial"/>
              <a:sym typeface="Arial"/>
            </a:endParaRPr>
          </a:p>
        </p:txBody>
      </p:sp>
      <p:sp>
        <p:nvSpPr>
          <p:cNvPr id="82" name="Google Shape;82;p4"/>
          <p:cNvSpPr txBox="1"/>
          <p:nvPr/>
        </p:nvSpPr>
        <p:spPr>
          <a:xfrm>
            <a:off x="2590800" y="2981235"/>
            <a:ext cx="7010400" cy="1200329"/>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b="1" lang="es-ES" sz="3600">
                <a:solidFill>
                  <a:schemeClr val="dk1"/>
                </a:solidFill>
                <a:latin typeface="Arial"/>
                <a:ea typeface="Arial"/>
                <a:cs typeface="Arial"/>
                <a:sym typeface="Arial"/>
              </a:rPr>
              <a:t>¿Qué vimos en la sesión anterior?</a:t>
            </a:r>
            <a:endParaRPr sz="3600">
              <a:solidFill>
                <a:schemeClr val="dk1"/>
              </a:solidFill>
              <a:latin typeface="Arial"/>
              <a:ea typeface="Arial"/>
              <a:cs typeface="Arial"/>
              <a:sym typeface="Arial"/>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6" name="Shape 86"/>
        <p:cNvGrpSpPr/>
        <p:nvPr/>
      </p:nvGrpSpPr>
      <p:grpSpPr>
        <a:xfrm>
          <a:off x="0" y="0"/>
          <a:ext cx="0" cy="0"/>
          <a:chOff x="0" y="0"/>
          <a:chExt cx="0" cy="0"/>
        </a:xfrm>
      </p:grpSpPr>
      <p:sp>
        <p:nvSpPr>
          <p:cNvPr id="87" name="Google Shape;87;p5"/>
          <p:cNvSpPr/>
          <p:nvPr/>
        </p:nvSpPr>
        <p:spPr>
          <a:xfrm>
            <a:off x="0" y="304801"/>
            <a:ext cx="5659755" cy="561824"/>
          </a:xfrm>
          <a:custGeom>
            <a:rect b="b" l="l" r="r" t="t"/>
            <a:pathLst>
              <a:path extrusionOk="0" h="415290" w="5659755">
                <a:moveTo>
                  <a:pt x="5590548" y="414899"/>
                </a:moveTo>
                <a:lnTo>
                  <a:pt x="6651" y="414899"/>
                </a:lnTo>
                <a:lnTo>
                  <a:pt x="0" y="413557"/>
                </a:lnTo>
                <a:lnTo>
                  <a:pt x="0" y="1342"/>
                </a:lnTo>
                <a:lnTo>
                  <a:pt x="6651" y="0"/>
                </a:lnTo>
                <a:lnTo>
                  <a:pt x="5590548" y="0"/>
                </a:lnTo>
                <a:lnTo>
                  <a:pt x="5604102" y="1340"/>
                </a:lnTo>
                <a:lnTo>
                  <a:pt x="5639445" y="20253"/>
                </a:lnTo>
                <a:lnTo>
                  <a:pt x="5658358" y="55597"/>
                </a:lnTo>
                <a:lnTo>
                  <a:pt x="5659699" y="69151"/>
                </a:lnTo>
                <a:lnTo>
                  <a:pt x="5659699" y="345748"/>
                </a:lnTo>
                <a:lnTo>
                  <a:pt x="5654265" y="372665"/>
                </a:lnTo>
                <a:lnTo>
                  <a:pt x="5639446" y="394646"/>
                </a:lnTo>
                <a:lnTo>
                  <a:pt x="5617465" y="409465"/>
                </a:lnTo>
                <a:lnTo>
                  <a:pt x="5590548" y="414899"/>
                </a:lnTo>
                <a:close/>
              </a:path>
            </a:pathLst>
          </a:custGeom>
          <a:solidFill>
            <a:srgbClr val="D1052D"/>
          </a:solidFill>
          <a:ln>
            <a:noFill/>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88" name="Google Shape;88;p5"/>
          <p:cNvSpPr txBox="1"/>
          <p:nvPr/>
        </p:nvSpPr>
        <p:spPr>
          <a:xfrm>
            <a:off x="381000" y="381000"/>
            <a:ext cx="4724400" cy="382156"/>
          </a:xfrm>
          <a:prstGeom prst="rect">
            <a:avLst/>
          </a:prstGeom>
          <a:noFill/>
          <a:ln>
            <a:noFill/>
          </a:ln>
        </p:spPr>
        <p:txBody>
          <a:bodyPr anchorCtr="0" anchor="t" bIns="0" lIns="0" spcFirstLastPara="1" rIns="0" wrap="square" tIns="12700">
            <a:spAutoFit/>
          </a:bodyPr>
          <a:lstStyle/>
          <a:p>
            <a:pPr indent="0" lvl="0" marL="12700" marR="0" rtl="0" algn="l">
              <a:lnSpc>
                <a:spcPct val="100000"/>
              </a:lnSpc>
              <a:spcBef>
                <a:spcPts val="0"/>
              </a:spcBef>
              <a:spcAft>
                <a:spcPts val="0"/>
              </a:spcAft>
              <a:buNone/>
            </a:pPr>
            <a:r>
              <a:rPr b="1" lang="es-ES" sz="2400">
                <a:solidFill>
                  <a:srgbClr val="FFFFFF"/>
                </a:solidFill>
                <a:latin typeface="Arial"/>
                <a:ea typeface="Arial"/>
                <a:cs typeface="Arial"/>
                <a:sym typeface="Arial"/>
              </a:rPr>
              <a:t>Recordando los aprendizajes</a:t>
            </a:r>
            <a:endParaRPr sz="2400">
              <a:solidFill>
                <a:schemeClr val="dk1"/>
              </a:solidFill>
              <a:latin typeface="Arial"/>
              <a:ea typeface="Arial"/>
              <a:cs typeface="Arial"/>
              <a:sym typeface="Arial"/>
            </a:endParaRPr>
          </a:p>
        </p:txBody>
      </p:sp>
      <p:pic>
        <p:nvPicPr>
          <p:cNvPr id="89" name="Google Shape;89;p5"/>
          <p:cNvPicPr preferRelativeResize="0"/>
          <p:nvPr/>
        </p:nvPicPr>
        <p:blipFill rotWithShape="1">
          <a:blip r:embed="rId3">
            <a:alphaModFix/>
          </a:blip>
          <a:srcRect b="0" l="0" r="0" t="0"/>
          <a:stretch/>
        </p:blipFill>
        <p:spPr>
          <a:xfrm>
            <a:off x="5723651" y="313451"/>
            <a:ext cx="524749" cy="524749"/>
          </a:xfrm>
          <a:prstGeom prst="rect">
            <a:avLst/>
          </a:prstGeom>
          <a:noFill/>
          <a:ln>
            <a:noFill/>
          </a:ln>
        </p:spPr>
      </p:pic>
      <p:pic>
        <p:nvPicPr>
          <p:cNvPr id="90" name="Google Shape;90;p5"/>
          <p:cNvPicPr preferRelativeResize="0"/>
          <p:nvPr/>
        </p:nvPicPr>
        <p:blipFill rotWithShape="1">
          <a:blip r:embed="rId4">
            <a:alphaModFix/>
          </a:blip>
          <a:srcRect b="0" l="0" r="0" t="0"/>
          <a:stretch/>
        </p:blipFill>
        <p:spPr>
          <a:xfrm>
            <a:off x="228600" y="1122218"/>
            <a:ext cx="6019800" cy="5105400"/>
          </a:xfrm>
          <a:prstGeom prst="rect">
            <a:avLst/>
          </a:prstGeom>
          <a:noFill/>
          <a:ln>
            <a:noFill/>
          </a:ln>
        </p:spPr>
      </p:pic>
      <p:pic>
        <p:nvPicPr>
          <p:cNvPr id="91" name="Google Shape;91;p5"/>
          <p:cNvPicPr preferRelativeResize="0"/>
          <p:nvPr/>
        </p:nvPicPr>
        <p:blipFill rotWithShape="1">
          <a:blip r:embed="rId5">
            <a:alphaModFix/>
          </a:blip>
          <a:srcRect b="0" l="0" r="0" t="0"/>
          <a:stretch/>
        </p:blipFill>
        <p:spPr>
          <a:xfrm>
            <a:off x="6248400" y="1143000"/>
            <a:ext cx="5791200" cy="5105400"/>
          </a:xfrm>
          <a:prstGeom prst="rect">
            <a:avLst/>
          </a:prstGeom>
          <a:noFill/>
          <a:ln>
            <a:noFill/>
          </a:ln>
        </p:spPr>
      </p:pic>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5" name="Shape 95"/>
        <p:cNvGrpSpPr/>
        <p:nvPr/>
      </p:nvGrpSpPr>
      <p:grpSpPr>
        <a:xfrm>
          <a:off x="0" y="0"/>
          <a:ext cx="0" cy="0"/>
          <a:chOff x="0" y="0"/>
          <a:chExt cx="0" cy="0"/>
        </a:xfrm>
      </p:grpSpPr>
      <p:sp>
        <p:nvSpPr>
          <p:cNvPr id="96" name="Google Shape;96;p6"/>
          <p:cNvSpPr/>
          <p:nvPr/>
        </p:nvSpPr>
        <p:spPr>
          <a:xfrm>
            <a:off x="0" y="304801"/>
            <a:ext cx="5659755" cy="561824"/>
          </a:xfrm>
          <a:custGeom>
            <a:rect b="b" l="l" r="r" t="t"/>
            <a:pathLst>
              <a:path extrusionOk="0" h="415290" w="5659755">
                <a:moveTo>
                  <a:pt x="5590548" y="414899"/>
                </a:moveTo>
                <a:lnTo>
                  <a:pt x="6651" y="414899"/>
                </a:lnTo>
                <a:lnTo>
                  <a:pt x="0" y="413557"/>
                </a:lnTo>
                <a:lnTo>
                  <a:pt x="0" y="1342"/>
                </a:lnTo>
                <a:lnTo>
                  <a:pt x="6651" y="0"/>
                </a:lnTo>
                <a:lnTo>
                  <a:pt x="5590548" y="0"/>
                </a:lnTo>
                <a:lnTo>
                  <a:pt x="5604102" y="1340"/>
                </a:lnTo>
                <a:lnTo>
                  <a:pt x="5639445" y="20253"/>
                </a:lnTo>
                <a:lnTo>
                  <a:pt x="5658358" y="55597"/>
                </a:lnTo>
                <a:lnTo>
                  <a:pt x="5659699" y="69151"/>
                </a:lnTo>
                <a:lnTo>
                  <a:pt x="5659699" y="345748"/>
                </a:lnTo>
                <a:lnTo>
                  <a:pt x="5654265" y="372665"/>
                </a:lnTo>
                <a:lnTo>
                  <a:pt x="5639446" y="394646"/>
                </a:lnTo>
                <a:lnTo>
                  <a:pt x="5617465" y="409465"/>
                </a:lnTo>
                <a:lnTo>
                  <a:pt x="5590548" y="414899"/>
                </a:lnTo>
                <a:close/>
              </a:path>
            </a:pathLst>
          </a:custGeom>
          <a:solidFill>
            <a:srgbClr val="D1052D"/>
          </a:solidFill>
          <a:ln>
            <a:noFill/>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97" name="Google Shape;97;p6"/>
          <p:cNvSpPr txBox="1"/>
          <p:nvPr/>
        </p:nvSpPr>
        <p:spPr>
          <a:xfrm>
            <a:off x="381000" y="381000"/>
            <a:ext cx="4724400" cy="382156"/>
          </a:xfrm>
          <a:prstGeom prst="rect">
            <a:avLst/>
          </a:prstGeom>
          <a:noFill/>
          <a:ln>
            <a:noFill/>
          </a:ln>
        </p:spPr>
        <p:txBody>
          <a:bodyPr anchorCtr="0" anchor="t" bIns="0" lIns="0" spcFirstLastPara="1" rIns="0" wrap="square" tIns="12700">
            <a:spAutoFit/>
          </a:bodyPr>
          <a:lstStyle/>
          <a:p>
            <a:pPr indent="0" lvl="0" marL="12700" marR="0" rtl="0" algn="l">
              <a:lnSpc>
                <a:spcPct val="100000"/>
              </a:lnSpc>
              <a:spcBef>
                <a:spcPts val="0"/>
              </a:spcBef>
              <a:spcAft>
                <a:spcPts val="0"/>
              </a:spcAft>
              <a:buNone/>
            </a:pPr>
            <a:r>
              <a:rPr b="1" lang="es-ES" sz="2400">
                <a:solidFill>
                  <a:srgbClr val="FFFFFF"/>
                </a:solidFill>
                <a:latin typeface="Arial"/>
                <a:ea typeface="Arial"/>
                <a:cs typeface="Arial"/>
                <a:sym typeface="Arial"/>
              </a:rPr>
              <a:t>Logro de la sesión</a:t>
            </a:r>
            <a:endParaRPr sz="2400">
              <a:solidFill>
                <a:schemeClr val="dk1"/>
              </a:solidFill>
              <a:latin typeface="Arial"/>
              <a:ea typeface="Arial"/>
              <a:cs typeface="Arial"/>
              <a:sym typeface="Arial"/>
            </a:endParaRPr>
          </a:p>
        </p:txBody>
      </p:sp>
      <p:sp>
        <p:nvSpPr>
          <p:cNvPr id="98" name="Google Shape;98;p6"/>
          <p:cNvSpPr txBox="1"/>
          <p:nvPr/>
        </p:nvSpPr>
        <p:spPr>
          <a:xfrm>
            <a:off x="3886200" y="3581400"/>
            <a:ext cx="6476999" cy="295402"/>
          </a:xfrm>
          <a:prstGeom prst="rect">
            <a:avLst/>
          </a:prstGeom>
          <a:solidFill>
            <a:srgbClr val="FFFFFF"/>
          </a:solidFill>
          <a:ln>
            <a:noFill/>
          </a:ln>
        </p:spPr>
        <p:txBody>
          <a:bodyPr anchorCtr="0" anchor="t" bIns="0" lIns="0" spcFirstLastPara="1" rIns="0" wrap="square" tIns="0">
            <a:spAutoFit/>
          </a:bodyPr>
          <a:lstStyle/>
          <a:p>
            <a:pPr indent="0" lvl="0" marL="0" marR="0" rtl="0" algn="l">
              <a:lnSpc>
                <a:spcPct val="65312"/>
              </a:lnSpc>
              <a:spcBef>
                <a:spcPts val="0"/>
              </a:spcBef>
              <a:spcAft>
                <a:spcPts val="0"/>
              </a:spcAft>
              <a:buNone/>
            </a:pPr>
            <a:r>
              <a:t/>
            </a:r>
            <a:endParaRPr sz="3200">
              <a:solidFill>
                <a:schemeClr val="dk1"/>
              </a:solidFill>
              <a:latin typeface="Arial"/>
              <a:ea typeface="Arial"/>
              <a:cs typeface="Arial"/>
              <a:sym typeface="Arial"/>
            </a:endParaRPr>
          </a:p>
        </p:txBody>
      </p:sp>
      <p:sp>
        <p:nvSpPr>
          <p:cNvPr id="99" name="Google Shape;99;p6"/>
          <p:cNvSpPr txBox="1"/>
          <p:nvPr/>
        </p:nvSpPr>
        <p:spPr>
          <a:xfrm>
            <a:off x="2552700" y="4394580"/>
            <a:ext cx="7086600" cy="3046988"/>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lang="es-ES" sz="3200">
                <a:solidFill>
                  <a:schemeClr val="dk1"/>
                </a:solidFill>
                <a:latin typeface="Arial"/>
                <a:ea typeface="Arial"/>
                <a:cs typeface="Arial"/>
                <a:sym typeface="Arial"/>
              </a:rPr>
              <a:t>Al final de la sesión el estudiante comprende los fundamentos y uso de  bases de datos no relacional Cassandra</a:t>
            </a:r>
            <a:endParaRPr sz="3200">
              <a:solidFill>
                <a:schemeClr val="dk1"/>
              </a:solidFill>
              <a:latin typeface="Arial"/>
              <a:ea typeface="Arial"/>
              <a:cs typeface="Arial"/>
              <a:sym typeface="Arial"/>
            </a:endParaRPr>
          </a:p>
          <a:p>
            <a:pPr indent="0" lvl="0" marL="0" marR="0" rtl="0" algn="ctr">
              <a:spcBef>
                <a:spcPts val="0"/>
              </a:spcBef>
              <a:spcAft>
                <a:spcPts val="0"/>
              </a:spcAft>
              <a:buNone/>
            </a:pPr>
            <a:r>
              <a:t/>
            </a:r>
            <a:endParaRPr sz="3200">
              <a:solidFill>
                <a:schemeClr val="dk1"/>
              </a:solidFill>
              <a:latin typeface="Arial"/>
              <a:ea typeface="Arial"/>
              <a:cs typeface="Arial"/>
              <a:sym typeface="Arial"/>
            </a:endParaRPr>
          </a:p>
          <a:p>
            <a:pPr indent="0" lvl="0" marL="0" marR="0" rtl="0" algn="ctr">
              <a:spcBef>
                <a:spcPts val="0"/>
              </a:spcBef>
              <a:spcAft>
                <a:spcPts val="0"/>
              </a:spcAft>
              <a:buNone/>
            </a:pPr>
            <a:r>
              <a:rPr lang="es-ES" sz="3200">
                <a:solidFill>
                  <a:schemeClr val="dk1"/>
                </a:solidFill>
                <a:latin typeface="Arial"/>
                <a:ea typeface="Arial"/>
                <a:cs typeface="Arial"/>
                <a:sym typeface="Arial"/>
              </a:rPr>
              <a:t>.</a:t>
            </a:r>
            <a:endParaRPr sz="3200">
              <a:solidFill>
                <a:schemeClr val="dk1"/>
              </a:solidFill>
              <a:latin typeface="Arial"/>
              <a:ea typeface="Arial"/>
              <a:cs typeface="Arial"/>
              <a:sym typeface="Arial"/>
            </a:endParaRPr>
          </a:p>
        </p:txBody>
      </p:sp>
      <p:pic>
        <p:nvPicPr>
          <p:cNvPr id="100" name="Google Shape;100;p6"/>
          <p:cNvPicPr preferRelativeResize="0"/>
          <p:nvPr/>
        </p:nvPicPr>
        <p:blipFill rotWithShape="1">
          <a:blip r:embed="rId3">
            <a:alphaModFix/>
          </a:blip>
          <a:srcRect b="0" l="0" r="0" t="0"/>
          <a:stretch/>
        </p:blipFill>
        <p:spPr>
          <a:xfrm>
            <a:off x="5783622" y="292547"/>
            <a:ext cx="559075" cy="559062"/>
          </a:xfrm>
          <a:prstGeom prst="rect">
            <a:avLst/>
          </a:prstGeom>
          <a:noFill/>
          <a:ln>
            <a:noFill/>
          </a:ln>
        </p:spPr>
      </p:pic>
      <p:pic>
        <p:nvPicPr>
          <p:cNvPr id="101" name="Google Shape;101;p6"/>
          <p:cNvPicPr preferRelativeResize="0"/>
          <p:nvPr/>
        </p:nvPicPr>
        <p:blipFill rotWithShape="1">
          <a:blip r:embed="rId4">
            <a:alphaModFix/>
          </a:blip>
          <a:srcRect b="0" l="0" r="0" t="0"/>
          <a:stretch/>
        </p:blipFill>
        <p:spPr>
          <a:xfrm>
            <a:off x="1078272" y="1308643"/>
            <a:ext cx="9410700" cy="2895600"/>
          </a:xfrm>
          <a:prstGeom prst="rect">
            <a:avLst/>
          </a:prstGeom>
          <a:noFill/>
          <a:ln>
            <a:noFill/>
          </a:ln>
        </p:spPr>
      </p:pic>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5" name="Shape 105"/>
        <p:cNvGrpSpPr/>
        <p:nvPr/>
      </p:nvGrpSpPr>
      <p:grpSpPr>
        <a:xfrm>
          <a:off x="0" y="0"/>
          <a:ext cx="0" cy="0"/>
          <a:chOff x="0" y="0"/>
          <a:chExt cx="0" cy="0"/>
        </a:xfrm>
      </p:grpSpPr>
      <p:sp>
        <p:nvSpPr>
          <p:cNvPr id="106" name="Google Shape;106;p7"/>
          <p:cNvSpPr/>
          <p:nvPr/>
        </p:nvSpPr>
        <p:spPr>
          <a:xfrm>
            <a:off x="0" y="304801"/>
            <a:ext cx="5659755" cy="561824"/>
          </a:xfrm>
          <a:custGeom>
            <a:rect b="b" l="l" r="r" t="t"/>
            <a:pathLst>
              <a:path extrusionOk="0" h="415290" w="5659755">
                <a:moveTo>
                  <a:pt x="5590548" y="414899"/>
                </a:moveTo>
                <a:lnTo>
                  <a:pt x="6651" y="414899"/>
                </a:lnTo>
                <a:lnTo>
                  <a:pt x="0" y="413557"/>
                </a:lnTo>
                <a:lnTo>
                  <a:pt x="0" y="1342"/>
                </a:lnTo>
                <a:lnTo>
                  <a:pt x="6651" y="0"/>
                </a:lnTo>
                <a:lnTo>
                  <a:pt x="5590548" y="0"/>
                </a:lnTo>
                <a:lnTo>
                  <a:pt x="5604102" y="1340"/>
                </a:lnTo>
                <a:lnTo>
                  <a:pt x="5639445" y="20253"/>
                </a:lnTo>
                <a:lnTo>
                  <a:pt x="5658358" y="55597"/>
                </a:lnTo>
                <a:lnTo>
                  <a:pt x="5659699" y="69151"/>
                </a:lnTo>
                <a:lnTo>
                  <a:pt x="5659699" y="345748"/>
                </a:lnTo>
                <a:lnTo>
                  <a:pt x="5654265" y="372665"/>
                </a:lnTo>
                <a:lnTo>
                  <a:pt x="5639446" y="394646"/>
                </a:lnTo>
                <a:lnTo>
                  <a:pt x="5617465" y="409465"/>
                </a:lnTo>
                <a:lnTo>
                  <a:pt x="5590548" y="414899"/>
                </a:lnTo>
                <a:close/>
              </a:path>
            </a:pathLst>
          </a:custGeom>
          <a:solidFill>
            <a:srgbClr val="D1052D"/>
          </a:solidFill>
          <a:ln>
            <a:noFill/>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07" name="Google Shape;107;p7"/>
          <p:cNvSpPr txBox="1"/>
          <p:nvPr/>
        </p:nvSpPr>
        <p:spPr>
          <a:xfrm>
            <a:off x="381000" y="381000"/>
            <a:ext cx="4724400" cy="382156"/>
          </a:xfrm>
          <a:prstGeom prst="rect">
            <a:avLst/>
          </a:prstGeom>
          <a:noFill/>
          <a:ln>
            <a:noFill/>
          </a:ln>
        </p:spPr>
        <p:txBody>
          <a:bodyPr anchorCtr="0" anchor="t" bIns="0" lIns="0" spcFirstLastPara="1" rIns="0" wrap="square" tIns="12700">
            <a:spAutoFit/>
          </a:bodyPr>
          <a:lstStyle/>
          <a:p>
            <a:pPr indent="0" lvl="0" marL="12700" marR="0" rtl="0" algn="l">
              <a:lnSpc>
                <a:spcPct val="100000"/>
              </a:lnSpc>
              <a:spcBef>
                <a:spcPts val="0"/>
              </a:spcBef>
              <a:spcAft>
                <a:spcPts val="0"/>
              </a:spcAft>
              <a:buNone/>
            </a:pPr>
            <a:r>
              <a:rPr b="1" lang="es-ES" sz="2400">
                <a:solidFill>
                  <a:srgbClr val="FFFFFF"/>
                </a:solidFill>
                <a:latin typeface="Arial"/>
                <a:ea typeface="Arial"/>
                <a:cs typeface="Arial"/>
                <a:sym typeface="Arial"/>
              </a:rPr>
              <a:t>Importancia de la sesión</a:t>
            </a:r>
            <a:endParaRPr sz="2400">
              <a:solidFill>
                <a:schemeClr val="dk1"/>
              </a:solidFill>
              <a:latin typeface="Arial"/>
              <a:ea typeface="Arial"/>
              <a:cs typeface="Arial"/>
              <a:sym typeface="Arial"/>
            </a:endParaRPr>
          </a:p>
        </p:txBody>
      </p:sp>
      <p:sp>
        <p:nvSpPr>
          <p:cNvPr id="108" name="Google Shape;108;p7"/>
          <p:cNvSpPr txBox="1"/>
          <p:nvPr/>
        </p:nvSpPr>
        <p:spPr>
          <a:xfrm>
            <a:off x="3886200" y="3581400"/>
            <a:ext cx="6476999" cy="295402"/>
          </a:xfrm>
          <a:prstGeom prst="rect">
            <a:avLst/>
          </a:prstGeom>
          <a:solidFill>
            <a:srgbClr val="FFFFFF"/>
          </a:solidFill>
          <a:ln>
            <a:noFill/>
          </a:ln>
        </p:spPr>
        <p:txBody>
          <a:bodyPr anchorCtr="0" anchor="t" bIns="0" lIns="0" spcFirstLastPara="1" rIns="0" wrap="square" tIns="0">
            <a:spAutoFit/>
          </a:bodyPr>
          <a:lstStyle/>
          <a:p>
            <a:pPr indent="0" lvl="0" marL="0" marR="0" rtl="0" algn="l">
              <a:lnSpc>
                <a:spcPct val="65312"/>
              </a:lnSpc>
              <a:spcBef>
                <a:spcPts val="0"/>
              </a:spcBef>
              <a:spcAft>
                <a:spcPts val="0"/>
              </a:spcAft>
              <a:buNone/>
            </a:pPr>
            <a:r>
              <a:t/>
            </a:r>
            <a:endParaRPr sz="3200">
              <a:solidFill>
                <a:schemeClr val="dk1"/>
              </a:solidFill>
              <a:latin typeface="Arial"/>
              <a:ea typeface="Arial"/>
              <a:cs typeface="Arial"/>
              <a:sym typeface="Arial"/>
            </a:endParaRPr>
          </a:p>
        </p:txBody>
      </p:sp>
      <p:sp>
        <p:nvSpPr>
          <p:cNvPr id="109" name="Google Shape;109;p7"/>
          <p:cNvSpPr txBox="1"/>
          <p:nvPr/>
        </p:nvSpPr>
        <p:spPr>
          <a:xfrm>
            <a:off x="2362200" y="1122202"/>
            <a:ext cx="7086600" cy="5016758"/>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lang="es-ES" sz="3200">
                <a:solidFill>
                  <a:schemeClr val="dk1"/>
                </a:solidFill>
                <a:latin typeface="Arial"/>
                <a:ea typeface="Arial"/>
                <a:cs typeface="Arial"/>
                <a:sym typeface="Arial"/>
              </a:rPr>
              <a:t>Cassandra nos proporciona tolerancia a fallos y disponibilidad, pero a cambio de ser eventualmente consistente, ya que la actividad de inserción de datos no es su fuerte, si no su consulta de información de forma rápida. El nivel de consistencia puede ser configurado, según nos interese incluso a nivel de query.</a:t>
            </a:r>
            <a:endParaRPr/>
          </a:p>
          <a:p>
            <a:pPr indent="0" lvl="0" marL="0" marR="0" rtl="0" algn="ctr">
              <a:spcBef>
                <a:spcPts val="0"/>
              </a:spcBef>
              <a:spcAft>
                <a:spcPts val="0"/>
              </a:spcAft>
              <a:buNone/>
            </a:pPr>
            <a:r>
              <a:t/>
            </a:r>
            <a:endParaRPr sz="3200">
              <a:solidFill>
                <a:schemeClr val="dk1"/>
              </a:solidFill>
              <a:latin typeface="Arial"/>
              <a:ea typeface="Arial"/>
              <a:cs typeface="Arial"/>
              <a:sym typeface="Arial"/>
            </a:endParaRPr>
          </a:p>
        </p:txBody>
      </p:sp>
      <p:pic>
        <p:nvPicPr>
          <p:cNvPr id="110" name="Google Shape;110;p7"/>
          <p:cNvPicPr preferRelativeResize="0"/>
          <p:nvPr/>
        </p:nvPicPr>
        <p:blipFill rotWithShape="1">
          <a:blip r:embed="rId3">
            <a:alphaModFix/>
          </a:blip>
          <a:srcRect b="0" l="0" r="0" t="0"/>
          <a:stretch/>
        </p:blipFill>
        <p:spPr>
          <a:xfrm>
            <a:off x="5817875" y="304800"/>
            <a:ext cx="506725" cy="561823"/>
          </a:xfrm>
          <a:prstGeom prst="rect">
            <a:avLst/>
          </a:prstGeom>
          <a:noFill/>
          <a:ln>
            <a:noFill/>
          </a:ln>
        </p:spPr>
      </p:pic>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4" name="Shape 114"/>
        <p:cNvGrpSpPr/>
        <p:nvPr/>
      </p:nvGrpSpPr>
      <p:grpSpPr>
        <a:xfrm>
          <a:off x="0" y="0"/>
          <a:ext cx="0" cy="0"/>
          <a:chOff x="0" y="0"/>
          <a:chExt cx="0" cy="0"/>
        </a:xfrm>
      </p:grpSpPr>
      <p:sp>
        <p:nvSpPr>
          <p:cNvPr id="115" name="Google Shape;115;p8"/>
          <p:cNvSpPr txBox="1"/>
          <p:nvPr/>
        </p:nvSpPr>
        <p:spPr>
          <a:xfrm>
            <a:off x="1966912" y="2890391"/>
            <a:ext cx="8258176" cy="1582484"/>
          </a:xfrm>
          <a:prstGeom prst="rect">
            <a:avLst/>
          </a:prstGeom>
          <a:solidFill>
            <a:srgbClr val="D1052D"/>
          </a:solidFill>
          <a:ln cap="flat" cmpd="sng" w="9525">
            <a:solidFill>
              <a:srgbClr val="7C5F9F"/>
            </a:solidFill>
            <a:prstDash val="solid"/>
            <a:round/>
            <a:headEnd len="sm" w="sm" type="none"/>
            <a:tailEnd len="sm" w="sm" type="none"/>
          </a:ln>
          <a:effectLst>
            <a:outerShdw blurRad="40000" rotWithShape="0" dir="5400000" dist="20000">
              <a:srgbClr val="000000">
                <a:alpha val="37647"/>
              </a:srgbClr>
            </a:outerShdw>
          </a:effectLst>
        </p:spPr>
        <p:txBody>
          <a:bodyPr anchorCtr="0" anchor="t" bIns="45700" lIns="91425" spcFirstLastPara="1" rIns="91425" wrap="square" tIns="45700">
            <a:spAutoFit/>
          </a:bodyPr>
          <a:lstStyle/>
          <a:p>
            <a:pPr indent="0" lvl="0" marL="12700" marR="0" rtl="0" algn="l">
              <a:lnSpc>
                <a:spcPct val="100000"/>
              </a:lnSpc>
              <a:spcBef>
                <a:spcPts val="0"/>
              </a:spcBef>
              <a:spcAft>
                <a:spcPts val="0"/>
              </a:spcAft>
              <a:buNone/>
            </a:pPr>
            <a:r>
              <a:rPr b="1" lang="es-ES" sz="3200">
                <a:solidFill>
                  <a:schemeClr val="lt1"/>
                </a:solidFill>
                <a:latin typeface="Calibri"/>
                <a:ea typeface="Calibri"/>
                <a:cs typeface="Calibri"/>
                <a:sym typeface="Calibri"/>
              </a:rPr>
              <a:t>Cassandra: </a:t>
            </a:r>
            <a:endParaRPr/>
          </a:p>
          <a:p>
            <a:pPr indent="-457200" lvl="0" marL="469900" marR="0" rtl="0" algn="l">
              <a:lnSpc>
                <a:spcPct val="100000"/>
              </a:lnSpc>
              <a:spcBef>
                <a:spcPts val="100"/>
              </a:spcBef>
              <a:spcAft>
                <a:spcPts val="0"/>
              </a:spcAft>
              <a:buClr>
                <a:schemeClr val="lt1"/>
              </a:buClr>
              <a:buSzPts val="3200"/>
              <a:buFont typeface="Calibri"/>
              <a:buChar char="-"/>
            </a:pPr>
            <a:r>
              <a:rPr lang="es-ES" sz="3200">
                <a:solidFill>
                  <a:schemeClr val="lt1"/>
                </a:solidFill>
                <a:latin typeface="Calibri"/>
                <a:ea typeface="Calibri"/>
                <a:cs typeface="Calibri"/>
                <a:sym typeface="Calibri"/>
              </a:rPr>
              <a:t>Introducción a las características de Cassanda</a:t>
            </a:r>
            <a:endParaRPr sz="3200">
              <a:solidFill>
                <a:schemeClr val="lt1"/>
              </a:solidFill>
              <a:latin typeface="Calibri"/>
              <a:ea typeface="Calibri"/>
              <a:cs typeface="Calibri"/>
              <a:sym typeface="Calibri"/>
            </a:endParaRPr>
          </a:p>
          <a:p>
            <a:pPr indent="-457200" lvl="0" marL="469900" marR="0" rtl="0" algn="l">
              <a:lnSpc>
                <a:spcPct val="100000"/>
              </a:lnSpc>
              <a:spcBef>
                <a:spcPts val="100"/>
              </a:spcBef>
              <a:spcAft>
                <a:spcPts val="0"/>
              </a:spcAft>
              <a:buClr>
                <a:schemeClr val="lt1"/>
              </a:buClr>
              <a:buSzPts val="3200"/>
              <a:buFont typeface="Calibri"/>
              <a:buChar char="-"/>
            </a:pPr>
            <a:r>
              <a:rPr lang="es-ES" sz="3200">
                <a:solidFill>
                  <a:schemeClr val="lt1"/>
                </a:solidFill>
                <a:latin typeface="Calibri"/>
                <a:ea typeface="Calibri"/>
                <a:cs typeface="Calibri"/>
                <a:sym typeface="Calibri"/>
              </a:rPr>
              <a:t>Instalación de la Herramienta</a:t>
            </a:r>
            <a:endParaRPr sz="3200">
              <a:solidFill>
                <a:schemeClr val="lt1"/>
              </a:solidFill>
              <a:latin typeface="Arial"/>
              <a:ea typeface="Arial"/>
              <a:cs typeface="Arial"/>
              <a:sym typeface="Arial"/>
            </a:endParaRPr>
          </a:p>
        </p:txBody>
      </p:sp>
      <p:sp>
        <p:nvSpPr>
          <p:cNvPr id="116" name="Google Shape;116;p8"/>
          <p:cNvSpPr txBox="1"/>
          <p:nvPr/>
        </p:nvSpPr>
        <p:spPr>
          <a:xfrm>
            <a:off x="4076700" y="1991427"/>
            <a:ext cx="4038600" cy="646331"/>
          </a:xfrm>
          <a:prstGeom prst="rect">
            <a:avLst/>
          </a:prstGeom>
          <a:noFill/>
          <a:ln>
            <a:noFill/>
          </a:ln>
        </p:spPr>
        <p:txBody>
          <a:bodyPr anchorCtr="0" anchor="t" bIns="45700" lIns="91425" spcFirstLastPara="1" rIns="91425" wrap="square" tIns="45700">
            <a:spAutoFit/>
          </a:bodyPr>
          <a:lstStyle/>
          <a:p>
            <a:pPr indent="0" lvl="0" marL="12700" marR="0" rtl="0" algn="ctr">
              <a:lnSpc>
                <a:spcPct val="100000"/>
              </a:lnSpc>
              <a:spcBef>
                <a:spcPts val="0"/>
              </a:spcBef>
              <a:spcAft>
                <a:spcPts val="0"/>
              </a:spcAft>
              <a:buNone/>
            </a:pPr>
            <a:r>
              <a:rPr b="1" lang="es-ES" sz="3600">
                <a:solidFill>
                  <a:srgbClr val="000000"/>
                </a:solidFill>
                <a:latin typeface="Arial"/>
                <a:ea typeface="Arial"/>
                <a:cs typeface="Arial"/>
                <a:sym typeface="Arial"/>
              </a:rPr>
              <a:t>SESIÓN N° 13:</a:t>
            </a:r>
            <a:endParaRPr b="1" sz="3600">
              <a:solidFill>
                <a:srgbClr val="000000"/>
              </a:solidFill>
              <a:latin typeface="Arial"/>
              <a:ea typeface="Arial"/>
              <a:cs typeface="Arial"/>
              <a:sym typeface="Arial"/>
            </a:endParaRPr>
          </a:p>
        </p:txBody>
      </p:sp>
      <p:sp>
        <p:nvSpPr>
          <p:cNvPr id="117" name="Google Shape;117;p8"/>
          <p:cNvSpPr/>
          <p:nvPr/>
        </p:nvSpPr>
        <p:spPr>
          <a:xfrm>
            <a:off x="0" y="304801"/>
            <a:ext cx="5659755" cy="561824"/>
          </a:xfrm>
          <a:custGeom>
            <a:rect b="b" l="l" r="r" t="t"/>
            <a:pathLst>
              <a:path extrusionOk="0" h="415290" w="5659755">
                <a:moveTo>
                  <a:pt x="5590548" y="414899"/>
                </a:moveTo>
                <a:lnTo>
                  <a:pt x="6651" y="414899"/>
                </a:lnTo>
                <a:lnTo>
                  <a:pt x="0" y="413557"/>
                </a:lnTo>
                <a:lnTo>
                  <a:pt x="0" y="1342"/>
                </a:lnTo>
                <a:lnTo>
                  <a:pt x="6651" y="0"/>
                </a:lnTo>
                <a:lnTo>
                  <a:pt x="5590548" y="0"/>
                </a:lnTo>
                <a:lnTo>
                  <a:pt x="5604102" y="1340"/>
                </a:lnTo>
                <a:lnTo>
                  <a:pt x="5639445" y="20253"/>
                </a:lnTo>
                <a:lnTo>
                  <a:pt x="5658358" y="55597"/>
                </a:lnTo>
                <a:lnTo>
                  <a:pt x="5659699" y="69151"/>
                </a:lnTo>
                <a:lnTo>
                  <a:pt x="5659699" y="345748"/>
                </a:lnTo>
                <a:lnTo>
                  <a:pt x="5654265" y="372665"/>
                </a:lnTo>
                <a:lnTo>
                  <a:pt x="5639446" y="394646"/>
                </a:lnTo>
                <a:lnTo>
                  <a:pt x="5617465" y="409465"/>
                </a:lnTo>
                <a:lnTo>
                  <a:pt x="5590548" y="414899"/>
                </a:lnTo>
                <a:close/>
              </a:path>
            </a:pathLst>
          </a:custGeom>
          <a:solidFill>
            <a:srgbClr val="D1052D"/>
          </a:solidFill>
          <a:ln>
            <a:noFill/>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18" name="Google Shape;118;p8"/>
          <p:cNvSpPr txBox="1"/>
          <p:nvPr/>
        </p:nvSpPr>
        <p:spPr>
          <a:xfrm>
            <a:off x="381000" y="381000"/>
            <a:ext cx="4724400" cy="382156"/>
          </a:xfrm>
          <a:prstGeom prst="rect">
            <a:avLst/>
          </a:prstGeom>
          <a:noFill/>
          <a:ln>
            <a:noFill/>
          </a:ln>
        </p:spPr>
        <p:txBody>
          <a:bodyPr anchorCtr="0" anchor="t" bIns="0" lIns="0" spcFirstLastPara="1" rIns="0" wrap="square" tIns="12700">
            <a:spAutoFit/>
          </a:bodyPr>
          <a:lstStyle/>
          <a:p>
            <a:pPr indent="0" lvl="0" marL="12700" marR="0" rtl="0" algn="l">
              <a:lnSpc>
                <a:spcPct val="100000"/>
              </a:lnSpc>
              <a:spcBef>
                <a:spcPts val="0"/>
              </a:spcBef>
              <a:spcAft>
                <a:spcPts val="0"/>
              </a:spcAft>
              <a:buNone/>
            </a:pPr>
            <a:r>
              <a:rPr b="1" lang="es-ES" sz="2400">
                <a:solidFill>
                  <a:srgbClr val="FFFFFF"/>
                </a:solidFill>
                <a:latin typeface="Arial"/>
                <a:ea typeface="Arial"/>
                <a:cs typeface="Arial"/>
                <a:sym typeface="Arial"/>
              </a:rPr>
              <a:t>Temario</a:t>
            </a:r>
            <a:endParaRPr sz="2400">
              <a:solidFill>
                <a:schemeClr val="dk1"/>
              </a:solidFill>
              <a:latin typeface="Arial"/>
              <a:ea typeface="Arial"/>
              <a:cs typeface="Arial"/>
              <a:sym typeface="Arial"/>
            </a:endParaRPr>
          </a:p>
        </p:txBody>
      </p:sp>
      <p:pic>
        <p:nvPicPr>
          <p:cNvPr id="119" name="Google Shape;119;p8"/>
          <p:cNvPicPr preferRelativeResize="0"/>
          <p:nvPr/>
        </p:nvPicPr>
        <p:blipFill rotWithShape="1">
          <a:blip r:embed="rId3">
            <a:alphaModFix/>
          </a:blip>
          <a:srcRect b="0" l="0" r="0" t="0"/>
          <a:stretch/>
        </p:blipFill>
        <p:spPr>
          <a:xfrm>
            <a:off x="5723651" y="313451"/>
            <a:ext cx="524749" cy="524749"/>
          </a:xfrm>
          <a:prstGeom prst="rect">
            <a:avLst/>
          </a:prstGeom>
          <a:noFill/>
          <a:ln>
            <a:noFill/>
          </a:ln>
        </p:spPr>
      </p:pic>
      <p:sp>
        <p:nvSpPr>
          <p:cNvPr id="120" name="Google Shape;120;p8"/>
          <p:cNvSpPr txBox="1"/>
          <p:nvPr/>
        </p:nvSpPr>
        <p:spPr>
          <a:xfrm>
            <a:off x="365760" y="973304"/>
            <a:ext cx="5357891" cy="40011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s-ES" sz="2000">
                <a:solidFill>
                  <a:schemeClr val="dk1"/>
                </a:solidFill>
                <a:latin typeface="Arial"/>
                <a:ea typeface="Arial"/>
                <a:cs typeface="Arial"/>
                <a:sym typeface="Arial"/>
              </a:rPr>
              <a:t>¡Que no se te escape nada de tu clase!:</a:t>
            </a:r>
            <a:endParaRPr sz="2000">
              <a:solidFill>
                <a:schemeClr val="dk1"/>
              </a:solidFill>
              <a:latin typeface="Arial"/>
              <a:ea typeface="Arial"/>
              <a:cs typeface="Arial"/>
              <a:sym typeface="Arial"/>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4" name="Shape 124"/>
        <p:cNvGrpSpPr/>
        <p:nvPr/>
      </p:nvGrpSpPr>
      <p:grpSpPr>
        <a:xfrm>
          <a:off x="0" y="0"/>
          <a:ext cx="0" cy="0"/>
          <a:chOff x="0" y="0"/>
          <a:chExt cx="0" cy="0"/>
        </a:xfrm>
      </p:grpSpPr>
      <p:sp>
        <p:nvSpPr>
          <p:cNvPr id="125" name="Google Shape;125;p9"/>
          <p:cNvSpPr txBox="1"/>
          <p:nvPr/>
        </p:nvSpPr>
        <p:spPr>
          <a:xfrm>
            <a:off x="589935" y="161029"/>
            <a:ext cx="6096000" cy="738623"/>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0" lang="es-ES" sz="2400">
                <a:solidFill>
                  <a:srgbClr val="C00000"/>
                </a:solidFill>
                <a:latin typeface="Calibri"/>
                <a:ea typeface="Calibri"/>
                <a:cs typeface="Calibri"/>
                <a:sym typeface="Calibri"/>
              </a:rPr>
              <a:t>Diseño de una base de datos columnar </a:t>
            </a:r>
            <a:endParaRPr sz="2400">
              <a:solidFill>
                <a:srgbClr val="C00000"/>
              </a:solidFill>
              <a:latin typeface="Calibri"/>
              <a:ea typeface="Calibri"/>
              <a:cs typeface="Calibri"/>
              <a:sym typeface="Calibri"/>
            </a:endParaRPr>
          </a:p>
          <a:p>
            <a:pPr indent="0" lvl="0" marL="0" marR="0" rtl="0" algn="l">
              <a:spcBef>
                <a:spcPts val="0"/>
              </a:spcBef>
              <a:spcAft>
                <a:spcPts val="0"/>
              </a:spcAft>
              <a:buClr>
                <a:schemeClr val="dk1"/>
              </a:buClr>
              <a:buSzPts val="1800"/>
              <a:buFont typeface="Calibri"/>
              <a:buNone/>
            </a:pPr>
            <a:r>
              <a:t/>
            </a:r>
            <a:endParaRPr sz="1800">
              <a:solidFill>
                <a:schemeClr val="dk1"/>
              </a:solidFill>
              <a:latin typeface="Calibri"/>
              <a:ea typeface="Calibri"/>
              <a:cs typeface="Calibri"/>
              <a:sym typeface="Calibri"/>
            </a:endParaRPr>
          </a:p>
        </p:txBody>
      </p:sp>
      <p:pic>
        <p:nvPicPr>
          <p:cNvPr id="126" name="Google Shape;126;p9"/>
          <p:cNvPicPr preferRelativeResize="0"/>
          <p:nvPr/>
        </p:nvPicPr>
        <p:blipFill rotWithShape="1">
          <a:blip r:embed="rId3">
            <a:alphaModFix/>
          </a:blip>
          <a:srcRect b="0" l="0" r="0" t="0"/>
          <a:stretch/>
        </p:blipFill>
        <p:spPr>
          <a:xfrm>
            <a:off x="9247241" y="152400"/>
            <a:ext cx="2483508" cy="553998"/>
          </a:xfrm>
          <a:prstGeom prst="rect">
            <a:avLst/>
          </a:prstGeom>
          <a:noFill/>
          <a:ln>
            <a:noFill/>
          </a:ln>
        </p:spPr>
      </p:pic>
      <p:sp>
        <p:nvSpPr>
          <p:cNvPr id="127" name="Google Shape;127;p9"/>
          <p:cNvSpPr txBox="1"/>
          <p:nvPr/>
        </p:nvSpPr>
        <p:spPr>
          <a:xfrm>
            <a:off x="764457" y="706398"/>
            <a:ext cx="10663085" cy="2800767"/>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s-ES" sz="1600">
                <a:solidFill>
                  <a:schemeClr val="dk1"/>
                </a:solidFill>
                <a:latin typeface="Calibri"/>
                <a:ea typeface="Calibri"/>
                <a:cs typeface="Calibri"/>
                <a:sym typeface="Calibri"/>
              </a:rPr>
              <a:t>Conceptos importantes:</a:t>
            </a:r>
            <a:endParaRPr/>
          </a:p>
          <a:p>
            <a:pPr indent="0" lvl="0" marL="0" marR="0" rtl="0" algn="l">
              <a:spcBef>
                <a:spcPts val="0"/>
              </a:spcBef>
              <a:spcAft>
                <a:spcPts val="0"/>
              </a:spcAft>
              <a:buNone/>
            </a:pPr>
            <a:r>
              <a:rPr lang="es-ES" sz="1600">
                <a:solidFill>
                  <a:schemeClr val="dk1"/>
                </a:solidFill>
                <a:latin typeface="Calibri"/>
                <a:ea typeface="Calibri"/>
                <a:cs typeface="Calibri"/>
                <a:sym typeface="Calibri"/>
              </a:rPr>
              <a:t>• No existe la normalización en estas bases de datos.</a:t>
            </a:r>
            <a:endParaRPr/>
          </a:p>
          <a:p>
            <a:pPr indent="0" lvl="0" marL="0" marR="0" rtl="0" algn="l">
              <a:spcBef>
                <a:spcPts val="0"/>
              </a:spcBef>
              <a:spcAft>
                <a:spcPts val="0"/>
              </a:spcAft>
              <a:buNone/>
            </a:pPr>
            <a:r>
              <a:rPr lang="es-ES" sz="1600">
                <a:solidFill>
                  <a:schemeClr val="dk1"/>
                </a:solidFill>
                <a:latin typeface="Calibri"/>
                <a:ea typeface="Calibri"/>
                <a:cs typeface="Calibri"/>
                <a:sym typeface="Calibri"/>
              </a:rPr>
              <a:t>• No existen las relaciones.</a:t>
            </a:r>
            <a:endParaRPr/>
          </a:p>
          <a:p>
            <a:pPr indent="0" lvl="0" marL="0" marR="0" rtl="0" algn="l">
              <a:spcBef>
                <a:spcPts val="0"/>
              </a:spcBef>
              <a:spcAft>
                <a:spcPts val="0"/>
              </a:spcAft>
              <a:buNone/>
            </a:pPr>
            <a:r>
              <a:rPr lang="es-ES" sz="1600">
                <a:solidFill>
                  <a:schemeClr val="dk1"/>
                </a:solidFill>
                <a:latin typeface="Calibri"/>
                <a:ea typeface="Calibri"/>
                <a:cs typeface="Calibri"/>
                <a:sym typeface="Calibri"/>
              </a:rPr>
              <a:t>• No se utilizan uniones.</a:t>
            </a:r>
            <a:endParaRPr/>
          </a:p>
          <a:p>
            <a:pPr indent="0" lvl="0" marL="0" marR="0" rtl="0" algn="l">
              <a:spcBef>
                <a:spcPts val="0"/>
              </a:spcBef>
              <a:spcAft>
                <a:spcPts val="0"/>
              </a:spcAft>
              <a:buNone/>
            </a:pPr>
            <a:r>
              <a:rPr lang="es-ES" sz="1600">
                <a:solidFill>
                  <a:schemeClr val="dk1"/>
                </a:solidFill>
                <a:latin typeface="Calibri"/>
                <a:ea typeface="Calibri"/>
                <a:cs typeface="Calibri"/>
                <a:sym typeface="Calibri"/>
              </a:rPr>
              <a:t>• Se pueden hacer uso de columnas sin valor.</a:t>
            </a:r>
            <a:endParaRPr/>
          </a:p>
          <a:p>
            <a:pPr indent="0" lvl="0" marL="0" marR="0" rtl="0" algn="l">
              <a:spcBef>
                <a:spcPts val="0"/>
              </a:spcBef>
              <a:spcAft>
                <a:spcPts val="0"/>
              </a:spcAft>
              <a:buNone/>
            </a:pPr>
            <a:r>
              <a:rPr lang="es-ES" sz="1600">
                <a:solidFill>
                  <a:schemeClr val="dk1"/>
                </a:solidFill>
                <a:latin typeface="Calibri"/>
                <a:ea typeface="Calibri"/>
                <a:cs typeface="Calibri"/>
                <a:sym typeface="Calibri"/>
              </a:rPr>
              <a:t>• Para almacenar los datos se usan el nombre o el valor de la columna.</a:t>
            </a:r>
            <a:endParaRPr/>
          </a:p>
          <a:p>
            <a:pPr indent="0" lvl="0" marL="0" marR="0" rtl="0" algn="l">
              <a:spcBef>
                <a:spcPts val="0"/>
              </a:spcBef>
              <a:spcAft>
                <a:spcPts val="0"/>
              </a:spcAft>
              <a:buNone/>
            </a:pPr>
            <a:r>
              <a:t/>
            </a:r>
            <a:endParaRPr sz="1600">
              <a:solidFill>
                <a:schemeClr val="dk1"/>
              </a:solidFill>
              <a:latin typeface="Calibri"/>
              <a:ea typeface="Calibri"/>
              <a:cs typeface="Calibri"/>
              <a:sym typeface="Calibri"/>
            </a:endParaRPr>
          </a:p>
          <a:p>
            <a:pPr indent="0" lvl="0" marL="0" marR="0" rtl="0" algn="l">
              <a:spcBef>
                <a:spcPts val="0"/>
              </a:spcBef>
              <a:spcAft>
                <a:spcPts val="0"/>
              </a:spcAft>
              <a:buNone/>
            </a:pPr>
            <a:r>
              <a:rPr lang="es-ES" sz="1600">
                <a:solidFill>
                  <a:schemeClr val="dk1"/>
                </a:solidFill>
                <a:latin typeface="Calibri"/>
                <a:ea typeface="Calibri"/>
                <a:cs typeface="Calibri"/>
                <a:sym typeface="Calibri"/>
              </a:rPr>
              <a:t>Es muy importante entender que las columnas pueden variar entre filas, es decir, puede haber columnas que tienen un valor para un registro mientras que para otro tiene otro valor o incluso puede ser nula y no existir.</a:t>
            </a:r>
            <a:endParaRPr/>
          </a:p>
          <a:p>
            <a:pPr indent="0" lvl="0" marL="0" marR="0" rtl="0" algn="l">
              <a:spcBef>
                <a:spcPts val="0"/>
              </a:spcBef>
              <a:spcAft>
                <a:spcPts val="0"/>
              </a:spcAft>
              <a:buNone/>
            </a:pPr>
            <a:r>
              <a:t/>
            </a:r>
            <a:endParaRPr sz="1600">
              <a:solidFill>
                <a:schemeClr val="dk1"/>
              </a:solidFill>
              <a:latin typeface="Calibri"/>
              <a:ea typeface="Calibri"/>
              <a:cs typeface="Calibri"/>
              <a:sym typeface="Calibri"/>
            </a:endParaRPr>
          </a:p>
          <a:p>
            <a:pPr indent="0" lvl="0" marL="0" marR="0" rtl="0" algn="l">
              <a:spcBef>
                <a:spcPts val="0"/>
              </a:spcBef>
              <a:spcAft>
                <a:spcPts val="0"/>
              </a:spcAft>
              <a:buNone/>
            </a:pPr>
            <a:r>
              <a:rPr lang="es-ES" sz="1600">
                <a:solidFill>
                  <a:schemeClr val="dk1"/>
                </a:solidFill>
                <a:latin typeface="Calibri"/>
                <a:ea typeface="Calibri"/>
                <a:cs typeface="Calibri"/>
                <a:sym typeface="Calibri"/>
              </a:rPr>
              <a:t>Hay casos en los que se puede utilizar el nombre de la columna para almacenar también valores.</a:t>
            </a:r>
            <a:endParaRPr/>
          </a:p>
        </p:txBody>
      </p:sp>
      <p:pic>
        <p:nvPicPr>
          <p:cNvPr id="128" name="Google Shape;128;p9"/>
          <p:cNvPicPr preferRelativeResize="0"/>
          <p:nvPr/>
        </p:nvPicPr>
        <p:blipFill rotWithShape="1">
          <a:blip r:embed="rId4">
            <a:alphaModFix/>
          </a:blip>
          <a:srcRect b="0" l="0" r="0" t="0"/>
          <a:stretch/>
        </p:blipFill>
        <p:spPr>
          <a:xfrm>
            <a:off x="1091381" y="3429001"/>
            <a:ext cx="9660193" cy="3429000"/>
          </a:xfrm>
          <a:prstGeom prst="rect">
            <a:avLst/>
          </a:prstGeom>
          <a:noFill/>
          <a:ln>
            <a:noFill/>
          </a:ln>
        </p:spPr>
      </p:pic>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2" name="Shape 132"/>
        <p:cNvGrpSpPr/>
        <p:nvPr/>
      </p:nvGrpSpPr>
      <p:grpSpPr>
        <a:xfrm>
          <a:off x="0" y="0"/>
          <a:ext cx="0" cy="0"/>
          <a:chOff x="0" y="0"/>
          <a:chExt cx="0" cy="0"/>
        </a:xfrm>
      </p:grpSpPr>
      <p:sp>
        <p:nvSpPr>
          <p:cNvPr id="133" name="Google Shape;133;p10"/>
          <p:cNvSpPr txBox="1"/>
          <p:nvPr/>
        </p:nvSpPr>
        <p:spPr>
          <a:xfrm>
            <a:off x="929148" y="429399"/>
            <a:ext cx="6096000" cy="738623"/>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0" lang="es-ES" sz="2400">
                <a:solidFill>
                  <a:srgbClr val="C00000"/>
                </a:solidFill>
                <a:latin typeface="Calibri"/>
                <a:ea typeface="Calibri"/>
                <a:cs typeface="Calibri"/>
                <a:sym typeface="Calibri"/>
              </a:rPr>
              <a:t>Diseño de una base de datos columnar </a:t>
            </a:r>
            <a:endParaRPr sz="2400">
              <a:solidFill>
                <a:srgbClr val="C00000"/>
              </a:solidFill>
              <a:latin typeface="Calibri"/>
              <a:ea typeface="Calibri"/>
              <a:cs typeface="Calibri"/>
              <a:sym typeface="Calibri"/>
            </a:endParaRPr>
          </a:p>
          <a:p>
            <a:pPr indent="0" lvl="0" marL="0" marR="0" rtl="0" algn="l">
              <a:spcBef>
                <a:spcPts val="0"/>
              </a:spcBef>
              <a:spcAft>
                <a:spcPts val="0"/>
              </a:spcAft>
              <a:buClr>
                <a:schemeClr val="dk1"/>
              </a:buClr>
              <a:buSzPts val="1800"/>
              <a:buFont typeface="Calibri"/>
              <a:buNone/>
            </a:pPr>
            <a:r>
              <a:t/>
            </a:r>
            <a:endParaRPr sz="1800">
              <a:solidFill>
                <a:schemeClr val="dk1"/>
              </a:solidFill>
              <a:latin typeface="Calibri"/>
              <a:ea typeface="Calibri"/>
              <a:cs typeface="Calibri"/>
              <a:sym typeface="Calibri"/>
            </a:endParaRPr>
          </a:p>
        </p:txBody>
      </p:sp>
      <p:pic>
        <p:nvPicPr>
          <p:cNvPr id="134" name="Google Shape;134;p10"/>
          <p:cNvPicPr preferRelativeResize="0"/>
          <p:nvPr/>
        </p:nvPicPr>
        <p:blipFill rotWithShape="1">
          <a:blip r:embed="rId3">
            <a:alphaModFix/>
          </a:blip>
          <a:srcRect b="0" l="0" r="0" t="0"/>
          <a:stretch/>
        </p:blipFill>
        <p:spPr>
          <a:xfrm>
            <a:off x="9247241" y="152400"/>
            <a:ext cx="2483508" cy="553998"/>
          </a:xfrm>
          <a:prstGeom prst="rect">
            <a:avLst/>
          </a:prstGeom>
          <a:noFill/>
          <a:ln>
            <a:noFill/>
          </a:ln>
        </p:spPr>
      </p:pic>
      <p:pic>
        <p:nvPicPr>
          <p:cNvPr id="135" name="Google Shape;135;p10"/>
          <p:cNvPicPr preferRelativeResize="0"/>
          <p:nvPr/>
        </p:nvPicPr>
        <p:blipFill rotWithShape="1">
          <a:blip r:embed="rId4">
            <a:alphaModFix/>
          </a:blip>
          <a:srcRect b="0" l="0" r="0" t="0"/>
          <a:stretch/>
        </p:blipFill>
        <p:spPr>
          <a:xfrm>
            <a:off x="1091381" y="3700419"/>
            <a:ext cx="9660193" cy="3157581"/>
          </a:xfrm>
          <a:prstGeom prst="rect">
            <a:avLst/>
          </a:prstGeom>
          <a:noFill/>
          <a:ln>
            <a:noFill/>
          </a:ln>
        </p:spPr>
      </p:pic>
      <p:pic>
        <p:nvPicPr>
          <p:cNvPr id="136" name="Google Shape;136;p10"/>
          <p:cNvPicPr preferRelativeResize="0"/>
          <p:nvPr/>
        </p:nvPicPr>
        <p:blipFill rotWithShape="1">
          <a:blip r:embed="rId5">
            <a:alphaModFix/>
          </a:blip>
          <a:srcRect b="0" l="0" r="0" t="0"/>
          <a:stretch/>
        </p:blipFill>
        <p:spPr>
          <a:xfrm>
            <a:off x="2079522" y="944633"/>
            <a:ext cx="7683909" cy="2979175"/>
          </a:xfrm>
          <a:prstGeom prst="rect">
            <a:avLst/>
          </a:prstGeom>
          <a:noFill/>
          <a:ln>
            <a:noFill/>
          </a:ln>
        </p:spPr>
      </p:pic>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0" name="Shape 140"/>
        <p:cNvGrpSpPr/>
        <p:nvPr/>
      </p:nvGrpSpPr>
      <p:grpSpPr>
        <a:xfrm>
          <a:off x="0" y="0"/>
          <a:ext cx="0" cy="0"/>
          <a:chOff x="0" y="0"/>
          <a:chExt cx="0" cy="0"/>
        </a:xfrm>
      </p:grpSpPr>
      <p:sp>
        <p:nvSpPr>
          <p:cNvPr id="141" name="Google Shape;141;p11"/>
          <p:cNvSpPr txBox="1"/>
          <p:nvPr/>
        </p:nvSpPr>
        <p:spPr>
          <a:xfrm>
            <a:off x="929148" y="429399"/>
            <a:ext cx="6096000" cy="738623"/>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0" lang="es-ES" sz="2400">
                <a:solidFill>
                  <a:srgbClr val="C00000"/>
                </a:solidFill>
                <a:latin typeface="Calibri"/>
                <a:ea typeface="Calibri"/>
                <a:cs typeface="Calibri"/>
                <a:sym typeface="Calibri"/>
              </a:rPr>
              <a:t>Base de datos: Cassandra - Introducción</a:t>
            </a:r>
            <a:endParaRPr sz="2400">
              <a:solidFill>
                <a:srgbClr val="C00000"/>
              </a:solidFill>
              <a:latin typeface="Calibri"/>
              <a:ea typeface="Calibri"/>
              <a:cs typeface="Calibri"/>
              <a:sym typeface="Calibri"/>
            </a:endParaRPr>
          </a:p>
          <a:p>
            <a:pPr indent="0" lvl="0" marL="0" marR="0" rtl="0" algn="l">
              <a:spcBef>
                <a:spcPts val="0"/>
              </a:spcBef>
              <a:spcAft>
                <a:spcPts val="0"/>
              </a:spcAft>
              <a:buClr>
                <a:schemeClr val="dk1"/>
              </a:buClr>
              <a:buSzPts val="1800"/>
              <a:buFont typeface="Calibri"/>
              <a:buNone/>
            </a:pPr>
            <a:r>
              <a:t/>
            </a:r>
            <a:endParaRPr sz="1800">
              <a:solidFill>
                <a:schemeClr val="dk1"/>
              </a:solidFill>
              <a:latin typeface="Calibri"/>
              <a:ea typeface="Calibri"/>
              <a:cs typeface="Calibri"/>
              <a:sym typeface="Calibri"/>
            </a:endParaRPr>
          </a:p>
        </p:txBody>
      </p:sp>
      <p:pic>
        <p:nvPicPr>
          <p:cNvPr id="142" name="Google Shape;142;p11"/>
          <p:cNvPicPr preferRelativeResize="0"/>
          <p:nvPr/>
        </p:nvPicPr>
        <p:blipFill rotWithShape="1">
          <a:blip r:embed="rId3">
            <a:alphaModFix/>
          </a:blip>
          <a:srcRect b="0" l="0" r="0" t="0"/>
          <a:stretch/>
        </p:blipFill>
        <p:spPr>
          <a:xfrm>
            <a:off x="9247241" y="152400"/>
            <a:ext cx="2483508" cy="553998"/>
          </a:xfrm>
          <a:prstGeom prst="rect">
            <a:avLst/>
          </a:prstGeom>
          <a:noFill/>
          <a:ln>
            <a:noFill/>
          </a:ln>
        </p:spPr>
      </p:pic>
      <p:sp>
        <p:nvSpPr>
          <p:cNvPr id="143" name="Google Shape;143;p11"/>
          <p:cNvSpPr txBox="1"/>
          <p:nvPr/>
        </p:nvSpPr>
        <p:spPr>
          <a:xfrm>
            <a:off x="929148" y="929149"/>
            <a:ext cx="10412361" cy="3354765"/>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s-ES" sz="1800">
                <a:solidFill>
                  <a:schemeClr val="dk1"/>
                </a:solidFill>
                <a:latin typeface="Calibri"/>
                <a:ea typeface="Calibri"/>
                <a:cs typeface="Calibri"/>
                <a:sym typeface="Calibri"/>
              </a:rPr>
              <a:t>Cassandra es un almacén de datos “orientado a la columna", lo que significa que en lugar de almacenar tuplas idénticas de datos, ordenadas de acuerdo a una estructura  fija (el esquema de </a:t>
            </a:r>
            <a:r>
              <a:rPr lang="es-ES" sz="1800">
                <a:solidFill>
                  <a:schemeClr val="dk1"/>
                </a:solidFill>
                <a:latin typeface="Helvetica Neue"/>
                <a:ea typeface="Helvetica Neue"/>
                <a:cs typeface="Helvetica Neue"/>
                <a:sym typeface="Helvetica Neue"/>
              </a:rPr>
              <a:t>una tabla), </a:t>
            </a:r>
            <a:endParaRPr/>
          </a:p>
          <a:p>
            <a:pPr indent="0" lvl="0" marL="0" marR="0" rtl="0" algn="l">
              <a:spcBef>
                <a:spcPts val="0"/>
              </a:spcBef>
              <a:spcAft>
                <a:spcPts val="0"/>
              </a:spcAft>
              <a:buNone/>
            </a:pPr>
            <a:r>
              <a:rPr lang="es-ES" sz="1800">
                <a:solidFill>
                  <a:schemeClr val="dk1"/>
                </a:solidFill>
                <a:latin typeface="Helvetica Neue"/>
                <a:ea typeface="Helvetica Neue"/>
                <a:cs typeface="Helvetica Neue"/>
                <a:sym typeface="Helvetica Neue"/>
              </a:rPr>
              <a:t>Cassandra almacena  familias de columnas" en keyspaces. Cada familia de columna se compone de  las identificadas por una clave. Es decir, Cassandra asocia un valor de clave con un número variable de pares nombre/valor (columnas) que puede ser totalmente diferente de las otras  filas dentro de la familia de la columna.</a:t>
            </a:r>
            <a:endParaRPr sz="1800">
              <a:solidFill>
                <a:schemeClr val="dk1"/>
              </a:solidFill>
              <a:latin typeface="Helvetica Neue"/>
              <a:ea typeface="Helvetica Neue"/>
              <a:cs typeface="Helvetica Neue"/>
              <a:sym typeface="Helvetica Neue"/>
            </a:endParaRPr>
          </a:p>
          <a:p>
            <a:pPr indent="0" lvl="0" marL="0" marR="0" rtl="0" algn="l">
              <a:spcBef>
                <a:spcPts val="0"/>
              </a:spcBef>
              <a:spcAft>
                <a:spcPts val="0"/>
              </a:spcAft>
              <a:buNone/>
            </a:pPr>
            <a:r>
              <a:rPr lang="es-ES" sz="1800">
                <a:solidFill>
                  <a:schemeClr val="dk1"/>
                </a:solidFill>
                <a:latin typeface="Helvetica Neue"/>
                <a:ea typeface="Helvetica Neue"/>
                <a:cs typeface="Helvetica Neue"/>
                <a:sym typeface="Helvetica Neue"/>
              </a:rPr>
              <a:t>En términos prácticos, se va a suponer que se esta usando Cassandra para almacenar una</a:t>
            </a:r>
            <a:endParaRPr/>
          </a:p>
          <a:p>
            <a:pPr indent="0" lvl="0" marL="0" marR="0" rtl="0" algn="l">
              <a:spcBef>
                <a:spcPts val="0"/>
              </a:spcBef>
              <a:spcAft>
                <a:spcPts val="0"/>
              </a:spcAft>
              <a:buNone/>
            </a:pPr>
            <a:r>
              <a:rPr lang="es-ES" sz="1800">
                <a:solidFill>
                  <a:schemeClr val="dk1"/>
                </a:solidFill>
                <a:latin typeface="Helvetica Neue"/>
                <a:ea typeface="Helvetica Neue"/>
                <a:cs typeface="Helvetica Neue"/>
                <a:sym typeface="Helvetica Neue"/>
              </a:rPr>
              <a:t>colección de personas. Dentro del almacén de claves “Planeta" hay una familia de columna llamada “Gente", que a su vez tiene  filas con este aspecto:</a:t>
            </a:r>
            <a:endParaRPr/>
          </a:p>
          <a:p>
            <a:pPr indent="0" lvl="0" marL="0" marR="0" rtl="0" algn="l">
              <a:spcBef>
                <a:spcPts val="0"/>
              </a:spcBef>
              <a:spcAft>
                <a:spcPts val="0"/>
              </a:spcAft>
              <a:buNone/>
            </a:pPr>
            <a:r>
              <a:t/>
            </a:r>
            <a:endParaRPr sz="1800">
              <a:solidFill>
                <a:schemeClr val="dk1"/>
              </a:solidFill>
              <a:latin typeface="Helvetica Neue"/>
              <a:ea typeface="Helvetica Neue"/>
              <a:cs typeface="Helvetica Neue"/>
              <a:sym typeface="Helvetica Neue"/>
            </a:endParaRPr>
          </a:p>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pic>
        <p:nvPicPr>
          <p:cNvPr id="144" name="Google Shape;144;p11"/>
          <p:cNvPicPr preferRelativeResize="0"/>
          <p:nvPr/>
        </p:nvPicPr>
        <p:blipFill rotWithShape="1">
          <a:blip r:embed="rId4">
            <a:alphaModFix/>
          </a:blip>
          <a:srcRect b="0" l="0" r="0" t="0"/>
          <a:stretch/>
        </p:blipFill>
        <p:spPr>
          <a:xfrm>
            <a:off x="2971800" y="3442855"/>
            <a:ext cx="5973097" cy="2855247"/>
          </a:xfrm>
          <a:prstGeom prst="rect">
            <a:avLst/>
          </a:prstGeom>
          <a:noFill/>
          <a:ln>
            <a:noFill/>
          </a:ln>
        </p:spPr>
      </p:pic>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8" name="Shape 148"/>
        <p:cNvGrpSpPr/>
        <p:nvPr/>
      </p:nvGrpSpPr>
      <p:grpSpPr>
        <a:xfrm>
          <a:off x="0" y="0"/>
          <a:ext cx="0" cy="0"/>
          <a:chOff x="0" y="0"/>
          <a:chExt cx="0" cy="0"/>
        </a:xfrm>
      </p:grpSpPr>
      <p:sp>
        <p:nvSpPr>
          <p:cNvPr id="149" name="Google Shape;149;p12"/>
          <p:cNvSpPr txBox="1"/>
          <p:nvPr/>
        </p:nvSpPr>
        <p:spPr>
          <a:xfrm>
            <a:off x="929148" y="429399"/>
            <a:ext cx="6096000" cy="738623"/>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0" lang="es-ES" sz="2400">
                <a:solidFill>
                  <a:srgbClr val="C00000"/>
                </a:solidFill>
                <a:latin typeface="Calibri"/>
                <a:ea typeface="Calibri"/>
                <a:cs typeface="Calibri"/>
                <a:sym typeface="Calibri"/>
              </a:rPr>
              <a:t>Base de datos: Cassandra - Introducción</a:t>
            </a:r>
            <a:endParaRPr sz="2400">
              <a:solidFill>
                <a:srgbClr val="C00000"/>
              </a:solidFill>
              <a:latin typeface="Calibri"/>
              <a:ea typeface="Calibri"/>
              <a:cs typeface="Calibri"/>
              <a:sym typeface="Calibri"/>
            </a:endParaRPr>
          </a:p>
          <a:p>
            <a:pPr indent="0" lvl="0" marL="0" marR="0" rtl="0" algn="l">
              <a:spcBef>
                <a:spcPts val="0"/>
              </a:spcBef>
              <a:spcAft>
                <a:spcPts val="0"/>
              </a:spcAft>
              <a:buClr>
                <a:schemeClr val="dk1"/>
              </a:buClr>
              <a:buSzPts val="1800"/>
              <a:buFont typeface="Calibri"/>
              <a:buNone/>
            </a:pPr>
            <a:r>
              <a:t/>
            </a:r>
            <a:endParaRPr sz="1800">
              <a:solidFill>
                <a:schemeClr val="dk1"/>
              </a:solidFill>
              <a:latin typeface="Calibri"/>
              <a:ea typeface="Calibri"/>
              <a:cs typeface="Calibri"/>
              <a:sym typeface="Calibri"/>
            </a:endParaRPr>
          </a:p>
        </p:txBody>
      </p:sp>
      <p:pic>
        <p:nvPicPr>
          <p:cNvPr id="150" name="Google Shape;150;p12"/>
          <p:cNvPicPr preferRelativeResize="0"/>
          <p:nvPr/>
        </p:nvPicPr>
        <p:blipFill rotWithShape="1">
          <a:blip r:embed="rId3">
            <a:alphaModFix/>
          </a:blip>
          <a:srcRect b="0" l="0" r="0" t="0"/>
          <a:stretch/>
        </p:blipFill>
        <p:spPr>
          <a:xfrm>
            <a:off x="9247241" y="152400"/>
            <a:ext cx="2483508" cy="553998"/>
          </a:xfrm>
          <a:prstGeom prst="rect">
            <a:avLst/>
          </a:prstGeom>
          <a:noFill/>
          <a:ln>
            <a:noFill/>
          </a:ln>
        </p:spPr>
      </p:pic>
      <p:sp>
        <p:nvSpPr>
          <p:cNvPr id="151" name="Google Shape;151;p12"/>
          <p:cNvSpPr txBox="1"/>
          <p:nvPr/>
        </p:nvSpPr>
        <p:spPr>
          <a:xfrm>
            <a:off x="334297" y="1156173"/>
            <a:ext cx="7226710" cy="5016758"/>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s-ES" sz="1800">
                <a:solidFill>
                  <a:schemeClr val="dk1"/>
                </a:solidFill>
                <a:latin typeface="Calibri"/>
                <a:ea typeface="Calibri"/>
                <a:cs typeface="Calibri"/>
                <a:sym typeface="Calibri"/>
              </a:rPr>
              <a:t>Apache Cassandra es un motor de bases de datos NoSQL, Open</a:t>
            </a:r>
            <a:endParaRPr/>
          </a:p>
          <a:p>
            <a:pPr indent="0" lvl="0" marL="0" marR="0" rtl="0" algn="l">
              <a:spcBef>
                <a:spcPts val="0"/>
              </a:spcBef>
              <a:spcAft>
                <a:spcPts val="0"/>
              </a:spcAft>
              <a:buNone/>
            </a:pPr>
            <a:r>
              <a:rPr lang="es-ES" sz="1800">
                <a:solidFill>
                  <a:schemeClr val="dk1"/>
                </a:solidFill>
                <a:latin typeface="Calibri"/>
                <a:ea typeface="Calibri"/>
                <a:cs typeface="Calibri"/>
                <a:sym typeface="Calibri"/>
              </a:rPr>
              <a:t>Source e implementado en Java.</a:t>
            </a:r>
            <a:endParaRPr/>
          </a:p>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a:p>
            <a:pPr indent="0" lvl="0" marL="0" marR="0" rtl="0" algn="l">
              <a:spcBef>
                <a:spcPts val="0"/>
              </a:spcBef>
              <a:spcAft>
                <a:spcPts val="0"/>
              </a:spcAft>
              <a:buNone/>
            </a:pPr>
            <a:r>
              <a:rPr lang="es-ES" sz="1800">
                <a:solidFill>
                  <a:schemeClr val="dk1"/>
                </a:solidFill>
                <a:latin typeface="Calibri"/>
                <a:ea typeface="Calibri"/>
                <a:cs typeface="Calibri"/>
                <a:sym typeface="Calibri"/>
              </a:rPr>
              <a:t>Fue originalmente creada por Facebook y donada a Apache como</a:t>
            </a:r>
            <a:endParaRPr/>
          </a:p>
          <a:p>
            <a:pPr indent="0" lvl="0" marL="0" marR="0" rtl="0" algn="l">
              <a:spcBef>
                <a:spcPts val="0"/>
              </a:spcBef>
              <a:spcAft>
                <a:spcPts val="0"/>
              </a:spcAft>
              <a:buNone/>
            </a:pPr>
            <a:r>
              <a:rPr lang="es-ES" sz="1800">
                <a:solidFill>
                  <a:schemeClr val="dk1"/>
                </a:solidFill>
                <a:latin typeface="Calibri"/>
                <a:ea typeface="Calibri"/>
                <a:cs typeface="Calibri"/>
                <a:sym typeface="Calibri"/>
              </a:rPr>
              <a:t>software libre en 2009.</a:t>
            </a:r>
            <a:endParaRPr/>
          </a:p>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a:p>
            <a:pPr indent="0" lvl="0" marL="0" marR="0" rtl="0" algn="l">
              <a:spcBef>
                <a:spcPts val="0"/>
              </a:spcBef>
              <a:spcAft>
                <a:spcPts val="0"/>
              </a:spcAft>
              <a:buNone/>
            </a:pPr>
            <a:r>
              <a:rPr lang="es-ES" sz="1800">
                <a:solidFill>
                  <a:schemeClr val="dk1"/>
                </a:solidFill>
                <a:latin typeface="Calibri"/>
                <a:ea typeface="Calibri"/>
                <a:cs typeface="Calibri"/>
                <a:sym typeface="Calibri"/>
              </a:rPr>
              <a:t>Es una de las base de datos NoSQL más relevantes a nivel mundial:</a:t>
            </a:r>
            <a:endParaRPr/>
          </a:p>
          <a:p>
            <a:pPr indent="0" lvl="0" marL="0" marR="0" rtl="0" algn="l">
              <a:spcBef>
                <a:spcPts val="0"/>
              </a:spcBef>
              <a:spcAft>
                <a:spcPts val="0"/>
              </a:spcAft>
              <a:buNone/>
            </a:pPr>
            <a:r>
              <a:rPr lang="es-ES" sz="1800">
                <a:solidFill>
                  <a:schemeClr val="dk1"/>
                </a:solidFill>
                <a:latin typeface="Calibri"/>
                <a:ea typeface="Calibri"/>
                <a:cs typeface="Calibri"/>
                <a:sym typeface="Calibri"/>
              </a:rPr>
              <a:t>Netflix, eBay, Twitter, Urban Airship, Constant Contact, Reddit, Cisco,</a:t>
            </a:r>
            <a:endParaRPr/>
          </a:p>
          <a:p>
            <a:pPr indent="0" lvl="0" marL="0" marR="0" rtl="0" algn="l">
              <a:spcBef>
                <a:spcPts val="0"/>
              </a:spcBef>
              <a:spcAft>
                <a:spcPts val="0"/>
              </a:spcAft>
              <a:buNone/>
            </a:pPr>
            <a:r>
              <a:rPr lang="es-ES" sz="1800">
                <a:solidFill>
                  <a:schemeClr val="dk1"/>
                </a:solidFill>
                <a:latin typeface="Calibri"/>
                <a:ea typeface="Calibri"/>
                <a:cs typeface="Calibri"/>
                <a:sym typeface="Calibri"/>
              </a:rPr>
              <a:t>OpenX, Digg, CloudKick, Ooyala, …</a:t>
            </a:r>
            <a:endParaRPr/>
          </a:p>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a:p>
            <a:pPr indent="0" lvl="0" marL="0" marR="0" rtl="0" algn="l">
              <a:spcBef>
                <a:spcPts val="0"/>
              </a:spcBef>
              <a:spcAft>
                <a:spcPts val="0"/>
              </a:spcAft>
              <a:buNone/>
            </a:pPr>
            <a:r>
              <a:rPr lang="es-ES" sz="1800">
                <a:solidFill>
                  <a:schemeClr val="dk1"/>
                </a:solidFill>
                <a:latin typeface="Calibri"/>
                <a:ea typeface="Calibri"/>
                <a:cs typeface="Calibri"/>
                <a:sym typeface="Calibri"/>
              </a:rPr>
              <a:t>Cassandra puede manejar varios terabytes de datos si lo necesita y</a:t>
            </a:r>
            <a:endParaRPr/>
          </a:p>
          <a:p>
            <a:pPr indent="0" lvl="0" marL="0" marR="0" rtl="0" algn="l">
              <a:spcBef>
                <a:spcPts val="0"/>
              </a:spcBef>
              <a:spcAft>
                <a:spcPts val="0"/>
              </a:spcAft>
              <a:buNone/>
            </a:pPr>
            <a:r>
              <a:rPr lang="es-ES" sz="1800">
                <a:solidFill>
                  <a:schemeClr val="dk1"/>
                </a:solidFill>
                <a:latin typeface="Calibri"/>
                <a:ea typeface="Calibri"/>
                <a:cs typeface="Calibri"/>
                <a:sym typeface="Calibri"/>
              </a:rPr>
              <a:t>puede, fácilmente, manejar millones de ficheros, incluso en un clúster pequeño (Big Data).</a:t>
            </a:r>
            <a:endParaRPr/>
          </a:p>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a:p>
            <a:pPr indent="0" lvl="0" marL="0" marR="0" rtl="0" algn="l">
              <a:spcBef>
                <a:spcPts val="0"/>
              </a:spcBef>
              <a:spcAft>
                <a:spcPts val="0"/>
              </a:spcAft>
              <a:buNone/>
            </a:pPr>
            <a:r>
              <a:rPr lang="es-ES" sz="1800">
                <a:solidFill>
                  <a:schemeClr val="dk1"/>
                </a:solidFill>
                <a:latin typeface="Calibri"/>
                <a:ea typeface="Calibri"/>
                <a:cs typeface="Calibri"/>
                <a:sym typeface="Calibri"/>
              </a:rPr>
              <a:t>La información en las bases de datos relacionales, se almacenan en</a:t>
            </a:r>
            <a:endParaRPr/>
          </a:p>
          <a:p>
            <a:pPr indent="0" lvl="0" marL="0" marR="0" rtl="0" algn="l">
              <a:spcBef>
                <a:spcPts val="0"/>
              </a:spcBef>
              <a:spcAft>
                <a:spcPts val="0"/>
              </a:spcAft>
              <a:buNone/>
            </a:pPr>
            <a:r>
              <a:rPr lang="es-ES" sz="1800">
                <a:solidFill>
                  <a:schemeClr val="dk1"/>
                </a:solidFill>
                <a:latin typeface="Calibri"/>
                <a:ea typeface="Calibri"/>
                <a:cs typeface="Calibri"/>
                <a:sym typeface="Calibri"/>
              </a:rPr>
              <a:t>forma de filas, pero en Cassandra la información se almacena en</a:t>
            </a:r>
            <a:endParaRPr/>
          </a:p>
          <a:p>
            <a:pPr indent="0" lvl="0" marL="0" marR="0" rtl="0" algn="l">
              <a:spcBef>
                <a:spcPts val="0"/>
              </a:spcBef>
              <a:spcAft>
                <a:spcPts val="0"/>
              </a:spcAft>
              <a:buNone/>
            </a:pPr>
            <a:r>
              <a:rPr lang="es-ES" sz="1800">
                <a:solidFill>
                  <a:schemeClr val="dk1"/>
                </a:solidFill>
                <a:latin typeface="Calibri"/>
                <a:ea typeface="Calibri"/>
                <a:cs typeface="Calibri"/>
                <a:sym typeface="Calibri"/>
              </a:rPr>
              <a:t>columnas con pares key-value.</a:t>
            </a:r>
            <a:endParaRPr sz="1800">
              <a:solidFill>
                <a:schemeClr val="dk1"/>
              </a:solidFill>
              <a:latin typeface="Helvetica Neue"/>
              <a:ea typeface="Helvetica Neue"/>
              <a:cs typeface="Helvetica Neue"/>
              <a:sym typeface="Helvetica Neue"/>
            </a:endParaRPr>
          </a:p>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pic>
        <p:nvPicPr>
          <p:cNvPr descr="Qué es Apache Cassandra | OpenWebinars" id="152" name="Google Shape;152;p12"/>
          <p:cNvPicPr preferRelativeResize="0"/>
          <p:nvPr/>
        </p:nvPicPr>
        <p:blipFill rotWithShape="1">
          <a:blip r:embed="rId4">
            <a:alphaModFix/>
          </a:blip>
          <a:srcRect b="0" l="0" r="0" t="0"/>
          <a:stretch/>
        </p:blipFill>
        <p:spPr>
          <a:xfrm>
            <a:off x="7025148" y="990600"/>
            <a:ext cx="5166851" cy="5483942"/>
          </a:xfrm>
          <a:prstGeom prst="rect">
            <a:avLst/>
          </a:prstGeom>
          <a:noFill/>
          <a:ln>
            <a:noFill/>
          </a:ln>
        </p:spPr>
      </p:pic>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6" name="Shape 156"/>
        <p:cNvGrpSpPr/>
        <p:nvPr/>
      </p:nvGrpSpPr>
      <p:grpSpPr>
        <a:xfrm>
          <a:off x="0" y="0"/>
          <a:ext cx="0" cy="0"/>
          <a:chOff x="0" y="0"/>
          <a:chExt cx="0" cy="0"/>
        </a:xfrm>
      </p:grpSpPr>
      <p:sp>
        <p:nvSpPr>
          <p:cNvPr id="157" name="Google Shape;157;p13"/>
          <p:cNvSpPr txBox="1"/>
          <p:nvPr/>
        </p:nvSpPr>
        <p:spPr>
          <a:xfrm>
            <a:off x="929148" y="429399"/>
            <a:ext cx="6096000" cy="738623"/>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0" lang="es-ES" sz="2400">
                <a:solidFill>
                  <a:srgbClr val="C00000"/>
                </a:solidFill>
                <a:latin typeface="Calibri"/>
                <a:ea typeface="Calibri"/>
                <a:cs typeface="Calibri"/>
                <a:sym typeface="Calibri"/>
              </a:rPr>
              <a:t>Base de datos: Cassandra - Introducción</a:t>
            </a:r>
            <a:endParaRPr sz="2400">
              <a:solidFill>
                <a:srgbClr val="C00000"/>
              </a:solidFill>
              <a:latin typeface="Calibri"/>
              <a:ea typeface="Calibri"/>
              <a:cs typeface="Calibri"/>
              <a:sym typeface="Calibri"/>
            </a:endParaRPr>
          </a:p>
          <a:p>
            <a:pPr indent="0" lvl="0" marL="0" marR="0" rtl="0" algn="l">
              <a:spcBef>
                <a:spcPts val="0"/>
              </a:spcBef>
              <a:spcAft>
                <a:spcPts val="0"/>
              </a:spcAft>
              <a:buClr>
                <a:schemeClr val="dk1"/>
              </a:buClr>
              <a:buSzPts val="1800"/>
              <a:buFont typeface="Calibri"/>
              <a:buNone/>
            </a:pPr>
            <a:r>
              <a:t/>
            </a:r>
            <a:endParaRPr sz="1800">
              <a:solidFill>
                <a:schemeClr val="dk1"/>
              </a:solidFill>
              <a:latin typeface="Calibri"/>
              <a:ea typeface="Calibri"/>
              <a:cs typeface="Calibri"/>
              <a:sym typeface="Calibri"/>
            </a:endParaRPr>
          </a:p>
        </p:txBody>
      </p:sp>
      <p:pic>
        <p:nvPicPr>
          <p:cNvPr id="158" name="Google Shape;158;p13"/>
          <p:cNvPicPr preferRelativeResize="0"/>
          <p:nvPr/>
        </p:nvPicPr>
        <p:blipFill rotWithShape="1">
          <a:blip r:embed="rId3">
            <a:alphaModFix/>
          </a:blip>
          <a:srcRect b="0" l="0" r="0" t="0"/>
          <a:stretch/>
        </p:blipFill>
        <p:spPr>
          <a:xfrm>
            <a:off x="9247241" y="152400"/>
            <a:ext cx="2483508" cy="553998"/>
          </a:xfrm>
          <a:prstGeom prst="rect">
            <a:avLst/>
          </a:prstGeom>
          <a:noFill/>
          <a:ln>
            <a:noFill/>
          </a:ln>
        </p:spPr>
      </p:pic>
      <p:sp>
        <p:nvSpPr>
          <p:cNvPr id="159" name="Google Shape;159;p13"/>
          <p:cNvSpPr txBox="1"/>
          <p:nvPr/>
        </p:nvSpPr>
        <p:spPr>
          <a:xfrm>
            <a:off x="496529" y="932047"/>
            <a:ext cx="10766323" cy="3139321"/>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s-ES" sz="1800">
                <a:solidFill>
                  <a:schemeClr val="dk1"/>
                </a:solidFill>
                <a:latin typeface="Calibri"/>
                <a:ea typeface="Calibri"/>
                <a:cs typeface="Calibri"/>
                <a:sym typeface="Calibri"/>
              </a:rPr>
              <a:t>Esquema dinámico. El esquema que define la estructura de los datos puede cambiar en tiempo de ejecución.</a:t>
            </a:r>
            <a:endParaRPr/>
          </a:p>
          <a:p>
            <a:pPr indent="0" lvl="0" marL="0" marR="0" rtl="0" algn="l">
              <a:spcBef>
                <a:spcPts val="0"/>
              </a:spcBef>
              <a:spcAft>
                <a:spcPts val="0"/>
              </a:spcAft>
              <a:buNone/>
            </a:pPr>
            <a:r>
              <a:rPr lang="es-ES" sz="1800">
                <a:solidFill>
                  <a:schemeClr val="dk1"/>
                </a:solidFill>
                <a:latin typeface="Calibri"/>
                <a:ea typeface="Calibri"/>
                <a:cs typeface="Calibri"/>
                <a:sym typeface="Calibri"/>
              </a:rPr>
              <a:t>No hay un único punto de fallo. Los datos se replican automáticamente a varios nodos. Perder un nodo no causa la baja del clúster.</a:t>
            </a:r>
            <a:endParaRPr/>
          </a:p>
          <a:p>
            <a:pPr indent="0" lvl="0" marL="0" marR="0" rtl="0" algn="l">
              <a:spcBef>
                <a:spcPts val="0"/>
              </a:spcBef>
              <a:spcAft>
                <a:spcPts val="0"/>
              </a:spcAft>
              <a:buNone/>
            </a:pPr>
            <a:r>
              <a:rPr lang="es-ES" sz="1800">
                <a:solidFill>
                  <a:schemeClr val="dk1"/>
                </a:solidFill>
                <a:latin typeface="Calibri"/>
                <a:ea typeface="Calibri"/>
                <a:cs typeface="Calibri"/>
                <a:sym typeface="Calibri"/>
              </a:rPr>
              <a:t>Alta disponibilidad. Los datos estás disponibles la mayor parte del tiempo gracias a la redundancia que introduce la replicación de datos.</a:t>
            </a:r>
            <a:endParaRPr/>
          </a:p>
          <a:p>
            <a:pPr indent="0" lvl="0" marL="0" marR="0" rtl="0" algn="l">
              <a:spcBef>
                <a:spcPts val="0"/>
              </a:spcBef>
              <a:spcAft>
                <a:spcPts val="0"/>
              </a:spcAft>
              <a:buNone/>
            </a:pPr>
            <a:r>
              <a:rPr lang="es-ES" sz="1800">
                <a:solidFill>
                  <a:schemeClr val="dk1"/>
                </a:solidFill>
                <a:latin typeface="Calibri"/>
                <a:ea typeface="Calibri"/>
                <a:cs typeface="Calibri"/>
                <a:sym typeface="Calibri"/>
              </a:rPr>
              <a:t>Particionamiento de los datos. La topología de Cassandra es la de un anillo a través del cual se distribuyen los datos para minimizar cuellos de botella en el acceso a los mismos.</a:t>
            </a:r>
            <a:endParaRPr/>
          </a:p>
          <a:p>
            <a:pPr indent="0" lvl="0" marL="0" marR="0" rtl="0" algn="l">
              <a:spcBef>
                <a:spcPts val="0"/>
              </a:spcBef>
              <a:spcAft>
                <a:spcPts val="0"/>
              </a:spcAft>
              <a:buNone/>
            </a:pPr>
            <a:r>
              <a:rPr lang="es-ES" sz="1800">
                <a:solidFill>
                  <a:schemeClr val="dk1"/>
                </a:solidFill>
                <a:latin typeface="Calibri"/>
                <a:ea typeface="Calibri"/>
                <a:cs typeface="Calibri"/>
                <a:sym typeface="Calibri"/>
              </a:rPr>
              <a:t>Escalabilidad horizontal. Hasta un alto número de máquinas la capacidad de cómputo aumenta linealmente con el número de máquinas.</a:t>
            </a:r>
            <a:endParaRPr/>
          </a:p>
          <a:p>
            <a:pPr indent="0" lvl="0" marL="0" marR="0" rtl="0" algn="l">
              <a:spcBef>
                <a:spcPts val="0"/>
              </a:spcBef>
              <a:spcAft>
                <a:spcPts val="0"/>
              </a:spcAft>
              <a:buNone/>
            </a:pPr>
            <a:r>
              <a:rPr lang="es-ES" sz="1800">
                <a:solidFill>
                  <a:schemeClr val="dk1"/>
                </a:solidFill>
                <a:latin typeface="Calibri"/>
                <a:ea typeface="Calibri"/>
                <a:cs typeface="Calibri"/>
                <a:sym typeface="Calibri"/>
              </a:rPr>
              <a:t>Capacidad para manejar cientos de gigabytes de datos.</a:t>
            </a:r>
            <a:endParaRPr sz="1800">
              <a:solidFill>
                <a:schemeClr val="dk1"/>
              </a:solidFill>
              <a:latin typeface="Calibri"/>
              <a:ea typeface="Calibri"/>
              <a:cs typeface="Calibri"/>
              <a:sym typeface="Calibri"/>
            </a:endParaRPr>
          </a:p>
        </p:txBody>
      </p:sp>
      <p:pic>
        <p:nvPicPr>
          <p:cNvPr id="160" name="Google Shape;160;p13"/>
          <p:cNvPicPr preferRelativeResize="0"/>
          <p:nvPr/>
        </p:nvPicPr>
        <p:blipFill rotWithShape="1">
          <a:blip r:embed="rId4">
            <a:alphaModFix/>
          </a:blip>
          <a:srcRect b="0" l="0" r="0" t="0"/>
          <a:stretch/>
        </p:blipFill>
        <p:spPr>
          <a:xfrm>
            <a:off x="2153265" y="4435504"/>
            <a:ext cx="8111612" cy="1993097"/>
          </a:xfrm>
          <a:prstGeom prst="rect">
            <a:avLst/>
          </a:prstGeom>
          <a:noFill/>
          <a:ln>
            <a:noFill/>
          </a:ln>
        </p:spPr>
      </p:pic>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4" name="Shape 164"/>
        <p:cNvGrpSpPr/>
        <p:nvPr/>
      </p:nvGrpSpPr>
      <p:grpSpPr>
        <a:xfrm>
          <a:off x="0" y="0"/>
          <a:ext cx="0" cy="0"/>
          <a:chOff x="0" y="0"/>
          <a:chExt cx="0" cy="0"/>
        </a:xfrm>
      </p:grpSpPr>
      <p:sp>
        <p:nvSpPr>
          <p:cNvPr id="165" name="Google Shape;165;p14"/>
          <p:cNvSpPr txBox="1"/>
          <p:nvPr/>
        </p:nvSpPr>
        <p:spPr>
          <a:xfrm>
            <a:off x="811161" y="152400"/>
            <a:ext cx="6096000" cy="738623"/>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0" lang="es-ES" sz="2400">
                <a:solidFill>
                  <a:srgbClr val="C00000"/>
                </a:solidFill>
                <a:latin typeface="Calibri"/>
                <a:ea typeface="Calibri"/>
                <a:cs typeface="Calibri"/>
                <a:sym typeface="Calibri"/>
              </a:rPr>
              <a:t>Base de datos: Cassandra - </a:t>
            </a:r>
            <a:r>
              <a:rPr lang="es-ES" sz="2400">
                <a:solidFill>
                  <a:srgbClr val="C00000"/>
                </a:solidFill>
                <a:latin typeface="Calibri"/>
                <a:ea typeface="Calibri"/>
                <a:cs typeface="Calibri"/>
                <a:sym typeface="Calibri"/>
              </a:rPr>
              <a:t>Arquitectura</a:t>
            </a:r>
            <a:endParaRPr/>
          </a:p>
          <a:p>
            <a:pPr indent="0" lvl="0" marL="0" marR="0" rtl="0" algn="l">
              <a:spcBef>
                <a:spcPts val="0"/>
              </a:spcBef>
              <a:spcAft>
                <a:spcPts val="0"/>
              </a:spcAft>
              <a:buClr>
                <a:schemeClr val="dk1"/>
              </a:buClr>
              <a:buSzPts val="1800"/>
              <a:buFont typeface="Calibri"/>
              <a:buNone/>
            </a:pPr>
            <a:r>
              <a:t/>
            </a:r>
            <a:endParaRPr sz="1800">
              <a:solidFill>
                <a:schemeClr val="dk1"/>
              </a:solidFill>
              <a:latin typeface="Calibri"/>
              <a:ea typeface="Calibri"/>
              <a:cs typeface="Calibri"/>
              <a:sym typeface="Calibri"/>
            </a:endParaRPr>
          </a:p>
        </p:txBody>
      </p:sp>
      <p:pic>
        <p:nvPicPr>
          <p:cNvPr id="166" name="Google Shape;166;p14"/>
          <p:cNvPicPr preferRelativeResize="0"/>
          <p:nvPr/>
        </p:nvPicPr>
        <p:blipFill rotWithShape="1">
          <a:blip r:embed="rId3">
            <a:alphaModFix/>
          </a:blip>
          <a:srcRect b="0" l="0" r="0" t="0"/>
          <a:stretch/>
        </p:blipFill>
        <p:spPr>
          <a:xfrm>
            <a:off x="9247241" y="152400"/>
            <a:ext cx="2483508" cy="553998"/>
          </a:xfrm>
          <a:prstGeom prst="rect">
            <a:avLst/>
          </a:prstGeom>
          <a:noFill/>
          <a:ln>
            <a:noFill/>
          </a:ln>
        </p:spPr>
      </p:pic>
      <p:sp>
        <p:nvSpPr>
          <p:cNvPr id="167" name="Google Shape;167;p14"/>
          <p:cNvSpPr txBox="1"/>
          <p:nvPr/>
        </p:nvSpPr>
        <p:spPr>
          <a:xfrm>
            <a:off x="265471" y="680053"/>
            <a:ext cx="10962103" cy="341632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s-ES" sz="1800">
                <a:solidFill>
                  <a:schemeClr val="dk1"/>
                </a:solidFill>
                <a:latin typeface="Calibri"/>
                <a:ea typeface="Calibri"/>
                <a:cs typeface="Calibri"/>
                <a:sym typeface="Calibri"/>
              </a:rPr>
              <a:t>Esquema libre</a:t>
            </a:r>
            <a:endParaRPr/>
          </a:p>
          <a:p>
            <a:pPr indent="0" lvl="0" marL="0" marR="0" rtl="0" algn="l">
              <a:spcBef>
                <a:spcPts val="0"/>
              </a:spcBef>
              <a:spcAft>
                <a:spcPts val="0"/>
              </a:spcAft>
              <a:buNone/>
            </a:pPr>
            <a:r>
              <a:rPr lang="es-ES" sz="1800">
                <a:solidFill>
                  <a:schemeClr val="dk1"/>
                </a:solidFill>
                <a:latin typeface="Calibri"/>
                <a:ea typeface="Calibri"/>
                <a:cs typeface="Calibri"/>
                <a:sym typeface="Calibri"/>
              </a:rPr>
              <a:t>Cassandra requiere definir un contenedor llamado espacio de claves (keyspaces) que contiene</a:t>
            </a:r>
            <a:endParaRPr/>
          </a:p>
          <a:p>
            <a:pPr indent="0" lvl="0" marL="0" marR="0" rtl="0" algn="l">
              <a:spcBef>
                <a:spcPts val="0"/>
              </a:spcBef>
              <a:spcAft>
                <a:spcPts val="0"/>
              </a:spcAft>
              <a:buNone/>
            </a:pPr>
            <a:r>
              <a:rPr lang="es-ES" sz="1800">
                <a:solidFill>
                  <a:schemeClr val="dk1"/>
                </a:solidFill>
                <a:latin typeface="Calibri"/>
                <a:ea typeface="Calibri"/>
                <a:cs typeface="Calibri"/>
                <a:sym typeface="Calibri"/>
              </a:rPr>
              <a:t>“familias de columnas". Es esencialmente un nombre para mantener estas familias de columnas y</a:t>
            </a:r>
            <a:endParaRPr/>
          </a:p>
          <a:p>
            <a:pPr indent="0" lvl="0" marL="0" marR="0" rtl="0" algn="l">
              <a:spcBef>
                <a:spcPts val="0"/>
              </a:spcBef>
              <a:spcAft>
                <a:spcPts val="0"/>
              </a:spcAft>
              <a:buNone/>
            </a:pPr>
            <a:r>
              <a:rPr lang="es-ES" sz="1800">
                <a:solidFill>
                  <a:schemeClr val="dk1"/>
                </a:solidFill>
                <a:latin typeface="Calibri"/>
                <a:ea typeface="Calibri"/>
                <a:cs typeface="Calibri"/>
                <a:sym typeface="Calibri"/>
              </a:rPr>
              <a:t>sus propiedades de configuración. Las familias de columnas o columnas comunes son nombres para</a:t>
            </a:r>
            <a:endParaRPr/>
          </a:p>
          <a:p>
            <a:pPr indent="0" lvl="0" marL="0" marR="0" rtl="0" algn="l">
              <a:spcBef>
                <a:spcPts val="0"/>
              </a:spcBef>
              <a:spcAft>
                <a:spcPts val="0"/>
              </a:spcAft>
              <a:buNone/>
            </a:pPr>
            <a:r>
              <a:rPr lang="es-ES" sz="1800">
                <a:solidFill>
                  <a:schemeClr val="dk1"/>
                </a:solidFill>
                <a:latin typeface="Calibri"/>
                <a:ea typeface="Calibri"/>
                <a:cs typeface="Calibri"/>
                <a:sym typeface="Calibri"/>
              </a:rPr>
              <a:t>información asociada. Las tablas de datos son dinámicas, así   que se puede agregar información</a:t>
            </a:r>
            <a:endParaRPr/>
          </a:p>
          <a:p>
            <a:pPr indent="0" lvl="0" marL="0" marR="0" rtl="0" algn="l">
              <a:spcBef>
                <a:spcPts val="0"/>
              </a:spcBef>
              <a:spcAft>
                <a:spcPts val="0"/>
              </a:spcAft>
              <a:buNone/>
            </a:pPr>
            <a:r>
              <a:rPr lang="es-ES" sz="1800">
                <a:solidFill>
                  <a:schemeClr val="dk1"/>
                </a:solidFill>
                <a:latin typeface="Calibri"/>
                <a:ea typeface="Calibri"/>
                <a:cs typeface="Calibri"/>
                <a:sym typeface="Calibri"/>
              </a:rPr>
              <a:t>usando las columnas que quieras.</a:t>
            </a:r>
            <a:endParaRPr/>
          </a:p>
          <a:p>
            <a:pPr indent="0" lvl="0" marL="0" marR="0" rtl="0" algn="l">
              <a:spcBef>
                <a:spcPts val="0"/>
              </a:spcBef>
              <a:spcAft>
                <a:spcPts val="0"/>
              </a:spcAft>
              <a:buNone/>
            </a:pPr>
            <a:r>
              <a:rPr lang="es-ES" sz="1800">
                <a:solidFill>
                  <a:schemeClr val="dk1"/>
                </a:solidFill>
                <a:latin typeface="Calibri"/>
                <a:ea typeface="Calibri"/>
                <a:cs typeface="Calibri"/>
                <a:sym typeface="Calibri"/>
              </a:rPr>
              <a:t>Alto rendimiento </a:t>
            </a:r>
            <a:endParaRPr/>
          </a:p>
          <a:p>
            <a:pPr indent="0" lvl="0" marL="0" marR="0" rtl="0" algn="l">
              <a:spcBef>
                <a:spcPts val="0"/>
              </a:spcBef>
              <a:spcAft>
                <a:spcPts val="0"/>
              </a:spcAft>
              <a:buNone/>
            </a:pPr>
            <a:r>
              <a:rPr lang="es-ES" sz="1800">
                <a:solidFill>
                  <a:schemeClr val="dk1"/>
                </a:solidFill>
                <a:latin typeface="Calibri"/>
                <a:ea typeface="Calibri"/>
                <a:cs typeface="Calibri"/>
                <a:sym typeface="Calibri"/>
              </a:rPr>
              <a:t>Cada vez que hay actividad de escritura en uno de los nodos, este lo transcribe en su log de</a:t>
            </a:r>
            <a:endParaRPr/>
          </a:p>
          <a:p>
            <a:pPr indent="0" lvl="0" marL="0" marR="0" rtl="0" algn="l">
              <a:spcBef>
                <a:spcPts val="0"/>
              </a:spcBef>
              <a:spcAft>
                <a:spcPts val="0"/>
              </a:spcAft>
              <a:buNone/>
            </a:pPr>
            <a:r>
              <a:rPr lang="es-ES" sz="1800">
                <a:solidFill>
                  <a:schemeClr val="dk1"/>
                </a:solidFill>
                <a:latin typeface="Calibri"/>
                <a:ea typeface="Calibri"/>
                <a:cs typeface="Calibri"/>
                <a:sym typeface="Calibri"/>
              </a:rPr>
              <a:t>actividad para asegurar que haya coherencia. Los datos adem as son almacenados en una estructura</a:t>
            </a:r>
            <a:endParaRPr/>
          </a:p>
          <a:p>
            <a:pPr indent="0" lvl="0" marL="0" marR="0" rtl="0" algn="l">
              <a:spcBef>
                <a:spcPts val="0"/>
              </a:spcBef>
              <a:spcAft>
                <a:spcPts val="0"/>
              </a:spcAft>
              <a:buNone/>
            </a:pPr>
            <a:r>
              <a:rPr lang="es-ES" sz="1800">
                <a:solidFill>
                  <a:schemeClr val="dk1"/>
                </a:solidFill>
                <a:latin typeface="Calibri"/>
                <a:ea typeface="Calibri"/>
                <a:cs typeface="Calibri"/>
                <a:sym typeface="Calibri"/>
              </a:rPr>
              <a:t>en memoria (memtable) y, una vez se sobrepasa el tama~no de esta, son escritos en un  chero llamado</a:t>
            </a:r>
            <a:endParaRPr/>
          </a:p>
          <a:p>
            <a:pPr indent="0" lvl="0" marL="0" marR="0" rtl="0" algn="l">
              <a:spcBef>
                <a:spcPts val="0"/>
              </a:spcBef>
              <a:spcAft>
                <a:spcPts val="0"/>
              </a:spcAft>
              <a:buNone/>
            </a:pPr>
            <a:r>
              <a:rPr lang="es-ES" sz="1800">
                <a:solidFill>
                  <a:schemeClr val="dk1"/>
                </a:solidFill>
                <a:latin typeface="Calibri"/>
                <a:ea typeface="Calibri"/>
                <a:cs typeface="Calibri"/>
                <a:sym typeface="Calibri"/>
              </a:rPr>
              <a:t>SSTable (Sorted String Table)</a:t>
            </a:r>
            <a:endParaRPr/>
          </a:p>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pic>
        <p:nvPicPr>
          <p:cNvPr id="168" name="Google Shape;168;p14"/>
          <p:cNvPicPr preferRelativeResize="0"/>
          <p:nvPr/>
        </p:nvPicPr>
        <p:blipFill rotWithShape="1">
          <a:blip r:embed="rId4">
            <a:alphaModFix/>
          </a:blip>
          <a:srcRect b="0" l="0" r="0" t="0"/>
          <a:stretch/>
        </p:blipFill>
        <p:spPr>
          <a:xfrm>
            <a:off x="1447800" y="3810000"/>
            <a:ext cx="9220200" cy="2588563"/>
          </a:xfrm>
          <a:prstGeom prst="rect">
            <a:avLst/>
          </a:prstGeom>
          <a:noFill/>
          <a:ln>
            <a:noFill/>
          </a:ln>
        </p:spPr>
      </p:pic>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2" name="Shape 172"/>
        <p:cNvGrpSpPr/>
        <p:nvPr/>
      </p:nvGrpSpPr>
      <p:grpSpPr>
        <a:xfrm>
          <a:off x="0" y="0"/>
          <a:ext cx="0" cy="0"/>
          <a:chOff x="0" y="0"/>
          <a:chExt cx="0" cy="0"/>
        </a:xfrm>
      </p:grpSpPr>
      <p:sp>
        <p:nvSpPr>
          <p:cNvPr id="173" name="Google Shape;173;p15"/>
          <p:cNvSpPr txBox="1"/>
          <p:nvPr/>
        </p:nvSpPr>
        <p:spPr>
          <a:xfrm>
            <a:off x="811161" y="152400"/>
            <a:ext cx="7093974" cy="738623"/>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0" lang="es-ES" sz="2400">
                <a:solidFill>
                  <a:srgbClr val="C00000"/>
                </a:solidFill>
                <a:latin typeface="Calibri"/>
                <a:ea typeface="Calibri"/>
                <a:cs typeface="Calibri"/>
                <a:sym typeface="Calibri"/>
              </a:rPr>
              <a:t>Base de datos: Cassandra – </a:t>
            </a:r>
            <a:r>
              <a:rPr lang="es-ES" sz="2400">
                <a:solidFill>
                  <a:srgbClr val="C00000"/>
                </a:solidFill>
                <a:latin typeface="Calibri"/>
                <a:ea typeface="Calibri"/>
                <a:cs typeface="Calibri"/>
                <a:sym typeface="Calibri"/>
              </a:rPr>
              <a:t>Modelo de datos</a:t>
            </a:r>
            <a:endParaRPr/>
          </a:p>
          <a:p>
            <a:pPr indent="0" lvl="0" marL="0" marR="0" rtl="0" algn="l">
              <a:spcBef>
                <a:spcPts val="0"/>
              </a:spcBef>
              <a:spcAft>
                <a:spcPts val="0"/>
              </a:spcAft>
              <a:buClr>
                <a:schemeClr val="dk1"/>
              </a:buClr>
              <a:buSzPts val="1800"/>
              <a:buFont typeface="Calibri"/>
              <a:buNone/>
            </a:pPr>
            <a:r>
              <a:t/>
            </a:r>
            <a:endParaRPr sz="1800">
              <a:solidFill>
                <a:schemeClr val="dk1"/>
              </a:solidFill>
              <a:latin typeface="Calibri"/>
              <a:ea typeface="Calibri"/>
              <a:cs typeface="Calibri"/>
              <a:sym typeface="Calibri"/>
            </a:endParaRPr>
          </a:p>
        </p:txBody>
      </p:sp>
      <p:pic>
        <p:nvPicPr>
          <p:cNvPr id="174" name="Google Shape;174;p15"/>
          <p:cNvPicPr preferRelativeResize="0"/>
          <p:nvPr/>
        </p:nvPicPr>
        <p:blipFill rotWithShape="1">
          <a:blip r:embed="rId3">
            <a:alphaModFix/>
          </a:blip>
          <a:srcRect b="0" l="0" r="0" t="0"/>
          <a:stretch/>
        </p:blipFill>
        <p:spPr>
          <a:xfrm>
            <a:off x="9247241" y="152400"/>
            <a:ext cx="2483508" cy="553998"/>
          </a:xfrm>
          <a:prstGeom prst="rect">
            <a:avLst/>
          </a:prstGeom>
          <a:noFill/>
          <a:ln>
            <a:noFill/>
          </a:ln>
        </p:spPr>
      </p:pic>
      <p:sp>
        <p:nvSpPr>
          <p:cNvPr id="175" name="Google Shape;175;p15"/>
          <p:cNvSpPr txBox="1"/>
          <p:nvPr/>
        </p:nvSpPr>
        <p:spPr>
          <a:xfrm>
            <a:off x="265471" y="680053"/>
            <a:ext cx="10962103" cy="4247317"/>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s-ES" sz="1800">
                <a:solidFill>
                  <a:schemeClr val="dk1"/>
                </a:solidFill>
                <a:latin typeface="Calibri"/>
                <a:ea typeface="Calibri"/>
                <a:cs typeface="Calibri"/>
                <a:sym typeface="Calibri"/>
              </a:rPr>
              <a:t>Column. Es la unidad más básica en el modelo de datos de Cassandra. Una column es un triplete de un key (un nombre) un value (un valor) y un timestamp. </a:t>
            </a:r>
            <a:endParaRPr/>
          </a:p>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a:p>
            <a:pPr indent="0" lvl="0" marL="0" marR="0" rtl="0" algn="l">
              <a:spcBef>
                <a:spcPts val="0"/>
              </a:spcBef>
              <a:spcAft>
                <a:spcPts val="0"/>
              </a:spcAft>
              <a:buNone/>
            </a:pPr>
            <a:r>
              <a:rPr lang="es-ES" sz="1800">
                <a:solidFill>
                  <a:schemeClr val="dk1"/>
                </a:solidFill>
                <a:latin typeface="Calibri"/>
                <a:ea typeface="Calibri"/>
                <a:cs typeface="Calibri"/>
                <a:sym typeface="Calibri"/>
              </a:rPr>
              <a:t>Los valores son todos suministrados por el cliente. El tipo de dato del key y el value son matrices de bytes de Java, el tipo de dato del timestamp es un long primitive.</a:t>
            </a:r>
            <a:endParaRPr/>
          </a:p>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a:p>
            <a:pPr indent="0" lvl="0" marL="0" marR="0" rtl="0" algn="l">
              <a:spcBef>
                <a:spcPts val="0"/>
              </a:spcBef>
              <a:spcAft>
                <a:spcPts val="0"/>
              </a:spcAft>
              <a:buNone/>
            </a:pPr>
            <a:r>
              <a:rPr lang="es-ES" sz="1800">
                <a:solidFill>
                  <a:schemeClr val="dk1"/>
                </a:solidFill>
                <a:latin typeface="Calibri"/>
                <a:ea typeface="Calibri"/>
                <a:cs typeface="Calibri"/>
                <a:sym typeface="Calibri"/>
              </a:rPr>
              <a:t>Las column son inmutables para evitar problemas de multithreading.</a:t>
            </a:r>
            <a:endParaRPr/>
          </a:p>
          <a:p>
            <a:pPr indent="0" lvl="0" marL="0" marR="0" rtl="0" algn="l">
              <a:spcBef>
                <a:spcPts val="0"/>
              </a:spcBef>
              <a:spcAft>
                <a:spcPts val="0"/>
              </a:spcAft>
              <a:buNone/>
            </a:pPr>
            <a:r>
              <a:rPr lang="es-ES" sz="1800">
                <a:solidFill>
                  <a:schemeClr val="dk1"/>
                </a:solidFill>
                <a:latin typeface="Calibri"/>
                <a:ea typeface="Calibri"/>
                <a:cs typeface="Calibri"/>
                <a:sym typeface="Calibri"/>
              </a:rPr>
              <a:t>Las column se organizan dentro de las columns families.</a:t>
            </a:r>
            <a:endParaRPr/>
          </a:p>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a:p>
            <a:pPr indent="0" lvl="0" marL="0" marR="0" rtl="0" algn="l">
              <a:spcBef>
                <a:spcPts val="0"/>
              </a:spcBef>
              <a:spcAft>
                <a:spcPts val="0"/>
              </a:spcAft>
              <a:buNone/>
            </a:pPr>
            <a:r>
              <a:rPr lang="es-ES" sz="1800">
                <a:solidFill>
                  <a:schemeClr val="dk1"/>
                </a:solidFill>
                <a:latin typeface="Calibri"/>
                <a:ea typeface="Calibri"/>
                <a:cs typeface="Calibri"/>
                <a:sym typeface="Calibri"/>
              </a:rPr>
              <a:t>Las column se ordenan por un tipo, que pueden ser uno de los siguientes:</a:t>
            </a:r>
            <a:endParaRPr/>
          </a:p>
          <a:p>
            <a:pPr indent="0" lvl="0" marL="0" marR="0" rtl="0" algn="l">
              <a:spcBef>
                <a:spcPts val="0"/>
              </a:spcBef>
              <a:spcAft>
                <a:spcPts val="0"/>
              </a:spcAft>
              <a:buNone/>
            </a:pPr>
            <a:r>
              <a:rPr lang="es-ES" sz="1800">
                <a:solidFill>
                  <a:schemeClr val="dk1"/>
                </a:solidFill>
                <a:latin typeface="Calibri"/>
                <a:ea typeface="Calibri"/>
                <a:cs typeface="Calibri"/>
                <a:sym typeface="Calibri"/>
              </a:rPr>
              <a:t>AsciiType</a:t>
            </a:r>
            <a:endParaRPr/>
          </a:p>
          <a:p>
            <a:pPr indent="0" lvl="0" marL="0" marR="0" rtl="0" algn="l">
              <a:spcBef>
                <a:spcPts val="0"/>
              </a:spcBef>
              <a:spcAft>
                <a:spcPts val="0"/>
              </a:spcAft>
              <a:buNone/>
            </a:pPr>
            <a:r>
              <a:rPr lang="es-ES" sz="1800">
                <a:solidFill>
                  <a:schemeClr val="dk1"/>
                </a:solidFill>
                <a:latin typeface="Calibri"/>
                <a:ea typeface="Calibri"/>
                <a:cs typeface="Calibri"/>
                <a:sym typeface="Calibri"/>
              </a:rPr>
              <a:t>BytesType</a:t>
            </a:r>
            <a:endParaRPr/>
          </a:p>
          <a:p>
            <a:pPr indent="0" lvl="0" marL="0" marR="0" rtl="0" algn="l">
              <a:spcBef>
                <a:spcPts val="0"/>
              </a:spcBef>
              <a:spcAft>
                <a:spcPts val="0"/>
              </a:spcAft>
              <a:buNone/>
            </a:pPr>
            <a:r>
              <a:rPr lang="es-ES" sz="1800">
                <a:solidFill>
                  <a:schemeClr val="dk1"/>
                </a:solidFill>
                <a:latin typeface="Calibri"/>
                <a:ea typeface="Calibri"/>
                <a:cs typeface="Calibri"/>
                <a:sym typeface="Calibri"/>
              </a:rPr>
              <a:t>LongType</a:t>
            </a:r>
            <a:endParaRPr/>
          </a:p>
          <a:p>
            <a:pPr indent="0" lvl="0" marL="0" marR="0" rtl="0" algn="l">
              <a:spcBef>
                <a:spcPts val="0"/>
              </a:spcBef>
              <a:spcAft>
                <a:spcPts val="0"/>
              </a:spcAft>
              <a:buNone/>
            </a:pPr>
            <a:r>
              <a:rPr lang="es-ES" sz="1800">
                <a:solidFill>
                  <a:schemeClr val="dk1"/>
                </a:solidFill>
                <a:latin typeface="Calibri"/>
                <a:ea typeface="Calibri"/>
                <a:cs typeface="Calibri"/>
                <a:sym typeface="Calibri"/>
              </a:rPr>
              <a:t>TimeUUIDType</a:t>
            </a:r>
            <a:endParaRPr/>
          </a:p>
          <a:p>
            <a:pPr indent="0" lvl="0" marL="0" marR="0" rtl="0" algn="l">
              <a:spcBef>
                <a:spcPts val="0"/>
              </a:spcBef>
              <a:spcAft>
                <a:spcPts val="0"/>
              </a:spcAft>
              <a:buNone/>
            </a:pPr>
            <a:r>
              <a:rPr lang="es-ES" sz="1800">
                <a:solidFill>
                  <a:schemeClr val="dk1"/>
                </a:solidFill>
                <a:latin typeface="Calibri"/>
                <a:ea typeface="Calibri"/>
                <a:cs typeface="Calibri"/>
                <a:sym typeface="Calibri"/>
              </a:rPr>
              <a:t>UTF8Type</a:t>
            </a:r>
            <a:endParaRPr/>
          </a:p>
        </p:txBody>
      </p:sp>
      <p:pic>
        <p:nvPicPr>
          <p:cNvPr id="176" name="Google Shape;176;p15"/>
          <p:cNvPicPr preferRelativeResize="0"/>
          <p:nvPr/>
        </p:nvPicPr>
        <p:blipFill rotWithShape="1">
          <a:blip r:embed="rId4">
            <a:alphaModFix/>
          </a:blip>
          <a:srcRect b="0" l="0" r="0" t="0"/>
          <a:stretch/>
        </p:blipFill>
        <p:spPr>
          <a:xfrm>
            <a:off x="3276600" y="3429000"/>
            <a:ext cx="5343446" cy="3000550"/>
          </a:xfrm>
          <a:prstGeom prst="rect">
            <a:avLst/>
          </a:prstGeom>
          <a:noFill/>
          <a:ln>
            <a:noFill/>
          </a:ln>
        </p:spPr>
      </p:pic>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0" name="Shape 180"/>
        <p:cNvGrpSpPr/>
        <p:nvPr/>
      </p:nvGrpSpPr>
      <p:grpSpPr>
        <a:xfrm>
          <a:off x="0" y="0"/>
          <a:ext cx="0" cy="0"/>
          <a:chOff x="0" y="0"/>
          <a:chExt cx="0" cy="0"/>
        </a:xfrm>
      </p:grpSpPr>
      <p:sp>
        <p:nvSpPr>
          <p:cNvPr id="181" name="Google Shape;181;p16"/>
          <p:cNvSpPr txBox="1"/>
          <p:nvPr/>
        </p:nvSpPr>
        <p:spPr>
          <a:xfrm>
            <a:off x="811161" y="152400"/>
            <a:ext cx="7093974" cy="738623"/>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0" lang="es-ES" sz="2400">
                <a:solidFill>
                  <a:srgbClr val="C00000"/>
                </a:solidFill>
                <a:latin typeface="Calibri"/>
                <a:ea typeface="Calibri"/>
                <a:cs typeface="Calibri"/>
                <a:sym typeface="Calibri"/>
              </a:rPr>
              <a:t>Base de datos: Cassandra – </a:t>
            </a:r>
            <a:r>
              <a:rPr lang="es-ES" sz="2400">
                <a:solidFill>
                  <a:srgbClr val="C00000"/>
                </a:solidFill>
                <a:latin typeface="Calibri"/>
                <a:ea typeface="Calibri"/>
                <a:cs typeface="Calibri"/>
                <a:sym typeface="Calibri"/>
              </a:rPr>
              <a:t>Modelo de datos</a:t>
            </a:r>
            <a:endParaRPr/>
          </a:p>
          <a:p>
            <a:pPr indent="0" lvl="0" marL="0" marR="0" rtl="0" algn="l">
              <a:spcBef>
                <a:spcPts val="0"/>
              </a:spcBef>
              <a:spcAft>
                <a:spcPts val="0"/>
              </a:spcAft>
              <a:buClr>
                <a:schemeClr val="dk1"/>
              </a:buClr>
              <a:buSzPts val="1800"/>
              <a:buFont typeface="Calibri"/>
              <a:buNone/>
            </a:pPr>
            <a:r>
              <a:t/>
            </a:r>
            <a:endParaRPr sz="1800">
              <a:solidFill>
                <a:schemeClr val="dk1"/>
              </a:solidFill>
              <a:latin typeface="Calibri"/>
              <a:ea typeface="Calibri"/>
              <a:cs typeface="Calibri"/>
              <a:sym typeface="Calibri"/>
            </a:endParaRPr>
          </a:p>
        </p:txBody>
      </p:sp>
      <p:pic>
        <p:nvPicPr>
          <p:cNvPr id="182" name="Google Shape;182;p16"/>
          <p:cNvPicPr preferRelativeResize="0"/>
          <p:nvPr/>
        </p:nvPicPr>
        <p:blipFill rotWithShape="1">
          <a:blip r:embed="rId3">
            <a:alphaModFix/>
          </a:blip>
          <a:srcRect b="0" l="0" r="0" t="0"/>
          <a:stretch/>
        </p:blipFill>
        <p:spPr>
          <a:xfrm>
            <a:off x="9247241" y="152400"/>
            <a:ext cx="2483508" cy="553998"/>
          </a:xfrm>
          <a:prstGeom prst="rect">
            <a:avLst/>
          </a:prstGeom>
          <a:noFill/>
          <a:ln>
            <a:noFill/>
          </a:ln>
        </p:spPr>
      </p:pic>
      <p:sp>
        <p:nvSpPr>
          <p:cNvPr id="183" name="Google Shape;183;p16"/>
          <p:cNvSpPr txBox="1"/>
          <p:nvPr/>
        </p:nvSpPr>
        <p:spPr>
          <a:xfrm>
            <a:off x="265471" y="680053"/>
            <a:ext cx="10962103" cy="286232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s-ES" sz="1800">
                <a:solidFill>
                  <a:schemeClr val="dk1"/>
                </a:solidFill>
                <a:latin typeface="Calibri"/>
                <a:ea typeface="Calibri"/>
                <a:cs typeface="Calibri"/>
                <a:sym typeface="Calibri"/>
              </a:rPr>
              <a:t>SuperColumn. Es una column cuyos values son una o más columns, que en este contexto se llamaran subcolumns. Las subcolumns están ordenadas, y el número de columnas que se puede definir es ilimitada. Las Super columns, a diferencias de las columns, no tienen un timestamp definido.</a:t>
            </a:r>
            <a:endParaRPr/>
          </a:p>
          <a:p>
            <a:pPr indent="0" lvl="0" marL="0" marR="0" rtl="0" algn="l">
              <a:spcBef>
                <a:spcPts val="0"/>
              </a:spcBef>
              <a:spcAft>
                <a:spcPts val="0"/>
              </a:spcAft>
              <a:buNone/>
            </a:pPr>
            <a:r>
              <a:rPr lang="es-ES" sz="1800">
                <a:solidFill>
                  <a:schemeClr val="dk1"/>
                </a:solidFill>
                <a:latin typeface="Calibri"/>
                <a:ea typeface="Calibri"/>
                <a:cs typeface="Calibri"/>
                <a:sym typeface="Calibri"/>
              </a:rPr>
              <a:t>Column Family. Es más o menos análogo a una tabla en un modelo relacional. Se trata de un contenedor para una colección ordenada de columns. Cada column family se almacena en un archivo separado</a:t>
            </a:r>
            <a:endParaRPr/>
          </a:p>
          <a:p>
            <a:pPr indent="0" lvl="0" marL="0" marR="0" rtl="0" algn="l">
              <a:spcBef>
                <a:spcPts val="0"/>
              </a:spcBef>
              <a:spcAft>
                <a:spcPts val="0"/>
              </a:spcAft>
              <a:buNone/>
            </a:pPr>
            <a:r>
              <a:rPr lang="es-ES" sz="1800">
                <a:solidFill>
                  <a:schemeClr val="dk1"/>
                </a:solidFill>
                <a:latin typeface="Calibri"/>
                <a:ea typeface="Calibri"/>
                <a:cs typeface="Calibri"/>
                <a:sym typeface="Calibri"/>
              </a:rPr>
              <a:t>Keyspace. Es el contenedor para las column family. Es más o menos análogo a una base de datos en un modelo relacional, usado en Cassandra para separar aplicaciones. Un keyspace es una colección</a:t>
            </a:r>
            <a:endParaRPr/>
          </a:p>
          <a:p>
            <a:pPr indent="0" lvl="0" marL="0" marR="0" rtl="0" algn="l">
              <a:spcBef>
                <a:spcPts val="0"/>
              </a:spcBef>
              <a:spcAft>
                <a:spcPts val="0"/>
              </a:spcAft>
              <a:buNone/>
            </a:pPr>
            <a:r>
              <a:rPr lang="es-ES" sz="1800">
                <a:solidFill>
                  <a:schemeClr val="dk1"/>
                </a:solidFill>
                <a:latin typeface="Calibri"/>
                <a:ea typeface="Calibri"/>
                <a:cs typeface="Calibri"/>
                <a:sym typeface="Calibri"/>
              </a:rPr>
              <a:t>ordenada de columns family.</a:t>
            </a:r>
            <a:endParaRPr/>
          </a:p>
          <a:p>
            <a:pPr indent="0" lvl="0" marL="0" marR="0" rtl="0" algn="l">
              <a:spcBef>
                <a:spcPts val="0"/>
              </a:spcBef>
              <a:spcAft>
                <a:spcPts val="0"/>
              </a:spcAft>
              <a:buNone/>
            </a:pPr>
            <a:r>
              <a:rPr lang="es-ES" sz="1800">
                <a:solidFill>
                  <a:schemeClr val="dk1"/>
                </a:solidFill>
                <a:latin typeface="Calibri"/>
                <a:ea typeface="Calibri"/>
                <a:cs typeface="Calibri"/>
                <a:sym typeface="Calibri"/>
              </a:rPr>
              <a:t>Clúster. Conjunto de máquinas que dan soporte a Cassandra y son vistas por los clientes como una única máquina.</a:t>
            </a:r>
            <a:endParaRPr/>
          </a:p>
        </p:txBody>
      </p:sp>
      <p:pic>
        <p:nvPicPr>
          <p:cNvPr id="184" name="Google Shape;184;p16"/>
          <p:cNvPicPr preferRelativeResize="0"/>
          <p:nvPr/>
        </p:nvPicPr>
        <p:blipFill rotWithShape="1">
          <a:blip r:embed="rId4">
            <a:alphaModFix/>
          </a:blip>
          <a:srcRect b="0" l="0" r="0" t="0"/>
          <a:stretch/>
        </p:blipFill>
        <p:spPr>
          <a:xfrm>
            <a:off x="2199535" y="3200400"/>
            <a:ext cx="7093973" cy="3213100"/>
          </a:xfrm>
          <a:prstGeom prst="rect">
            <a:avLst/>
          </a:prstGeom>
          <a:noFill/>
          <a:ln>
            <a:noFill/>
          </a:ln>
        </p:spPr>
      </p:pic>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8" name="Shape 188"/>
        <p:cNvGrpSpPr/>
        <p:nvPr/>
      </p:nvGrpSpPr>
      <p:grpSpPr>
        <a:xfrm>
          <a:off x="0" y="0"/>
          <a:ext cx="0" cy="0"/>
          <a:chOff x="0" y="0"/>
          <a:chExt cx="0" cy="0"/>
        </a:xfrm>
      </p:grpSpPr>
      <p:sp>
        <p:nvSpPr>
          <p:cNvPr id="189" name="Google Shape;189;p17"/>
          <p:cNvSpPr txBox="1"/>
          <p:nvPr/>
        </p:nvSpPr>
        <p:spPr>
          <a:xfrm>
            <a:off x="811161" y="152400"/>
            <a:ext cx="7093974" cy="738623"/>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0" lang="es-ES" sz="2400">
                <a:solidFill>
                  <a:srgbClr val="C00000"/>
                </a:solidFill>
                <a:latin typeface="Calibri"/>
                <a:ea typeface="Calibri"/>
                <a:cs typeface="Calibri"/>
                <a:sym typeface="Calibri"/>
              </a:rPr>
              <a:t>Base de datos: Cassandra – </a:t>
            </a:r>
            <a:r>
              <a:rPr lang="es-ES" sz="2400">
                <a:solidFill>
                  <a:srgbClr val="C00000"/>
                </a:solidFill>
                <a:latin typeface="Calibri"/>
                <a:ea typeface="Calibri"/>
                <a:cs typeface="Calibri"/>
                <a:sym typeface="Calibri"/>
              </a:rPr>
              <a:t>Modelo de datos</a:t>
            </a:r>
            <a:endParaRPr/>
          </a:p>
          <a:p>
            <a:pPr indent="0" lvl="0" marL="0" marR="0" rtl="0" algn="l">
              <a:spcBef>
                <a:spcPts val="0"/>
              </a:spcBef>
              <a:spcAft>
                <a:spcPts val="0"/>
              </a:spcAft>
              <a:buClr>
                <a:schemeClr val="dk1"/>
              </a:buClr>
              <a:buSzPts val="1800"/>
              <a:buFont typeface="Calibri"/>
              <a:buNone/>
            </a:pPr>
            <a:r>
              <a:t/>
            </a:r>
            <a:endParaRPr sz="1800">
              <a:solidFill>
                <a:schemeClr val="dk1"/>
              </a:solidFill>
              <a:latin typeface="Calibri"/>
              <a:ea typeface="Calibri"/>
              <a:cs typeface="Calibri"/>
              <a:sym typeface="Calibri"/>
            </a:endParaRPr>
          </a:p>
        </p:txBody>
      </p:sp>
      <p:pic>
        <p:nvPicPr>
          <p:cNvPr id="190" name="Google Shape;190;p17"/>
          <p:cNvPicPr preferRelativeResize="0"/>
          <p:nvPr/>
        </p:nvPicPr>
        <p:blipFill rotWithShape="1">
          <a:blip r:embed="rId3">
            <a:alphaModFix/>
          </a:blip>
          <a:srcRect b="0" l="0" r="0" t="0"/>
          <a:stretch/>
        </p:blipFill>
        <p:spPr>
          <a:xfrm>
            <a:off x="9247241" y="152399"/>
            <a:ext cx="2483508" cy="393291"/>
          </a:xfrm>
          <a:prstGeom prst="rect">
            <a:avLst/>
          </a:prstGeom>
          <a:noFill/>
          <a:ln>
            <a:noFill/>
          </a:ln>
        </p:spPr>
      </p:pic>
      <p:pic>
        <p:nvPicPr>
          <p:cNvPr id="191" name="Google Shape;191;p17"/>
          <p:cNvPicPr preferRelativeResize="0"/>
          <p:nvPr/>
        </p:nvPicPr>
        <p:blipFill rotWithShape="1">
          <a:blip r:embed="rId4">
            <a:alphaModFix/>
          </a:blip>
          <a:srcRect b="0" l="0" r="0" t="0"/>
          <a:stretch/>
        </p:blipFill>
        <p:spPr>
          <a:xfrm>
            <a:off x="663677" y="545690"/>
            <a:ext cx="10014155" cy="6312310"/>
          </a:xfrm>
          <a:prstGeom prst="rect">
            <a:avLst/>
          </a:prstGeom>
          <a:noFill/>
          <a:ln>
            <a:noFill/>
          </a:ln>
        </p:spPr>
      </p:pic>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5" name="Shape 195"/>
        <p:cNvGrpSpPr/>
        <p:nvPr/>
      </p:nvGrpSpPr>
      <p:grpSpPr>
        <a:xfrm>
          <a:off x="0" y="0"/>
          <a:ext cx="0" cy="0"/>
          <a:chOff x="0" y="0"/>
          <a:chExt cx="0" cy="0"/>
        </a:xfrm>
      </p:grpSpPr>
      <p:sp>
        <p:nvSpPr>
          <p:cNvPr id="196" name="Google Shape;196;p18"/>
          <p:cNvSpPr txBox="1"/>
          <p:nvPr/>
        </p:nvSpPr>
        <p:spPr>
          <a:xfrm>
            <a:off x="811161" y="152400"/>
            <a:ext cx="7093974" cy="738623"/>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0" lang="es-ES" sz="2400">
                <a:solidFill>
                  <a:srgbClr val="C00000"/>
                </a:solidFill>
                <a:latin typeface="Calibri"/>
                <a:ea typeface="Calibri"/>
                <a:cs typeface="Calibri"/>
                <a:sym typeface="Calibri"/>
              </a:rPr>
              <a:t>Base de datos: Cassandra – </a:t>
            </a:r>
            <a:r>
              <a:rPr lang="es-ES" sz="2400">
                <a:solidFill>
                  <a:srgbClr val="C00000"/>
                </a:solidFill>
                <a:latin typeface="Calibri"/>
                <a:ea typeface="Calibri"/>
                <a:cs typeface="Calibri"/>
                <a:sym typeface="Calibri"/>
              </a:rPr>
              <a:t>Modelo de datos</a:t>
            </a:r>
            <a:endParaRPr/>
          </a:p>
          <a:p>
            <a:pPr indent="0" lvl="0" marL="0" marR="0" rtl="0" algn="l">
              <a:spcBef>
                <a:spcPts val="0"/>
              </a:spcBef>
              <a:spcAft>
                <a:spcPts val="0"/>
              </a:spcAft>
              <a:buClr>
                <a:schemeClr val="dk1"/>
              </a:buClr>
              <a:buSzPts val="1800"/>
              <a:buFont typeface="Calibri"/>
              <a:buNone/>
            </a:pPr>
            <a:r>
              <a:t/>
            </a:r>
            <a:endParaRPr sz="1800">
              <a:solidFill>
                <a:schemeClr val="dk1"/>
              </a:solidFill>
              <a:latin typeface="Calibri"/>
              <a:ea typeface="Calibri"/>
              <a:cs typeface="Calibri"/>
              <a:sym typeface="Calibri"/>
            </a:endParaRPr>
          </a:p>
        </p:txBody>
      </p:sp>
      <p:pic>
        <p:nvPicPr>
          <p:cNvPr id="197" name="Google Shape;197;p18"/>
          <p:cNvPicPr preferRelativeResize="0"/>
          <p:nvPr/>
        </p:nvPicPr>
        <p:blipFill rotWithShape="1">
          <a:blip r:embed="rId3">
            <a:alphaModFix/>
          </a:blip>
          <a:srcRect b="0" l="0" r="0" t="0"/>
          <a:stretch/>
        </p:blipFill>
        <p:spPr>
          <a:xfrm>
            <a:off x="9247241" y="152399"/>
            <a:ext cx="2483508" cy="393291"/>
          </a:xfrm>
          <a:prstGeom prst="rect">
            <a:avLst/>
          </a:prstGeom>
          <a:noFill/>
          <a:ln>
            <a:noFill/>
          </a:ln>
        </p:spPr>
      </p:pic>
      <p:pic>
        <p:nvPicPr>
          <p:cNvPr id="198" name="Google Shape;198;p18"/>
          <p:cNvPicPr preferRelativeResize="0"/>
          <p:nvPr/>
        </p:nvPicPr>
        <p:blipFill rotWithShape="1">
          <a:blip r:embed="rId4">
            <a:alphaModFix/>
          </a:blip>
          <a:srcRect b="0" l="0" r="0" t="0"/>
          <a:stretch/>
        </p:blipFill>
        <p:spPr>
          <a:xfrm>
            <a:off x="516194" y="891023"/>
            <a:ext cx="7827706" cy="5524525"/>
          </a:xfrm>
          <a:prstGeom prst="rect">
            <a:avLst/>
          </a:prstGeom>
          <a:noFill/>
          <a:ln>
            <a:noFill/>
          </a:ln>
        </p:spPr>
      </p:pic>
      <p:pic>
        <p:nvPicPr>
          <p:cNvPr id="199" name="Google Shape;199;p18"/>
          <p:cNvPicPr preferRelativeResize="0"/>
          <p:nvPr/>
        </p:nvPicPr>
        <p:blipFill rotWithShape="1">
          <a:blip r:embed="rId5">
            <a:alphaModFix/>
          </a:blip>
          <a:srcRect b="0" l="0" r="0" t="0"/>
          <a:stretch/>
        </p:blipFill>
        <p:spPr>
          <a:xfrm>
            <a:off x="6282813" y="1284313"/>
            <a:ext cx="5781367" cy="4537637"/>
          </a:xfrm>
          <a:prstGeom prst="rect">
            <a:avLst/>
          </a:prstGeom>
          <a:noFill/>
          <a:ln>
            <a:noFill/>
          </a:ln>
        </p:spPr>
      </p:pic>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3" name="Shape 203"/>
        <p:cNvGrpSpPr/>
        <p:nvPr/>
      </p:nvGrpSpPr>
      <p:grpSpPr>
        <a:xfrm>
          <a:off x="0" y="0"/>
          <a:ext cx="0" cy="0"/>
          <a:chOff x="0" y="0"/>
          <a:chExt cx="0" cy="0"/>
        </a:xfrm>
      </p:grpSpPr>
      <p:sp>
        <p:nvSpPr>
          <p:cNvPr id="204" name="Google Shape;204;p19"/>
          <p:cNvSpPr txBox="1"/>
          <p:nvPr/>
        </p:nvSpPr>
        <p:spPr>
          <a:xfrm>
            <a:off x="811160" y="152400"/>
            <a:ext cx="8318091" cy="738623"/>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0" lang="es-ES" sz="2400">
                <a:solidFill>
                  <a:srgbClr val="C00000"/>
                </a:solidFill>
                <a:latin typeface="Calibri"/>
                <a:ea typeface="Calibri"/>
                <a:cs typeface="Calibri"/>
                <a:sym typeface="Calibri"/>
              </a:rPr>
              <a:t>Base de datos: Cassandra – </a:t>
            </a:r>
            <a:r>
              <a:rPr lang="es-ES" sz="2400">
                <a:solidFill>
                  <a:srgbClr val="C00000"/>
                </a:solidFill>
                <a:latin typeface="Calibri"/>
                <a:ea typeface="Calibri"/>
                <a:cs typeface="Calibri"/>
                <a:sym typeface="Calibri"/>
              </a:rPr>
              <a:t>Modelo de datos - Relaciones</a:t>
            </a:r>
            <a:endParaRPr/>
          </a:p>
          <a:p>
            <a:pPr indent="0" lvl="0" marL="0" marR="0" rtl="0" algn="l">
              <a:spcBef>
                <a:spcPts val="0"/>
              </a:spcBef>
              <a:spcAft>
                <a:spcPts val="0"/>
              </a:spcAft>
              <a:buClr>
                <a:schemeClr val="dk1"/>
              </a:buClr>
              <a:buSzPts val="1800"/>
              <a:buFont typeface="Calibri"/>
              <a:buNone/>
            </a:pPr>
            <a:r>
              <a:t/>
            </a:r>
            <a:endParaRPr sz="1800">
              <a:solidFill>
                <a:schemeClr val="dk1"/>
              </a:solidFill>
              <a:latin typeface="Calibri"/>
              <a:ea typeface="Calibri"/>
              <a:cs typeface="Calibri"/>
              <a:sym typeface="Calibri"/>
            </a:endParaRPr>
          </a:p>
        </p:txBody>
      </p:sp>
      <p:pic>
        <p:nvPicPr>
          <p:cNvPr id="205" name="Google Shape;205;p19"/>
          <p:cNvPicPr preferRelativeResize="0"/>
          <p:nvPr/>
        </p:nvPicPr>
        <p:blipFill rotWithShape="1">
          <a:blip r:embed="rId3">
            <a:alphaModFix/>
          </a:blip>
          <a:srcRect b="0" l="0" r="0" t="0"/>
          <a:stretch/>
        </p:blipFill>
        <p:spPr>
          <a:xfrm>
            <a:off x="9247241" y="152399"/>
            <a:ext cx="2483508" cy="393291"/>
          </a:xfrm>
          <a:prstGeom prst="rect">
            <a:avLst/>
          </a:prstGeom>
          <a:noFill/>
          <a:ln>
            <a:noFill/>
          </a:ln>
        </p:spPr>
      </p:pic>
      <p:pic>
        <p:nvPicPr>
          <p:cNvPr id="206" name="Google Shape;206;p19"/>
          <p:cNvPicPr preferRelativeResize="0"/>
          <p:nvPr/>
        </p:nvPicPr>
        <p:blipFill rotWithShape="1">
          <a:blip r:embed="rId4">
            <a:alphaModFix/>
          </a:blip>
          <a:srcRect b="0" l="0" r="0" t="0"/>
          <a:stretch/>
        </p:blipFill>
        <p:spPr>
          <a:xfrm>
            <a:off x="1224116" y="891023"/>
            <a:ext cx="9896168" cy="5509777"/>
          </a:xfrm>
          <a:prstGeom prst="rect">
            <a:avLst/>
          </a:prstGeom>
          <a:noFill/>
          <a:ln>
            <a:noFill/>
          </a:ln>
        </p:spPr>
      </p:pic>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0" name="Shape 210"/>
        <p:cNvGrpSpPr/>
        <p:nvPr/>
      </p:nvGrpSpPr>
      <p:grpSpPr>
        <a:xfrm>
          <a:off x="0" y="0"/>
          <a:ext cx="0" cy="0"/>
          <a:chOff x="0" y="0"/>
          <a:chExt cx="0" cy="0"/>
        </a:xfrm>
      </p:grpSpPr>
      <p:sp>
        <p:nvSpPr>
          <p:cNvPr id="211" name="Google Shape;211;p20"/>
          <p:cNvSpPr txBox="1"/>
          <p:nvPr/>
        </p:nvSpPr>
        <p:spPr>
          <a:xfrm>
            <a:off x="811160" y="152400"/>
            <a:ext cx="8318091" cy="738623"/>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0" lang="es-ES" sz="2400">
                <a:solidFill>
                  <a:srgbClr val="C00000"/>
                </a:solidFill>
                <a:latin typeface="Calibri"/>
                <a:ea typeface="Calibri"/>
                <a:cs typeface="Calibri"/>
                <a:sym typeface="Calibri"/>
              </a:rPr>
              <a:t>Base de datos: Cassandra – </a:t>
            </a:r>
            <a:r>
              <a:rPr lang="es-ES" sz="2400">
                <a:solidFill>
                  <a:srgbClr val="C00000"/>
                </a:solidFill>
                <a:latin typeface="Calibri"/>
                <a:ea typeface="Calibri"/>
                <a:cs typeface="Calibri"/>
                <a:sym typeface="Calibri"/>
              </a:rPr>
              <a:t>Modelo de datos - Relaciones</a:t>
            </a:r>
            <a:endParaRPr/>
          </a:p>
          <a:p>
            <a:pPr indent="0" lvl="0" marL="0" marR="0" rtl="0" algn="l">
              <a:spcBef>
                <a:spcPts val="0"/>
              </a:spcBef>
              <a:spcAft>
                <a:spcPts val="0"/>
              </a:spcAft>
              <a:buClr>
                <a:schemeClr val="dk1"/>
              </a:buClr>
              <a:buSzPts val="1800"/>
              <a:buFont typeface="Calibri"/>
              <a:buNone/>
            </a:pPr>
            <a:r>
              <a:t/>
            </a:r>
            <a:endParaRPr sz="1800">
              <a:solidFill>
                <a:schemeClr val="dk1"/>
              </a:solidFill>
              <a:latin typeface="Calibri"/>
              <a:ea typeface="Calibri"/>
              <a:cs typeface="Calibri"/>
              <a:sym typeface="Calibri"/>
            </a:endParaRPr>
          </a:p>
        </p:txBody>
      </p:sp>
      <p:pic>
        <p:nvPicPr>
          <p:cNvPr id="212" name="Google Shape;212;p20"/>
          <p:cNvPicPr preferRelativeResize="0"/>
          <p:nvPr/>
        </p:nvPicPr>
        <p:blipFill rotWithShape="1">
          <a:blip r:embed="rId3">
            <a:alphaModFix/>
          </a:blip>
          <a:srcRect b="0" l="0" r="0" t="0"/>
          <a:stretch/>
        </p:blipFill>
        <p:spPr>
          <a:xfrm>
            <a:off x="9247241" y="152399"/>
            <a:ext cx="2483508" cy="393291"/>
          </a:xfrm>
          <a:prstGeom prst="rect">
            <a:avLst/>
          </a:prstGeom>
          <a:noFill/>
          <a:ln>
            <a:noFill/>
          </a:ln>
        </p:spPr>
      </p:pic>
      <p:pic>
        <p:nvPicPr>
          <p:cNvPr id="213" name="Google Shape;213;p20"/>
          <p:cNvPicPr preferRelativeResize="0"/>
          <p:nvPr/>
        </p:nvPicPr>
        <p:blipFill rotWithShape="1">
          <a:blip r:embed="rId4">
            <a:alphaModFix/>
          </a:blip>
          <a:srcRect b="0" l="0" r="0" t="0"/>
          <a:stretch/>
        </p:blipFill>
        <p:spPr>
          <a:xfrm>
            <a:off x="811160" y="752167"/>
            <a:ext cx="10569680" cy="5572433"/>
          </a:xfrm>
          <a:prstGeom prst="rect">
            <a:avLst/>
          </a:prstGeom>
          <a:noFill/>
          <a:ln>
            <a:noFill/>
          </a:ln>
        </p:spPr>
      </p:pic>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7" name="Shape 217"/>
        <p:cNvGrpSpPr/>
        <p:nvPr/>
      </p:nvGrpSpPr>
      <p:grpSpPr>
        <a:xfrm>
          <a:off x="0" y="0"/>
          <a:ext cx="0" cy="0"/>
          <a:chOff x="0" y="0"/>
          <a:chExt cx="0" cy="0"/>
        </a:xfrm>
      </p:grpSpPr>
      <p:sp>
        <p:nvSpPr>
          <p:cNvPr id="218" name="Google Shape;218;p21"/>
          <p:cNvSpPr txBox="1"/>
          <p:nvPr/>
        </p:nvSpPr>
        <p:spPr>
          <a:xfrm>
            <a:off x="2630296" y="1676935"/>
            <a:ext cx="6931407" cy="1890902"/>
          </a:xfrm>
          <a:prstGeom prst="rect">
            <a:avLst/>
          </a:prstGeom>
          <a:noFill/>
          <a:ln>
            <a:noFill/>
          </a:ln>
        </p:spPr>
        <p:txBody>
          <a:bodyPr anchorCtr="0" anchor="t" bIns="0" lIns="0" spcFirstLastPara="1" rIns="0" wrap="square" tIns="43800">
            <a:spAutoFit/>
          </a:bodyPr>
          <a:lstStyle/>
          <a:p>
            <a:pPr indent="-445770" lvl="0" marL="457834" marR="5080" rtl="0" algn="ctr">
              <a:spcBef>
                <a:spcPts val="0"/>
              </a:spcBef>
              <a:spcAft>
                <a:spcPts val="0"/>
              </a:spcAft>
              <a:buNone/>
            </a:pPr>
            <a:r>
              <a:rPr b="1" lang="es-ES" sz="4000">
                <a:solidFill>
                  <a:schemeClr val="dk1"/>
                </a:solidFill>
                <a:latin typeface="Arial"/>
                <a:ea typeface="Arial"/>
                <a:cs typeface="Arial"/>
                <a:sym typeface="Arial"/>
              </a:rPr>
              <a:t>¿Cuál es la estructura del modelo de datos de cassandra?</a:t>
            </a:r>
            <a:endParaRPr sz="4000">
              <a:solidFill>
                <a:schemeClr val="dk1"/>
              </a:solidFill>
              <a:latin typeface="Arial"/>
              <a:ea typeface="Arial"/>
              <a:cs typeface="Arial"/>
              <a:sym typeface="Arial"/>
            </a:endParaRPr>
          </a:p>
        </p:txBody>
      </p:sp>
      <p:pic>
        <p:nvPicPr>
          <p:cNvPr id="219" name="Google Shape;219;p21"/>
          <p:cNvPicPr preferRelativeResize="0"/>
          <p:nvPr/>
        </p:nvPicPr>
        <p:blipFill rotWithShape="1">
          <a:blip r:embed="rId3">
            <a:alphaModFix/>
          </a:blip>
          <a:srcRect b="0" l="0" r="0" t="0"/>
          <a:stretch/>
        </p:blipFill>
        <p:spPr>
          <a:xfrm>
            <a:off x="5334000" y="4038600"/>
            <a:ext cx="1524000" cy="1524000"/>
          </a:xfrm>
          <a:prstGeom prst="rect">
            <a:avLst/>
          </a:prstGeom>
          <a:noFill/>
          <a:ln>
            <a:noFill/>
          </a:ln>
        </p:spPr>
      </p:pic>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3" name="Shape 223"/>
        <p:cNvGrpSpPr/>
        <p:nvPr/>
      </p:nvGrpSpPr>
      <p:grpSpPr>
        <a:xfrm>
          <a:off x="0" y="0"/>
          <a:ext cx="0" cy="0"/>
          <a:chOff x="0" y="0"/>
          <a:chExt cx="0" cy="0"/>
        </a:xfrm>
      </p:grpSpPr>
      <p:sp>
        <p:nvSpPr>
          <p:cNvPr id="224" name="Google Shape;224;p22"/>
          <p:cNvSpPr/>
          <p:nvPr/>
        </p:nvSpPr>
        <p:spPr>
          <a:xfrm>
            <a:off x="0" y="2819400"/>
            <a:ext cx="12192000" cy="1219200"/>
          </a:xfrm>
          <a:custGeom>
            <a:rect b="b" l="l" r="r" t="t"/>
            <a:pathLst>
              <a:path extrusionOk="0" h="700405" w="9144635">
                <a:moveTo>
                  <a:pt x="9027447" y="700199"/>
                </a:moveTo>
                <a:lnTo>
                  <a:pt x="116702" y="700199"/>
                </a:lnTo>
                <a:lnTo>
                  <a:pt x="71276" y="691028"/>
                </a:lnTo>
                <a:lnTo>
                  <a:pt x="34181" y="666018"/>
                </a:lnTo>
                <a:lnTo>
                  <a:pt x="9171" y="628923"/>
                </a:lnTo>
                <a:lnTo>
                  <a:pt x="0" y="583497"/>
                </a:lnTo>
                <a:lnTo>
                  <a:pt x="0" y="116702"/>
                </a:lnTo>
                <a:lnTo>
                  <a:pt x="9171" y="71276"/>
                </a:lnTo>
                <a:lnTo>
                  <a:pt x="34181" y="34181"/>
                </a:lnTo>
                <a:lnTo>
                  <a:pt x="71276" y="9171"/>
                </a:lnTo>
                <a:lnTo>
                  <a:pt x="116702" y="0"/>
                </a:lnTo>
                <a:lnTo>
                  <a:pt x="9027447" y="0"/>
                </a:lnTo>
                <a:lnTo>
                  <a:pt x="9072107" y="8883"/>
                </a:lnTo>
                <a:lnTo>
                  <a:pt x="9109968" y="34181"/>
                </a:lnTo>
                <a:lnTo>
                  <a:pt x="9135266" y="72042"/>
                </a:lnTo>
                <a:lnTo>
                  <a:pt x="9144149" y="116702"/>
                </a:lnTo>
                <a:lnTo>
                  <a:pt x="9144149" y="583497"/>
                </a:lnTo>
                <a:lnTo>
                  <a:pt x="9134978" y="628923"/>
                </a:lnTo>
                <a:lnTo>
                  <a:pt x="9109968" y="666018"/>
                </a:lnTo>
                <a:lnTo>
                  <a:pt x="9072873" y="691028"/>
                </a:lnTo>
                <a:lnTo>
                  <a:pt x="9027447" y="700199"/>
                </a:lnTo>
                <a:close/>
              </a:path>
            </a:pathLst>
          </a:custGeom>
          <a:solidFill>
            <a:srgbClr val="D1052D"/>
          </a:solidFill>
          <a:ln>
            <a:noFill/>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225" name="Google Shape;225;p22"/>
          <p:cNvSpPr txBox="1"/>
          <p:nvPr>
            <p:ph type="title"/>
          </p:nvPr>
        </p:nvSpPr>
        <p:spPr>
          <a:xfrm>
            <a:off x="4278672" y="3084034"/>
            <a:ext cx="3634655" cy="689932"/>
          </a:xfrm>
          <a:prstGeom prst="rect">
            <a:avLst/>
          </a:prstGeom>
          <a:noFill/>
          <a:ln>
            <a:noFill/>
          </a:ln>
        </p:spPr>
        <p:txBody>
          <a:bodyPr anchorCtr="0" anchor="t" bIns="0" lIns="0" spcFirstLastPara="1" rIns="0" wrap="square" tIns="12700">
            <a:spAutoFit/>
          </a:bodyPr>
          <a:lstStyle/>
          <a:p>
            <a:pPr indent="0" lvl="0" marL="12700" rtl="0" algn="ctr">
              <a:lnSpc>
                <a:spcPct val="100000"/>
              </a:lnSpc>
              <a:spcBef>
                <a:spcPts val="0"/>
              </a:spcBef>
              <a:spcAft>
                <a:spcPts val="0"/>
              </a:spcAft>
              <a:buNone/>
            </a:pPr>
            <a:r>
              <a:rPr b="1" lang="es-ES">
                <a:solidFill>
                  <a:schemeClr val="lt1"/>
                </a:solidFill>
                <a:latin typeface="Rubik"/>
                <a:ea typeface="Rubik"/>
                <a:cs typeface="Rubik"/>
                <a:sym typeface="Rubik"/>
              </a:rPr>
              <a:t>Caso práctico</a:t>
            </a:r>
            <a:endParaRPr/>
          </a:p>
        </p:txBody>
      </p:sp>
    </p:spTree>
  </p:cSld>
  <p:clrMapOvr>
    <a:masterClrMapping/>
  </p:clrMapOvr>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9" name="Shape 229"/>
        <p:cNvGrpSpPr/>
        <p:nvPr/>
      </p:nvGrpSpPr>
      <p:grpSpPr>
        <a:xfrm>
          <a:off x="0" y="0"/>
          <a:ext cx="0" cy="0"/>
          <a:chOff x="0" y="0"/>
          <a:chExt cx="0" cy="0"/>
        </a:xfrm>
      </p:grpSpPr>
      <p:sp>
        <p:nvSpPr>
          <p:cNvPr id="230" name="Google Shape;230;p23"/>
          <p:cNvSpPr/>
          <p:nvPr/>
        </p:nvSpPr>
        <p:spPr>
          <a:xfrm>
            <a:off x="0" y="304801"/>
            <a:ext cx="5659755" cy="561824"/>
          </a:xfrm>
          <a:custGeom>
            <a:rect b="b" l="l" r="r" t="t"/>
            <a:pathLst>
              <a:path extrusionOk="0" h="415290" w="5659755">
                <a:moveTo>
                  <a:pt x="5590548" y="414899"/>
                </a:moveTo>
                <a:lnTo>
                  <a:pt x="6651" y="414899"/>
                </a:lnTo>
                <a:lnTo>
                  <a:pt x="0" y="413557"/>
                </a:lnTo>
                <a:lnTo>
                  <a:pt x="0" y="1342"/>
                </a:lnTo>
                <a:lnTo>
                  <a:pt x="6651" y="0"/>
                </a:lnTo>
                <a:lnTo>
                  <a:pt x="5590548" y="0"/>
                </a:lnTo>
                <a:lnTo>
                  <a:pt x="5604102" y="1340"/>
                </a:lnTo>
                <a:lnTo>
                  <a:pt x="5639445" y="20253"/>
                </a:lnTo>
                <a:lnTo>
                  <a:pt x="5658358" y="55597"/>
                </a:lnTo>
                <a:lnTo>
                  <a:pt x="5659699" y="69151"/>
                </a:lnTo>
                <a:lnTo>
                  <a:pt x="5659699" y="345748"/>
                </a:lnTo>
                <a:lnTo>
                  <a:pt x="5654265" y="372665"/>
                </a:lnTo>
                <a:lnTo>
                  <a:pt x="5639446" y="394646"/>
                </a:lnTo>
                <a:lnTo>
                  <a:pt x="5617465" y="409465"/>
                </a:lnTo>
                <a:lnTo>
                  <a:pt x="5590548" y="414899"/>
                </a:lnTo>
                <a:close/>
              </a:path>
            </a:pathLst>
          </a:custGeom>
          <a:solidFill>
            <a:srgbClr val="D1052D"/>
          </a:solidFill>
          <a:ln>
            <a:noFill/>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231" name="Google Shape;231;p23"/>
          <p:cNvSpPr txBox="1"/>
          <p:nvPr/>
        </p:nvSpPr>
        <p:spPr>
          <a:xfrm>
            <a:off x="381000" y="381000"/>
            <a:ext cx="4724400" cy="382156"/>
          </a:xfrm>
          <a:prstGeom prst="rect">
            <a:avLst/>
          </a:prstGeom>
          <a:noFill/>
          <a:ln>
            <a:noFill/>
          </a:ln>
        </p:spPr>
        <p:txBody>
          <a:bodyPr anchorCtr="0" anchor="t" bIns="0" lIns="0" spcFirstLastPara="1" rIns="0" wrap="square" tIns="12700">
            <a:spAutoFit/>
          </a:bodyPr>
          <a:lstStyle/>
          <a:p>
            <a:pPr indent="0" lvl="0" marL="12700" marR="0" rtl="0" algn="l">
              <a:lnSpc>
                <a:spcPct val="100000"/>
              </a:lnSpc>
              <a:spcBef>
                <a:spcPts val="0"/>
              </a:spcBef>
              <a:spcAft>
                <a:spcPts val="0"/>
              </a:spcAft>
              <a:buNone/>
            </a:pPr>
            <a:r>
              <a:rPr b="1" lang="es-ES" sz="2400">
                <a:solidFill>
                  <a:srgbClr val="FFFFFF"/>
                </a:solidFill>
                <a:latin typeface="Arial"/>
                <a:ea typeface="Arial"/>
                <a:cs typeface="Arial"/>
                <a:sym typeface="Arial"/>
              </a:rPr>
              <a:t>Caso práctico</a:t>
            </a:r>
            <a:endParaRPr sz="2400">
              <a:solidFill>
                <a:schemeClr val="dk1"/>
              </a:solidFill>
              <a:latin typeface="Arial"/>
              <a:ea typeface="Arial"/>
              <a:cs typeface="Arial"/>
              <a:sym typeface="Arial"/>
            </a:endParaRPr>
          </a:p>
        </p:txBody>
      </p:sp>
      <p:sp>
        <p:nvSpPr>
          <p:cNvPr id="232" name="Google Shape;232;p23"/>
          <p:cNvSpPr txBox="1"/>
          <p:nvPr/>
        </p:nvSpPr>
        <p:spPr>
          <a:xfrm>
            <a:off x="3886200" y="3581400"/>
            <a:ext cx="6476999" cy="295402"/>
          </a:xfrm>
          <a:prstGeom prst="rect">
            <a:avLst/>
          </a:prstGeom>
          <a:solidFill>
            <a:srgbClr val="FFFFFF"/>
          </a:solidFill>
          <a:ln>
            <a:noFill/>
          </a:ln>
        </p:spPr>
        <p:txBody>
          <a:bodyPr anchorCtr="0" anchor="t" bIns="0" lIns="0" spcFirstLastPara="1" rIns="0" wrap="square" tIns="0">
            <a:spAutoFit/>
          </a:bodyPr>
          <a:lstStyle/>
          <a:p>
            <a:pPr indent="0" lvl="0" marL="0" marR="0" rtl="0" algn="l">
              <a:lnSpc>
                <a:spcPct val="65312"/>
              </a:lnSpc>
              <a:spcBef>
                <a:spcPts val="0"/>
              </a:spcBef>
              <a:spcAft>
                <a:spcPts val="0"/>
              </a:spcAft>
              <a:buNone/>
            </a:pPr>
            <a:r>
              <a:t/>
            </a:r>
            <a:endParaRPr sz="3200">
              <a:solidFill>
                <a:schemeClr val="dk1"/>
              </a:solidFill>
              <a:latin typeface="Arial"/>
              <a:ea typeface="Arial"/>
              <a:cs typeface="Arial"/>
              <a:sym typeface="Arial"/>
            </a:endParaRPr>
          </a:p>
        </p:txBody>
      </p:sp>
      <p:pic>
        <p:nvPicPr>
          <p:cNvPr id="233" name="Google Shape;233;p23"/>
          <p:cNvPicPr preferRelativeResize="0"/>
          <p:nvPr/>
        </p:nvPicPr>
        <p:blipFill rotWithShape="1">
          <a:blip r:embed="rId3">
            <a:alphaModFix/>
          </a:blip>
          <a:srcRect b="0" l="0" r="0" t="0"/>
          <a:stretch/>
        </p:blipFill>
        <p:spPr>
          <a:xfrm>
            <a:off x="5773909" y="304800"/>
            <a:ext cx="626891" cy="561824"/>
          </a:xfrm>
          <a:prstGeom prst="rect">
            <a:avLst/>
          </a:prstGeom>
          <a:noFill/>
          <a:ln>
            <a:noFill/>
          </a:ln>
        </p:spPr>
      </p:pic>
      <p:sp>
        <p:nvSpPr>
          <p:cNvPr id="234" name="Google Shape;234;p23"/>
          <p:cNvSpPr txBox="1"/>
          <p:nvPr/>
        </p:nvSpPr>
        <p:spPr>
          <a:xfrm>
            <a:off x="620880" y="1143000"/>
            <a:ext cx="10950239" cy="4524275"/>
          </a:xfrm>
          <a:prstGeom prst="rect">
            <a:avLst/>
          </a:prstGeom>
          <a:noFill/>
          <a:ln>
            <a:noFill/>
          </a:ln>
        </p:spPr>
        <p:txBody>
          <a:bodyPr anchorCtr="0" anchor="t" bIns="45700" lIns="91425" spcFirstLastPara="1" rIns="91425" wrap="square" tIns="45700">
            <a:spAutoFit/>
          </a:bodyPr>
          <a:lstStyle/>
          <a:p>
            <a:pPr indent="0" lvl="0" marL="0" marR="0" rtl="0" algn="just">
              <a:spcBef>
                <a:spcPts val="0"/>
              </a:spcBef>
              <a:spcAft>
                <a:spcPts val="0"/>
              </a:spcAft>
              <a:buClr>
                <a:schemeClr val="dk1"/>
              </a:buClr>
              <a:buSzPts val="2400"/>
              <a:buFont typeface="Calibri"/>
              <a:buNone/>
            </a:pPr>
            <a:r>
              <a:rPr lang="es-ES" sz="2400">
                <a:solidFill>
                  <a:schemeClr val="dk1"/>
                </a:solidFill>
                <a:latin typeface="Calibri"/>
                <a:ea typeface="Calibri"/>
                <a:cs typeface="Calibri"/>
                <a:sym typeface="Calibri"/>
              </a:rPr>
              <a:t>Realizar ejercicio práctico es una excelente manera de aprender y entender cómo elaborar un esquema de datos nosql orientada por columnas.Aquí tienes un ejercicio práctico detallado que puedes seguir:</a:t>
            </a:r>
            <a:endParaRPr sz="1800">
              <a:solidFill>
                <a:schemeClr val="dk1"/>
              </a:solidFill>
              <a:latin typeface="Calibri"/>
              <a:ea typeface="Calibri"/>
              <a:cs typeface="Calibri"/>
              <a:sym typeface="Calibri"/>
            </a:endParaRPr>
          </a:p>
          <a:p>
            <a:pPr indent="0" lvl="0" marL="0" marR="0" rtl="0" algn="just">
              <a:spcBef>
                <a:spcPts val="0"/>
              </a:spcBef>
              <a:spcAft>
                <a:spcPts val="0"/>
              </a:spcAft>
              <a:buClr>
                <a:schemeClr val="dk1"/>
              </a:buClr>
              <a:buSzPts val="2400"/>
              <a:buFont typeface="Calibri"/>
              <a:buNone/>
            </a:pPr>
            <a:r>
              <a:t/>
            </a:r>
            <a:endParaRPr sz="2400">
              <a:solidFill>
                <a:schemeClr val="dk1"/>
              </a:solidFill>
              <a:latin typeface="Calibri"/>
              <a:ea typeface="Calibri"/>
              <a:cs typeface="Calibri"/>
              <a:sym typeface="Calibri"/>
            </a:endParaRPr>
          </a:p>
          <a:p>
            <a:pPr indent="0" lvl="0" marL="0" marR="0" rtl="0" algn="just">
              <a:spcBef>
                <a:spcPts val="0"/>
              </a:spcBef>
              <a:spcAft>
                <a:spcPts val="0"/>
              </a:spcAft>
              <a:buClr>
                <a:schemeClr val="dk1"/>
              </a:buClr>
              <a:buSzPts val="2400"/>
              <a:buFont typeface="Calibri"/>
              <a:buNone/>
            </a:pPr>
            <a:r>
              <a:rPr b="1" lang="es-ES" sz="2400">
                <a:solidFill>
                  <a:schemeClr val="dk1"/>
                </a:solidFill>
                <a:latin typeface="Calibri"/>
                <a:ea typeface="Calibri"/>
                <a:cs typeface="Calibri"/>
                <a:sym typeface="Calibri"/>
              </a:rPr>
              <a:t>Ejercicio Práctico: </a:t>
            </a:r>
            <a:endParaRPr sz="1800">
              <a:solidFill>
                <a:schemeClr val="dk1"/>
              </a:solidFill>
              <a:latin typeface="Calibri"/>
              <a:ea typeface="Calibri"/>
              <a:cs typeface="Calibri"/>
              <a:sym typeface="Calibri"/>
            </a:endParaRPr>
          </a:p>
          <a:p>
            <a:pPr indent="0" lvl="0" marL="0" marR="0" rtl="0" algn="ctr">
              <a:spcBef>
                <a:spcPts val="0"/>
              </a:spcBef>
              <a:spcAft>
                <a:spcPts val="0"/>
              </a:spcAft>
              <a:buClr>
                <a:schemeClr val="dk1"/>
              </a:buClr>
              <a:buSzPts val="2400"/>
              <a:buFont typeface="Calibri"/>
              <a:buNone/>
            </a:pPr>
            <a:r>
              <a:rPr b="1" lang="es-ES" sz="2400">
                <a:solidFill>
                  <a:schemeClr val="dk1"/>
                </a:solidFill>
                <a:latin typeface="Calibri"/>
                <a:ea typeface="Calibri"/>
                <a:cs typeface="Calibri"/>
                <a:sym typeface="Calibri"/>
              </a:rPr>
              <a:t>Caso de Uso: Sistema de Biblioteca</a:t>
            </a:r>
            <a:endParaRPr/>
          </a:p>
          <a:p>
            <a:pPr indent="0" lvl="0" marL="0" marR="0" rtl="0" algn="ctr">
              <a:spcBef>
                <a:spcPts val="0"/>
              </a:spcBef>
              <a:spcAft>
                <a:spcPts val="0"/>
              </a:spcAft>
              <a:buClr>
                <a:schemeClr val="dk1"/>
              </a:buClr>
              <a:buSzPts val="2400"/>
              <a:buFont typeface="Calibri"/>
              <a:buNone/>
            </a:pPr>
            <a:r>
              <a:rPr b="1" lang="es-ES" sz="2400">
                <a:solidFill>
                  <a:schemeClr val="dk1"/>
                </a:solidFill>
                <a:latin typeface="Calibri"/>
                <a:ea typeface="Calibri"/>
                <a:cs typeface="Calibri"/>
                <a:sym typeface="Calibri"/>
              </a:rPr>
              <a:t>Para este caso, el esquema de datos debe manejar libros, autores, usuarios y préstamos</a:t>
            </a:r>
            <a:endParaRPr b="1" sz="2400">
              <a:solidFill>
                <a:schemeClr val="dk1"/>
              </a:solidFill>
              <a:latin typeface="Calibri"/>
              <a:ea typeface="Calibri"/>
              <a:cs typeface="Calibri"/>
              <a:sym typeface="Calibri"/>
            </a:endParaRPr>
          </a:p>
          <a:p>
            <a:pPr indent="0" lvl="0" marL="0" marR="0" rtl="0" algn="just">
              <a:spcBef>
                <a:spcPts val="0"/>
              </a:spcBef>
              <a:spcAft>
                <a:spcPts val="0"/>
              </a:spcAft>
              <a:buClr>
                <a:schemeClr val="dk1"/>
              </a:buClr>
              <a:buSzPts val="2400"/>
              <a:buFont typeface="Calibri"/>
              <a:buNone/>
            </a:pPr>
            <a:r>
              <a:rPr b="1" lang="es-ES" sz="2400">
                <a:solidFill>
                  <a:schemeClr val="dk1"/>
                </a:solidFill>
                <a:latin typeface="Calibri"/>
                <a:ea typeface="Calibri"/>
                <a:cs typeface="Calibri"/>
                <a:sym typeface="Calibri"/>
              </a:rPr>
              <a:t>Objetivos:</a:t>
            </a:r>
            <a:endParaRPr sz="1800">
              <a:solidFill>
                <a:schemeClr val="dk1"/>
              </a:solidFill>
              <a:latin typeface="Calibri"/>
              <a:ea typeface="Calibri"/>
              <a:cs typeface="Calibri"/>
              <a:sym typeface="Calibri"/>
            </a:endParaRPr>
          </a:p>
          <a:p>
            <a:pPr indent="0" lvl="0" marL="0" marR="0" rtl="0" algn="just">
              <a:spcBef>
                <a:spcPts val="0"/>
              </a:spcBef>
              <a:spcAft>
                <a:spcPts val="0"/>
              </a:spcAft>
              <a:buClr>
                <a:schemeClr val="dk1"/>
              </a:buClr>
              <a:buSzPts val="2400"/>
              <a:buFont typeface="Calibri"/>
              <a:buAutoNum type="arabicPeriod"/>
            </a:pPr>
            <a:r>
              <a:rPr lang="es-ES" sz="2400">
                <a:solidFill>
                  <a:schemeClr val="dk1"/>
                </a:solidFill>
                <a:latin typeface="Calibri"/>
                <a:ea typeface="Calibri"/>
                <a:cs typeface="Calibri"/>
                <a:sym typeface="Calibri"/>
              </a:rPr>
              <a:t>Elaborar el modelo conceptual de datos.</a:t>
            </a:r>
            <a:endParaRPr sz="1800">
              <a:solidFill>
                <a:schemeClr val="dk1"/>
              </a:solidFill>
              <a:latin typeface="Calibri"/>
              <a:ea typeface="Calibri"/>
              <a:cs typeface="Calibri"/>
              <a:sym typeface="Calibri"/>
            </a:endParaRPr>
          </a:p>
          <a:p>
            <a:pPr indent="0" lvl="0" marL="0" marR="0" rtl="0" algn="just">
              <a:spcBef>
                <a:spcPts val="0"/>
              </a:spcBef>
              <a:spcAft>
                <a:spcPts val="0"/>
              </a:spcAft>
              <a:buClr>
                <a:schemeClr val="dk1"/>
              </a:buClr>
              <a:buSzPts val="2400"/>
              <a:buFont typeface="Calibri"/>
              <a:buAutoNum type="arabicPeriod"/>
            </a:pPr>
            <a:r>
              <a:rPr lang="es-ES" sz="2400">
                <a:solidFill>
                  <a:schemeClr val="dk1"/>
                </a:solidFill>
                <a:latin typeface="Calibri"/>
                <a:ea typeface="Calibri"/>
                <a:cs typeface="Calibri"/>
                <a:sym typeface="Calibri"/>
              </a:rPr>
              <a:t>Elaborar el esquema de datos por entidad.</a:t>
            </a:r>
            <a:endParaRPr sz="1800">
              <a:solidFill>
                <a:schemeClr val="dk1"/>
              </a:solidFill>
              <a:latin typeface="Calibri"/>
              <a:ea typeface="Calibri"/>
              <a:cs typeface="Calibri"/>
              <a:sym typeface="Calibri"/>
            </a:endParaRPr>
          </a:p>
          <a:p>
            <a:pPr indent="0" lvl="0" marL="0" marR="0" rtl="0" algn="just">
              <a:spcBef>
                <a:spcPts val="0"/>
              </a:spcBef>
              <a:spcAft>
                <a:spcPts val="0"/>
              </a:spcAft>
              <a:buClr>
                <a:schemeClr val="dk1"/>
              </a:buClr>
              <a:buSzPts val="2400"/>
              <a:buFont typeface="Calibri"/>
              <a:buAutoNum type="arabicPeriod"/>
            </a:pPr>
            <a:r>
              <a:rPr lang="es-ES" sz="2400">
                <a:solidFill>
                  <a:schemeClr val="dk1"/>
                </a:solidFill>
                <a:latin typeface="Calibri"/>
                <a:ea typeface="Calibri"/>
                <a:cs typeface="Calibri"/>
                <a:sym typeface="Calibri"/>
              </a:rPr>
              <a:t>Elaborar el esquema de datos de las relaciones entre entidades.</a:t>
            </a:r>
            <a:endParaRPr sz="1800">
              <a:solidFill>
                <a:schemeClr val="dk1"/>
              </a:solidFill>
              <a:latin typeface="Calibri"/>
              <a:ea typeface="Calibri"/>
              <a:cs typeface="Calibri"/>
              <a:sym typeface="Calibri"/>
            </a:endParaRPr>
          </a:p>
        </p:txBody>
      </p:sp>
    </p:spTree>
  </p:cSld>
  <p:clrMapOvr>
    <a:masterClrMapping/>
  </p:clrMapOvr>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8" name="Shape 238"/>
        <p:cNvGrpSpPr/>
        <p:nvPr/>
      </p:nvGrpSpPr>
      <p:grpSpPr>
        <a:xfrm>
          <a:off x="0" y="0"/>
          <a:ext cx="0" cy="0"/>
          <a:chOff x="0" y="0"/>
          <a:chExt cx="0" cy="0"/>
        </a:xfrm>
      </p:grpSpPr>
      <p:sp>
        <p:nvSpPr>
          <p:cNvPr id="239" name="Google Shape;239;p24"/>
          <p:cNvSpPr/>
          <p:nvPr/>
        </p:nvSpPr>
        <p:spPr>
          <a:xfrm>
            <a:off x="0" y="304801"/>
            <a:ext cx="5659755" cy="561824"/>
          </a:xfrm>
          <a:custGeom>
            <a:rect b="b" l="l" r="r" t="t"/>
            <a:pathLst>
              <a:path extrusionOk="0" h="415290" w="5659755">
                <a:moveTo>
                  <a:pt x="5590548" y="414899"/>
                </a:moveTo>
                <a:lnTo>
                  <a:pt x="6651" y="414899"/>
                </a:lnTo>
                <a:lnTo>
                  <a:pt x="0" y="413557"/>
                </a:lnTo>
                <a:lnTo>
                  <a:pt x="0" y="1342"/>
                </a:lnTo>
                <a:lnTo>
                  <a:pt x="6651" y="0"/>
                </a:lnTo>
                <a:lnTo>
                  <a:pt x="5590548" y="0"/>
                </a:lnTo>
                <a:lnTo>
                  <a:pt x="5604102" y="1340"/>
                </a:lnTo>
                <a:lnTo>
                  <a:pt x="5639445" y="20253"/>
                </a:lnTo>
                <a:lnTo>
                  <a:pt x="5658358" y="55597"/>
                </a:lnTo>
                <a:lnTo>
                  <a:pt x="5659699" y="69151"/>
                </a:lnTo>
                <a:lnTo>
                  <a:pt x="5659699" y="345748"/>
                </a:lnTo>
                <a:lnTo>
                  <a:pt x="5654265" y="372665"/>
                </a:lnTo>
                <a:lnTo>
                  <a:pt x="5639446" y="394646"/>
                </a:lnTo>
                <a:lnTo>
                  <a:pt x="5617465" y="409465"/>
                </a:lnTo>
                <a:lnTo>
                  <a:pt x="5590548" y="414899"/>
                </a:lnTo>
                <a:close/>
              </a:path>
            </a:pathLst>
          </a:custGeom>
          <a:solidFill>
            <a:srgbClr val="D1052D"/>
          </a:solidFill>
          <a:ln>
            <a:noFill/>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240" name="Google Shape;240;p24"/>
          <p:cNvSpPr txBox="1"/>
          <p:nvPr/>
        </p:nvSpPr>
        <p:spPr>
          <a:xfrm>
            <a:off x="381000" y="381000"/>
            <a:ext cx="4724400" cy="382156"/>
          </a:xfrm>
          <a:prstGeom prst="rect">
            <a:avLst/>
          </a:prstGeom>
          <a:noFill/>
          <a:ln>
            <a:noFill/>
          </a:ln>
        </p:spPr>
        <p:txBody>
          <a:bodyPr anchorCtr="0" anchor="t" bIns="0" lIns="0" spcFirstLastPara="1" rIns="0" wrap="square" tIns="12700">
            <a:spAutoFit/>
          </a:bodyPr>
          <a:lstStyle/>
          <a:p>
            <a:pPr indent="0" lvl="0" marL="12700" marR="0" rtl="0" algn="l">
              <a:lnSpc>
                <a:spcPct val="100000"/>
              </a:lnSpc>
              <a:spcBef>
                <a:spcPts val="0"/>
              </a:spcBef>
              <a:spcAft>
                <a:spcPts val="0"/>
              </a:spcAft>
              <a:buNone/>
            </a:pPr>
            <a:r>
              <a:rPr b="1" lang="es-ES" sz="2400">
                <a:solidFill>
                  <a:srgbClr val="FFFFFF"/>
                </a:solidFill>
                <a:latin typeface="Arial"/>
                <a:ea typeface="Arial"/>
                <a:cs typeface="Arial"/>
                <a:sym typeface="Arial"/>
              </a:rPr>
              <a:t>Sesión 13: Introd. Cassandra</a:t>
            </a:r>
            <a:endParaRPr sz="2400">
              <a:solidFill>
                <a:schemeClr val="dk1"/>
              </a:solidFill>
              <a:latin typeface="Arial"/>
              <a:ea typeface="Arial"/>
              <a:cs typeface="Arial"/>
              <a:sym typeface="Arial"/>
            </a:endParaRPr>
          </a:p>
        </p:txBody>
      </p:sp>
      <p:sp>
        <p:nvSpPr>
          <p:cNvPr id="241" name="Google Shape;241;p24"/>
          <p:cNvSpPr txBox="1"/>
          <p:nvPr/>
        </p:nvSpPr>
        <p:spPr>
          <a:xfrm>
            <a:off x="3886200" y="3581400"/>
            <a:ext cx="6476999" cy="295402"/>
          </a:xfrm>
          <a:prstGeom prst="rect">
            <a:avLst/>
          </a:prstGeom>
          <a:solidFill>
            <a:srgbClr val="FFFFFF"/>
          </a:solidFill>
          <a:ln>
            <a:noFill/>
          </a:ln>
        </p:spPr>
        <p:txBody>
          <a:bodyPr anchorCtr="0" anchor="t" bIns="0" lIns="0" spcFirstLastPara="1" rIns="0" wrap="square" tIns="0">
            <a:spAutoFit/>
          </a:bodyPr>
          <a:lstStyle/>
          <a:p>
            <a:pPr indent="0" lvl="0" marL="0" marR="0" rtl="0" algn="l">
              <a:lnSpc>
                <a:spcPct val="65312"/>
              </a:lnSpc>
              <a:spcBef>
                <a:spcPts val="0"/>
              </a:spcBef>
              <a:spcAft>
                <a:spcPts val="0"/>
              </a:spcAft>
              <a:buNone/>
            </a:pPr>
            <a:r>
              <a:t/>
            </a:r>
            <a:endParaRPr sz="3200">
              <a:solidFill>
                <a:schemeClr val="dk1"/>
              </a:solidFill>
              <a:latin typeface="Arial"/>
              <a:ea typeface="Arial"/>
              <a:cs typeface="Arial"/>
              <a:sym typeface="Arial"/>
            </a:endParaRPr>
          </a:p>
        </p:txBody>
      </p:sp>
      <p:pic>
        <p:nvPicPr>
          <p:cNvPr id="242" name="Google Shape;242;p24"/>
          <p:cNvPicPr preferRelativeResize="0"/>
          <p:nvPr/>
        </p:nvPicPr>
        <p:blipFill rotWithShape="1">
          <a:blip r:embed="rId3">
            <a:alphaModFix/>
          </a:blip>
          <a:srcRect b="0" l="0" r="0" t="0"/>
          <a:stretch/>
        </p:blipFill>
        <p:spPr>
          <a:xfrm>
            <a:off x="5773909" y="304800"/>
            <a:ext cx="626891" cy="561824"/>
          </a:xfrm>
          <a:prstGeom prst="rect">
            <a:avLst/>
          </a:prstGeom>
          <a:noFill/>
          <a:ln>
            <a:noFill/>
          </a:ln>
        </p:spPr>
      </p:pic>
      <p:sp>
        <p:nvSpPr>
          <p:cNvPr id="243" name="Google Shape;243;p24"/>
          <p:cNvSpPr txBox="1"/>
          <p:nvPr/>
        </p:nvSpPr>
        <p:spPr>
          <a:xfrm>
            <a:off x="2282337" y="1780300"/>
            <a:ext cx="7627325" cy="443711"/>
          </a:xfrm>
          <a:prstGeom prst="rect">
            <a:avLst/>
          </a:prstGeom>
          <a:noFill/>
          <a:ln>
            <a:noFill/>
          </a:ln>
        </p:spPr>
        <p:txBody>
          <a:bodyPr anchorCtr="0" anchor="t" bIns="0" lIns="0" spcFirstLastPara="1" rIns="0" wrap="square" tIns="12700">
            <a:spAutoFit/>
          </a:bodyPr>
          <a:lstStyle/>
          <a:p>
            <a:pPr indent="0" lvl="0" marL="12700" marR="0" rtl="0" algn="ctr">
              <a:lnSpc>
                <a:spcPct val="100000"/>
              </a:lnSpc>
              <a:spcBef>
                <a:spcPts val="0"/>
              </a:spcBef>
              <a:spcAft>
                <a:spcPts val="0"/>
              </a:spcAft>
              <a:buNone/>
            </a:pPr>
            <a:r>
              <a:rPr lang="es-ES" sz="2800">
                <a:solidFill>
                  <a:schemeClr val="dk1"/>
                </a:solidFill>
                <a:latin typeface="Arial"/>
                <a:ea typeface="Arial"/>
                <a:cs typeface="Arial"/>
                <a:sym typeface="Arial"/>
              </a:rPr>
              <a:t>¿Quién quisiera participar? (2 voluntarios)</a:t>
            </a:r>
            <a:endParaRPr/>
          </a:p>
        </p:txBody>
      </p:sp>
      <p:pic>
        <p:nvPicPr>
          <p:cNvPr id="244" name="Google Shape;244;p24"/>
          <p:cNvPicPr preferRelativeResize="0"/>
          <p:nvPr/>
        </p:nvPicPr>
        <p:blipFill rotWithShape="1">
          <a:blip r:embed="rId3">
            <a:alphaModFix/>
          </a:blip>
          <a:srcRect b="0" l="0" r="0" t="0"/>
          <a:stretch/>
        </p:blipFill>
        <p:spPr>
          <a:xfrm>
            <a:off x="4730555" y="2895600"/>
            <a:ext cx="2730890" cy="2520334"/>
          </a:xfrm>
          <a:prstGeom prst="rect">
            <a:avLst/>
          </a:prstGeom>
          <a:noFill/>
          <a:ln>
            <a:noFill/>
          </a:ln>
        </p:spPr>
      </p:pic>
    </p:spTree>
  </p:cSld>
  <p:clrMapOvr>
    <a:masterClrMapping/>
  </p:clrMapOvr>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8" name="Shape 248"/>
        <p:cNvGrpSpPr/>
        <p:nvPr/>
      </p:nvGrpSpPr>
      <p:grpSpPr>
        <a:xfrm>
          <a:off x="0" y="0"/>
          <a:ext cx="0" cy="0"/>
          <a:chOff x="0" y="0"/>
          <a:chExt cx="0" cy="0"/>
        </a:xfrm>
      </p:grpSpPr>
      <p:sp>
        <p:nvSpPr>
          <p:cNvPr id="249" name="Google Shape;249;p25"/>
          <p:cNvSpPr/>
          <p:nvPr/>
        </p:nvSpPr>
        <p:spPr>
          <a:xfrm>
            <a:off x="0" y="304801"/>
            <a:ext cx="5659755" cy="561824"/>
          </a:xfrm>
          <a:custGeom>
            <a:rect b="b" l="l" r="r" t="t"/>
            <a:pathLst>
              <a:path extrusionOk="0" h="415290" w="5659755">
                <a:moveTo>
                  <a:pt x="5590548" y="414899"/>
                </a:moveTo>
                <a:lnTo>
                  <a:pt x="6651" y="414899"/>
                </a:lnTo>
                <a:lnTo>
                  <a:pt x="0" y="413557"/>
                </a:lnTo>
                <a:lnTo>
                  <a:pt x="0" y="1342"/>
                </a:lnTo>
                <a:lnTo>
                  <a:pt x="6651" y="0"/>
                </a:lnTo>
                <a:lnTo>
                  <a:pt x="5590548" y="0"/>
                </a:lnTo>
                <a:lnTo>
                  <a:pt x="5604102" y="1340"/>
                </a:lnTo>
                <a:lnTo>
                  <a:pt x="5639445" y="20253"/>
                </a:lnTo>
                <a:lnTo>
                  <a:pt x="5658358" y="55597"/>
                </a:lnTo>
                <a:lnTo>
                  <a:pt x="5659699" y="69151"/>
                </a:lnTo>
                <a:lnTo>
                  <a:pt x="5659699" y="345748"/>
                </a:lnTo>
                <a:lnTo>
                  <a:pt x="5654265" y="372665"/>
                </a:lnTo>
                <a:lnTo>
                  <a:pt x="5639446" y="394646"/>
                </a:lnTo>
                <a:lnTo>
                  <a:pt x="5617465" y="409465"/>
                </a:lnTo>
                <a:lnTo>
                  <a:pt x="5590548" y="414899"/>
                </a:lnTo>
                <a:close/>
              </a:path>
            </a:pathLst>
          </a:custGeom>
          <a:solidFill>
            <a:srgbClr val="D1052D"/>
          </a:solidFill>
          <a:ln>
            <a:noFill/>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250" name="Google Shape;250;p25"/>
          <p:cNvSpPr txBox="1"/>
          <p:nvPr/>
        </p:nvSpPr>
        <p:spPr>
          <a:xfrm>
            <a:off x="381000" y="381000"/>
            <a:ext cx="4724400" cy="382156"/>
          </a:xfrm>
          <a:prstGeom prst="rect">
            <a:avLst/>
          </a:prstGeom>
          <a:noFill/>
          <a:ln>
            <a:noFill/>
          </a:ln>
        </p:spPr>
        <p:txBody>
          <a:bodyPr anchorCtr="0" anchor="t" bIns="0" lIns="0" spcFirstLastPara="1" rIns="0" wrap="square" tIns="12700">
            <a:spAutoFit/>
          </a:bodyPr>
          <a:lstStyle/>
          <a:p>
            <a:pPr indent="0" lvl="0" marL="12700" marR="0" rtl="0" algn="l">
              <a:lnSpc>
                <a:spcPct val="100000"/>
              </a:lnSpc>
              <a:spcBef>
                <a:spcPts val="0"/>
              </a:spcBef>
              <a:spcAft>
                <a:spcPts val="0"/>
              </a:spcAft>
              <a:buNone/>
            </a:pPr>
            <a:r>
              <a:rPr b="1" lang="es-ES" sz="2400">
                <a:solidFill>
                  <a:srgbClr val="FFFFFF"/>
                </a:solidFill>
                <a:latin typeface="Arial"/>
                <a:ea typeface="Arial"/>
                <a:cs typeface="Arial"/>
                <a:sym typeface="Arial"/>
              </a:rPr>
              <a:t>Sesión 13: Introd. Cassandra</a:t>
            </a:r>
            <a:endParaRPr sz="2400">
              <a:solidFill>
                <a:schemeClr val="dk1"/>
              </a:solidFill>
              <a:latin typeface="Arial"/>
              <a:ea typeface="Arial"/>
              <a:cs typeface="Arial"/>
              <a:sym typeface="Arial"/>
            </a:endParaRPr>
          </a:p>
        </p:txBody>
      </p:sp>
      <p:sp>
        <p:nvSpPr>
          <p:cNvPr id="251" name="Google Shape;251;p25"/>
          <p:cNvSpPr txBox="1"/>
          <p:nvPr/>
        </p:nvSpPr>
        <p:spPr>
          <a:xfrm>
            <a:off x="3886200" y="3581400"/>
            <a:ext cx="6476999" cy="295402"/>
          </a:xfrm>
          <a:prstGeom prst="rect">
            <a:avLst/>
          </a:prstGeom>
          <a:solidFill>
            <a:srgbClr val="FFFFFF"/>
          </a:solidFill>
          <a:ln>
            <a:noFill/>
          </a:ln>
        </p:spPr>
        <p:txBody>
          <a:bodyPr anchorCtr="0" anchor="t" bIns="0" lIns="0" spcFirstLastPara="1" rIns="0" wrap="square" tIns="0">
            <a:spAutoFit/>
          </a:bodyPr>
          <a:lstStyle/>
          <a:p>
            <a:pPr indent="0" lvl="0" marL="0" marR="0" rtl="0" algn="l">
              <a:lnSpc>
                <a:spcPct val="65312"/>
              </a:lnSpc>
              <a:spcBef>
                <a:spcPts val="0"/>
              </a:spcBef>
              <a:spcAft>
                <a:spcPts val="0"/>
              </a:spcAft>
              <a:buNone/>
            </a:pPr>
            <a:r>
              <a:t/>
            </a:r>
            <a:endParaRPr sz="3200">
              <a:solidFill>
                <a:schemeClr val="dk1"/>
              </a:solidFill>
              <a:latin typeface="Arial"/>
              <a:ea typeface="Arial"/>
              <a:cs typeface="Arial"/>
              <a:sym typeface="Arial"/>
            </a:endParaRPr>
          </a:p>
        </p:txBody>
      </p:sp>
      <p:sp>
        <p:nvSpPr>
          <p:cNvPr id="252" name="Google Shape;252;p25"/>
          <p:cNvSpPr txBox="1"/>
          <p:nvPr/>
        </p:nvSpPr>
        <p:spPr>
          <a:xfrm>
            <a:off x="3039354" y="1831852"/>
            <a:ext cx="6096000" cy="1154162"/>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None/>
            </a:pPr>
            <a:r>
              <a:rPr lang="es-ES" sz="3200">
                <a:solidFill>
                  <a:schemeClr val="dk1"/>
                </a:solidFill>
                <a:latin typeface="Arial"/>
                <a:ea typeface="Arial"/>
                <a:cs typeface="Arial"/>
                <a:sym typeface="Arial"/>
              </a:rPr>
              <a:t>¿Qué se les hizo más fácil?</a:t>
            </a:r>
            <a:endParaRPr/>
          </a:p>
          <a:p>
            <a:pPr indent="0" lvl="0" marL="0" marR="0" rtl="0" algn="ctr">
              <a:lnSpc>
                <a:spcPct val="100000"/>
              </a:lnSpc>
              <a:spcBef>
                <a:spcPts val="585"/>
              </a:spcBef>
              <a:spcAft>
                <a:spcPts val="0"/>
              </a:spcAft>
              <a:buNone/>
            </a:pPr>
            <a:r>
              <a:rPr lang="es-ES" sz="3200">
                <a:solidFill>
                  <a:schemeClr val="dk1"/>
                </a:solidFill>
                <a:latin typeface="Arial"/>
                <a:ea typeface="Arial"/>
                <a:cs typeface="Arial"/>
                <a:sym typeface="Arial"/>
              </a:rPr>
              <a:t>¿Qué se les hizo más retador?</a:t>
            </a:r>
            <a:endParaRPr sz="3200">
              <a:solidFill>
                <a:schemeClr val="dk1"/>
              </a:solidFill>
              <a:latin typeface="Arial"/>
              <a:ea typeface="Arial"/>
              <a:cs typeface="Arial"/>
              <a:sym typeface="Arial"/>
            </a:endParaRPr>
          </a:p>
        </p:txBody>
      </p:sp>
      <p:pic>
        <p:nvPicPr>
          <p:cNvPr id="253" name="Google Shape;253;p25"/>
          <p:cNvPicPr preferRelativeResize="0"/>
          <p:nvPr/>
        </p:nvPicPr>
        <p:blipFill rotWithShape="1">
          <a:blip r:embed="rId3">
            <a:alphaModFix/>
          </a:blip>
          <a:srcRect b="0" l="0" r="0" t="0"/>
          <a:stretch/>
        </p:blipFill>
        <p:spPr>
          <a:xfrm>
            <a:off x="4953000" y="3618011"/>
            <a:ext cx="2047300" cy="2047300"/>
          </a:xfrm>
          <a:prstGeom prst="rect">
            <a:avLst/>
          </a:prstGeom>
          <a:noFill/>
          <a:ln>
            <a:noFill/>
          </a:ln>
        </p:spPr>
      </p:pic>
      <p:pic>
        <p:nvPicPr>
          <p:cNvPr id="254" name="Google Shape;254;p25"/>
          <p:cNvPicPr preferRelativeResize="0"/>
          <p:nvPr/>
        </p:nvPicPr>
        <p:blipFill rotWithShape="1">
          <a:blip r:embed="rId3">
            <a:alphaModFix/>
          </a:blip>
          <a:srcRect b="0" l="0" r="0" t="0"/>
          <a:stretch/>
        </p:blipFill>
        <p:spPr>
          <a:xfrm>
            <a:off x="5766673" y="318461"/>
            <a:ext cx="548164" cy="548164"/>
          </a:xfrm>
          <a:prstGeom prst="rect">
            <a:avLst/>
          </a:prstGeom>
          <a:noFill/>
          <a:ln>
            <a:noFill/>
          </a:ln>
        </p:spPr>
      </p:pic>
    </p:spTree>
  </p:cSld>
  <p:clrMapOvr>
    <a:masterClrMapping/>
  </p:clrMapOvr>
</p:sld>
</file>

<file path=ppt/slides/slide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8" name="Shape 258"/>
        <p:cNvGrpSpPr/>
        <p:nvPr/>
      </p:nvGrpSpPr>
      <p:grpSpPr>
        <a:xfrm>
          <a:off x="0" y="0"/>
          <a:ext cx="0" cy="0"/>
          <a:chOff x="0" y="0"/>
          <a:chExt cx="0" cy="0"/>
        </a:xfrm>
      </p:grpSpPr>
      <p:sp>
        <p:nvSpPr>
          <p:cNvPr id="259" name="Google Shape;259;p26"/>
          <p:cNvSpPr/>
          <p:nvPr/>
        </p:nvSpPr>
        <p:spPr>
          <a:xfrm>
            <a:off x="0" y="304801"/>
            <a:ext cx="5659755" cy="561824"/>
          </a:xfrm>
          <a:custGeom>
            <a:rect b="b" l="l" r="r" t="t"/>
            <a:pathLst>
              <a:path extrusionOk="0" h="415290" w="5659755">
                <a:moveTo>
                  <a:pt x="5590548" y="414899"/>
                </a:moveTo>
                <a:lnTo>
                  <a:pt x="6651" y="414899"/>
                </a:lnTo>
                <a:lnTo>
                  <a:pt x="0" y="413557"/>
                </a:lnTo>
                <a:lnTo>
                  <a:pt x="0" y="1342"/>
                </a:lnTo>
                <a:lnTo>
                  <a:pt x="6651" y="0"/>
                </a:lnTo>
                <a:lnTo>
                  <a:pt x="5590548" y="0"/>
                </a:lnTo>
                <a:lnTo>
                  <a:pt x="5604102" y="1340"/>
                </a:lnTo>
                <a:lnTo>
                  <a:pt x="5639445" y="20253"/>
                </a:lnTo>
                <a:lnTo>
                  <a:pt x="5658358" y="55597"/>
                </a:lnTo>
                <a:lnTo>
                  <a:pt x="5659699" y="69151"/>
                </a:lnTo>
                <a:lnTo>
                  <a:pt x="5659699" y="345748"/>
                </a:lnTo>
                <a:lnTo>
                  <a:pt x="5654265" y="372665"/>
                </a:lnTo>
                <a:lnTo>
                  <a:pt x="5639446" y="394646"/>
                </a:lnTo>
                <a:lnTo>
                  <a:pt x="5617465" y="409465"/>
                </a:lnTo>
                <a:lnTo>
                  <a:pt x="5590548" y="414899"/>
                </a:lnTo>
                <a:close/>
              </a:path>
            </a:pathLst>
          </a:custGeom>
          <a:solidFill>
            <a:srgbClr val="D1052D"/>
          </a:solidFill>
          <a:ln>
            <a:noFill/>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260" name="Google Shape;260;p26"/>
          <p:cNvSpPr txBox="1"/>
          <p:nvPr/>
        </p:nvSpPr>
        <p:spPr>
          <a:xfrm>
            <a:off x="381000" y="381000"/>
            <a:ext cx="4724400" cy="382156"/>
          </a:xfrm>
          <a:prstGeom prst="rect">
            <a:avLst/>
          </a:prstGeom>
          <a:noFill/>
          <a:ln>
            <a:noFill/>
          </a:ln>
        </p:spPr>
        <p:txBody>
          <a:bodyPr anchorCtr="0" anchor="t" bIns="0" lIns="0" spcFirstLastPara="1" rIns="0" wrap="square" tIns="12700">
            <a:spAutoFit/>
          </a:bodyPr>
          <a:lstStyle/>
          <a:p>
            <a:pPr indent="0" lvl="0" marL="12700" marR="0" rtl="0" algn="l">
              <a:lnSpc>
                <a:spcPct val="100000"/>
              </a:lnSpc>
              <a:spcBef>
                <a:spcPts val="0"/>
              </a:spcBef>
              <a:spcAft>
                <a:spcPts val="0"/>
              </a:spcAft>
              <a:buNone/>
            </a:pPr>
            <a:r>
              <a:rPr b="1" lang="es-ES" sz="2400">
                <a:solidFill>
                  <a:srgbClr val="FFFFFF"/>
                </a:solidFill>
                <a:latin typeface="Arial"/>
                <a:ea typeface="Arial"/>
                <a:cs typeface="Arial"/>
                <a:sym typeface="Arial"/>
              </a:rPr>
              <a:t>Aprendizajes</a:t>
            </a:r>
            <a:endParaRPr sz="2400">
              <a:solidFill>
                <a:schemeClr val="dk1"/>
              </a:solidFill>
              <a:latin typeface="Arial"/>
              <a:ea typeface="Arial"/>
              <a:cs typeface="Arial"/>
              <a:sym typeface="Arial"/>
            </a:endParaRPr>
          </a:p>
        </p:txBody>
      </p:sp>
      <p:sp>
        <p:nvSpPr>
          <p:cNvPr id="261" name="Google Shape;261;p26"/>
          <p:cNvSpPr txBox="1"/>
          <p:nvPr/>
        </p:nvSpPr>
        <p:spPr>
          <a:xfrm>
            <a:off x="3886200" y="3581400"/>
            <a:ext cx="6476999" cy="295402"/>
          </a:xfrm>
          <a:prstGeom prst="rect">
            <a:avLst/>
          </a:prstGeom>
          <a:solidFill>
            <a:srgbClr val="FFFFFF"/>
          </a:solidFill>
          <a:ln>
            <a:noFill/>
          </a:ln>
        </p:spPr>
        <p:txBody>
          <a:bodyPr anchorCtr="0" anchor="t" bIns="0" lIns="0" spcFirstLastPara="1" rIns="0" wrap="square" tIns="0">
            <a:spAutoFit/>
          </a:bodyPr>
          <a:lstStyle/>
          <a:p>
            <a:pPr indent="0" lvl="0" marL="0" marR="0" rtl="0" algn="l">
              <a:lnSpc>
                <a:spcPct val="65312"/>
              </a:lnSpc>
              <a:spcBef>
                <a:spcPts val="0"/>
              </a:spcBef>
              <a:spcAft>
                <a:spcPts val="0"/>
              </a:spcAft>
              <a:buNone/>
            </a:pPr>
            <a:r>
              <a:t/>
            </a:r>
            <a:endParaRPr sz="3200">
              <a:solidFill>
                <a:schemeClr val="dk1"/>
              </a:solidFill>
              <a:latin typeface="Arial"/>
              <a:ea typeface="Arial"/>
              <a:cs typeface="Arial"/>
              <a:sym typeface="Arial"/>
            </a:endParaRPr>
          </a:p>
        </p:txBody>
      </p:sp>
      <p:sp>
        <p:nvSpPr>
          <p:cNvPr id="262" name="Google Shape;262;p26"/>
          <p:cNvSpPr txBox="1"/>
          <p:nvPr/>
        </p:nvSpPr>
        <p:spPr>
          <a:xfrm>
            <a:off x="2243577" y="3149025"/>
            <a:ext cx="7687554" cy="584775"/>
          </a:xfrm>
          <a:prstGeom prst="rect">
            <a:avLst/>
          </a:prstGeom>
          <a:noFill/>
          <a:ln>
            <a:noFill/>
          </a:ln>
        </p:spPr>
        <p:txBody>
          <a:bodyPr anchorCtr="0" anchor="t" bIns="45700" lIns="91425" spcFirstLastPara="1" rIns="91425" wrap="square" tIns="45700">
            <a:spAutoFit/>
          </a:bodyPr>
          <a:lstStyle/>
          <a:p>
            <a:pPr indent="0" lvl="0" marL="12700" marR="0" rtl="0" algn="ctr">
              <a:lnSpc>
                <a:spcPct val="100000"/>
              </a:lnSpc>
              <a:spcBef>
                <a:spcPts val="0"/>
              </a:spcBef>
              <a:spcAft>
                <a:spcPts val="0"/>
              </a:spcAft>
              <a:buNone/>
            </a:pPr>
            <a:r>
              <a:rPr b="1" lang="es-ES" sz="3200">
                <a:solidFill>
                  <a:schemeClr val="dk1"/>
                </a:solidFill>
                <a:latin typeface="Arial"/>
                <a:ea typeface="Arial"/>
                <a:cs typeface="Arial"/>
                <a:sym typeface="Arial"/>
              </a:rPr>
              <a:t>¿Qué hemos aprendido el día de hoy?</a:t>
            </a:r>
            <a:endParaRPr sz="3200">
              <a:solidFill>
                <a:schemeClr val="dk1"/>
              </a:solidFill>
              <a:latin typeface="Arial"/>
              <a:ea typeface="Arial"/>
              <a:cs typeface="Arial"/>
              <a:sym typeface="Arial"/>
            </a:endParaRPr>
          </a:p>
        </p:txBody>
      </p:sp>
      <p:pic>
        <p:nvPicPr>
          <p:cNvPr id="263" name="Google Shape;263;p26"/>
          <p:cNvPicPr preferRelativeResize="0"/>
          <p:nvPr/>
        </p:nvPicPr>
        <p:blipFill rotWithShape="1">
          <a:blip r:embed="rId3">
            <a:alphaModFix/>
          </a:blip>
          <a:srcRect b="0" l="0" r="0" t="0"/>
          <a:stretch/>
        </p:blipFill>
        <p:spPr>
          <a:xfrm>
            <a:off x="5766673" y="318461"/>
            <a:ext cx="548164" cy="548164"/>
          </a:xfrm>
          <a:prstGeom prst="rect">
            <a:avLst/>
          </a:prstGeom>
          <a:noFill/>
          <a:ln>
            <a:noFill/>
          </a:ln>
        </p:spPr>
      </p:pic>
    </p:spTree>
  </p:cSld>
  <p:clrMapOvr>
    <a:masterClrMapping/>
  </p:clrMapOvr>
</p:sld>
</file>

<file path=ppt/slides/slide2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7" name="Shape 267"/>
        <p:cNvGrpSpPr/>
        <p:nvPr/>
      </p:nvGrpSpPr>
      <p:grpSpPr>
        <a:xfrm>
          <a:off x="0" y="0"/>
          <a:ext cx="0" cy="0"/>
          <a:chOff x="0" y="0"/>
          <a:chExt cx="0" cy="0"/>
        </a:xfrm>
      </p:grpSpPr>
      <p:sp>
        <p:nvSpPr>
          <p:cNvPr id="268" name="Google Shape;268;p27"/>
          <p:cNvSpPr/>
          <p:nvPr/>
        </p:nvSpPr>
        <p:spPr>
          <a:xfrm>
            <a:off x="0" y="304801"/>
            <a:ext cx="5659755" cy="561824"/>
          </a:xfrm>
          <a:custGeom>
            <a:rect b="b" l="l" r="r" t="t"/>
            <a:pathLst>
              <a:path extrusionOk="0" h="415290" w="5659755">
                <a:moveTo>
                  <a:pt x="5590548" y="414899"/>
                </a:moveTo>
                <a:lnTo>
                  <a:pt x="6651" y="414899"/>
                </a:lnTo>
                <a:lnTo>
                  <a:pt x="0" y="413557"/>
                </a:lnTo>
                <a:lnTo>
                  <a:pt x="0" y="1342"/>
                </a:lnTo>
                <a:lnTo>
                  <a:pt x="6651" y="0"/>
                </a:lnTo>
                <a:lnTo>
                  <a:pt x="5590548" y="0"/>
                </a:lnTo>
                <a:lnTo>
                  <a:pt x="5604102" y="1340"/>
                </a:lnTo>
                <a:lnTo>
                  <a:pt x="5639445" y="20253"/>
                </a:lnTo>
                <a:lnTo>
                  <a:pt x="5658358" y="55597"/>
                </a:lnTo>
                <a:lnTo>
                  <a:pt x="5659699" y="69151"/>
                </a:lnTo>
                <a:lnTo>
                  <a:pt x="5659699" y="345748"/>
                </a:lnTo>
                <a:lnTo>
                  <a:pt x="5654265" y="372665"/>
                </a:lnTo>
                <a:lnTo>
                  <a:pt x="5639446" y="394646"/>
                </a:lnTo>
                <a:lnTo>
                  <a:pt x="5617465" y="409465"/>
                </a:lnTo>
                <a:lnTo>
                  <a:pt x="5590548" y="414899"/>
                </a:lnTo>
                <a:close/>
              </a:path>
            </a:pathLst>
          </a:custGeom>
          <a:solidFill>
            <a:srgbClr val="D1052D"/>
          </a:solidFill>
          <a:ln>
            <a:noFill/>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269" name="Google Shape;269;p27"/>
          <p:cNvSpPr txBox="1"/>
          <p:nvPr/>
        </p:nvSpPr>
        <p:spPr>
          <a:xfrm>
            <a:off x="381000" y="381000"/>
            <a:ext cx="4724400" cy="382156"/>
          </a:xfrm>
          <a:prstGeom prst="rect">
            <a:avLst/>
          </a:prstGeom>
          <a:noFill/>
          <a:ln>
            <a:noFill/>
          </a:ln>
        </p:spPr>
        <p:txBody>
          <a:bodyPr anchorCtr="0" anchor="t" bIns="0" lIns="0" spcFirstLastPara="1" rIns="0" wrap="square" tIns="12700">
            <a:spAutoFit/>
          </a:bodyPr>
          <a:lstStyle/>
          <a:p>
            <a:pPr indent="0" lvl="0" marL="12700" marR="0" rtl="0" algn="l">
              <a:lnSpc>
                <a:spcPct val="100000"/>
              </a:lnSpc>
              <a:spcBef>
                <a:spcPts val="0"/>
              </a:spcBef>
              <a:spcAft>
                <a:spcPts val="0"/>
              </a:spcAft>
              <a:buNone/>
            </a:pPr>
            <a:r>
              <a:rPr b="1" lang="es-ES" sz="2400">
                <a:solidFill>
                  <a:srgbClr val="FFFFFF"/>
                </a:solidFill>
                <a:latin typeface="Arial"/>
                <a:ea typeface="Arial"/>
                <a:cs typeface="Arial"/>
                <a:sym typeface="Arial"/>
              </a:rPr>
              <a:t>Conclusiones</a:t>
            </a:r>
            <a:endParaRPr sz="2400">
              <a:solidFill>
                <a:schemeClr val="dk1"/>
              </a:solidFill>
              <a:latin typeface="Arial"/>
              <a:ea typeface="Arial"/>
              <a:cs typeface="Arial"/>
              <a:sym typeface="Arial"/>
            </a:endParaRPr>
          </a:p>
        </p:txBody>
      </p:sp>
      <p:sp>
        <p:nvSpPr>
          <p:cNvPr id="270" name="Google Shape;270;p27"/>
          <p:cNvSpPr txBox="1"/>
          <p:nvPr/>
        </p:nvSpPr>
        <p:spPr>
          <a:xfrm>
            <a:off x="3886200" y="3581400"/>
            <a:ext cx="6476999" cy="295402"/>
          </a:xfrm>
          <a:prstGeom prst="rect">
            <a:avLst/>
          </a:prstGeom>
          <a:solidFill>
            <a:srgbClr val="FFFFFF"/>
          </a:solidFill>
          <a:ln>
            <a:noFill/>
          </a:ln>
        </p:spPr>
        <p:txBody>
          <a:bodyPr anchorCtr="0" anchor="t" bIns="0" lIns="0" spcFirstLastPara="1" rIns="0" wrap="square" tIns="0">
            <a:spAutoFit/>
          </a:bodyPr>
          <a:lstStyle/>
          <a:p>
            <a:pPr indent="0" lvl="0" marL="0" marR="0" rtl="0" algn="l">
              <a:lnSpc>
                <a:spcPct val="65312"/>
              </a:lnSpc>
              <a:spcBef>
                <a:spcPts val="0"/>
              </a:spcBef>
              <a:spcAft>
                <a:spcPts val="0"/>
              </a:spcAft>
              <a:buNone/>
            </a:pPr>
            <a:r>
              <a:t/>
            </a:r>
            <a:endParaRPr sz="3200">
              <a:solidFill>
                <a:schemeClr val="dk1"/>
              </a:solidFill>
              <a:latin typeface="Arial"/>
              <a:ea typeface="Arial"/>
              <a:cs typeface="Arial"/>
              <a:sym typeface="Arial"/>
            </a:endParaRPr>
          </a:p>
        </p:txBody>
      </p:sp>
      <p:sp>
        <p:nvSpPr>
          <p:cNvPr id="271" name="Google Shape;271;p27"/>
          <p:cNvSpPr txBox="1"/>
          <p:nvPr/>
        </p:nvSpPr>
        <p:spPr>
          <a:xfrm>
            <a:off x="2243577" y="2644170"/>
            <a:ext cx="7687554" cy="1569660"/>
          </a:xfrm>
          <a:prstGeom prst="rect">
            <a:avLst/>
          </a:prstGeom>
          <a:noFill/>
          <a:ln>
            <a:noFill/>
          </a:ln>
        </p:spPr>
        <p:txBody>
          <a:bodyPr anchorCtr="0" anchor="t" bIns="45700" lIns="91425" spcFirstLastPara="1" rIns="91425" wrap="square" tIns="45700">
            <a:spAutoFit/>
          </a:bodyPr>
          <a:lstStyle/>
          <a:p>
            <a:pPr indent="0" lvl="0" marL="12700" marR="0" rtl="0" algn="ctr">
              <a:lnSpc>
                <a:spcPct val="100000"/>
              </a:lnSpc>
              <a:spcBef>
                <a:spcPts val="0"/>
              </a:spcBef>
              <a:spcAft>
                <a:spcPts val="0"/>
              </a:spcAft>
              <a:buNone/>
            </a:pPr>
            <a:r>
              <a:rPr lang="es-ES" sz="3200">
                <a:solidFill>
                  <a:schemeClr val="dk1"/>
                </a:solidFill>
                <a:latin typeface="Arial"/>
                <a:ea typeface="Arial"/>
                <a:cs typeface="Arial"/>
                <a:sym typeface="Arial"/>
              </a:rPr>
              <a:t>Tomar apuntes de manera eficaz ayuda a consolidar el  aprendizaje y prepararse para los exámenes.</a:t>
            </a:r>
            <a:endParaRPr/>
          </a:p>
        </p:txBody>
      </p:sp>
      <p:pic>
        <p:nvPicPr>
          <p:cNvPr id="272" name="Google Shape;272;p27"/>
          <p:cNvPicPr preferRelativeResize="0"/>
          <p:nvPr/>
        </p:nvPicPr>
        <p:blipFill rotWithShape="1">
          <a:blip r:embed="rId3">
            <a:alphaModFix/>
          </a:blip>
          <a:srcRect b="0" l="0" r="0" t="0"/>
          <a:stretch/>
        </p:blipFill>
        <p:spPr>
          <a:xfrm>
            <a:off x="5705310" y="304802"/>
            <a:ext cx="561824" cy="561824"/>
          </a:xfrm>
          <a:prstGeom prst="rect">
            <a:avLst/>
          </a:prstGeom>
          <a:noFill/>
          <a:ln>
            <a:noFill/>
          </a:ln>
        </p:spPr>
      </p:pic>
    </p:spTree>
  </p:cSld>
  <p:clrMapOvr>
    <a:masterClrMapping/>
  </p:clrMapOvr>
</p:sld>
</file>

<file path=ppt/slides/slide2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6" name="Shape 276"/>
        <p:cNvGrpSpPr/>
        <p:nvPr/>
      </p:nvGrpSpPr>
      <p:grpSpPr>
        <a:xfrm>
          <a:off x="0" y="0"/>
          <a:ext cx="0" cy="0"/>
          <a:chOff x="0" y="0"/>
          <a:chExt cx="0" cy="0"/>
        </a:xfrm>
      </p:grpSpPr>
      <p:sp>
        <p:nvSpPr>
          <p:cNvPr id="277" name="Google Shape;277;p28"/>
          <p:cNvSpPr/>
          <p:nvPr/>
        </p:nvSpPr>
        <p:spPr>
          <a:xfrm>
            <a:off x="0" y="304801"/>
            <a:ext cx="5659755" cy="561824"/>
          </a:xfrm>
          <a:custGeom>
            <a:rect b="b" l="l" r="r" t="t"/>
            <a:pathLst>
              <a:path extrusionOk="0" h="415290" w="5659755">
                <a:moveTo>
                  <a:pt x="5590548" y="414899"/>
                </a:moveTo>
                <a:lnTo>
                  <a:pt x="6651" y="414899"/>
                </a:lnTo>
                <a:lnTo>
                  <a:pt x="0" y="413557"/>
                </a:lnTo>
                <a:lnTo>
                  <a:pt x="0" y="1342"/>
                </a:lnTo>
                <a:lnTo>
                  <a:pt x="6651" y="0"/>
                </a:lnTo>
                <a:lnTo>
                  <a:pt x="5590548" y="0"/>
                </a:lnTo>
                <a:lnTo>
                  <a:pt x="5604102" y="1340"/>
                </a:lnTo>
                <a:lnTo>
                  <a:pt x="5639445" y="20253"/>
                </a:lnTo>
                <a:lnTo>
                  <a:pt x="5658358" y="55597"/>
                </a:lnTo>
                <a:lnTo>
                  <a:pt x="5659699" y="69151"/>
                </a:lnTo>
                <a:lnTo>
                  <a:pt x="5659699" y="345748"/>
                </a:lnTo>
                <a:lnTo>
                  <a:pt x="5654265" y="372665"/>
                </a:lnTo>
                <a:lnTo>
                  <a:pt x="5639446" y="394646"/>
                </a:lnTo>
                <a:lnTo>
                  <a:pt x="5617465" y="409465"/>
                </a:lnTo>
                <a:lnTo>
                  <a:pt x="5590548" y="414899"/>
                </a:lnTo>
                <a:close/>
              </a:path>
            </a:pathLst>
          </a:custGeom>
          <a:solidFill>
            <a:srgbClr val="D1052D"/>
          </a:solidFill>
          <a:ln>
            <a:noFill/>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278" name="Google Shape;278;p28"/>
          <p:cNvSpPr txBox="1"/>
          <p:nvPr/>
        </p:nvSpPr>
        <p:spPr>
          <a:xfrm>
            <a:off x="381000" y="381000"/>
            <a:ext cx="4724400" cy="382156"/>
          </a:xfrm>
          <a:prstGeom prst="rect">
            <a:avLst/>
          </a:prstGeom>
          <a:noFill/>
          <a:ln>
            <a:noFill/>
          </a:ln>
        </p:spPr>
        <p:txBody>
          <a:bodyPr anchorCtr="0" anchor="t" bIns="0" lIns="0" spcFirstLastPara="1" rIns="0" wrap="square" tIns="12700">
            <a:spAutoFit/>
          </a:bodyPr>
          <a:lstStyle/>
          <a:p>
            <a:pPr indent="0" lvl="0" marL="12700" marR="0" rtl="0" algn="l">
              <a:lnSpc>
                <a:spcPct val="100000"/>
              </a:lnSpc>
              <a:spcBef>
                <a:spcPts val="0"/>
              </a:spcBef>
              <a:spcAft>
                <a:spcPts val="0"/>
              </a:spcAft>
              <a:buNone/>
            </a:pPr>
            <a:r>
              <a:rPr b="1" lang="es-ES" sz="2400">
                <a:solidFill>
                  <a:srgbClr val="FFFFFF"/>
                </a:solidFill>
                <a:latin typeface="Arial"/>
                <a:ea typeface="Arial"/>
                <a:cs typeface="Arial"/>
                <a:sym typeface="Arial"/>
              </a:rPr>
              <a:t>Conclusiones</a:t>
            </a:r>
            <a:endParaRPr sz="2400">
              <a:solidFill>
                <a:schemeClr val="dk1"/>
              </a:solidFill>
              <a:latin typeface="Arial"/>
              <a:ea typeface="Arial"/>
              <a:cs typeface="Arial"/>
              <a:sym typeface="Arial"/>
            </a:endParaRPr>
          </a:p>
        </p:txBody>
      </p:sp>
      <p:sp>
        <p:nvSpPr>
          <p:cNvPr id="279" name="Google Shape;279;p28"/>
          <p:cNvSpPr txBox="1"/>
          <p:nvPr/>
        </p:nvSpPr>
        <p:spPr>
          <a:xfrm>
            <a:off x="3886200" y="3581400"/>
            <a:ext cx="6476999" cy="295402"/>
          </a:xfrm>
          <a:prstGeom prst="rect">
            <a:avLst/>
          </a:prstGeom>
          <a:solidFill>
            <a:srgbClr val="FFFFFF"/>
          </a:solidFill>
          <a:ln>
            <a:noFill/>
          </a:ln>
        </p:spPr>
        <p:txBody>
          <a:bodyPr anchorCtr="0" anchor="t" bIns="0" lIns="0" spcFirstLastPara="1" rIns="0" wrap="square" tIns="0">
            <a:spAutoFit/>
          </a:bodyPr>
          <a:lstStyle/>
          <a:p>
            <a:pPr indent="0" lvl="0" marL="0" marR="0" rtl="0" algn="l">
              <a:lnSpc>
                <a:spcPct val="65312"/>
              </a:lnSpc>
              <a:spcBef>
                <a:spcPts val="0"/>
              </a:spcBef>
              <a:spcAft>
                <a:spcPts val="0"/>
              </a:spcAft>
              <a:buNone/>
            </a:pPr>
            <a:r>
              <a:t/>
            </a:r>
            <a:endParaRPr sz="3200">
              <a:solidFill>
                <a:schemeClr val="dk1"/>
              </a:solidFill>
              <a:latin typeface="Arial"/>
              <a:ea typeface="Arial"/>
              <a:cs typeface="Arial"/>
              <a:sym typeface="Arial"/>
            </a:endParaRPr>
          </a:p>
        </p:txBody>
      </p:sp>
      <p:sp>
        <p:nvSpPr>
          <p:cNvPr id="280" name="Google Shape;280;p28"/>
          <p:cNvSpPr txBox="1"/>
          <p:nvPr/>
        </p:nvSpPr>
        <p:spPr>
          <a:xfrm>
            <a:off x="533400" y="1532346"/>
            <a:ext cx="7687554" cy="4342214"/>
          </a:xfrm>
          <a:prstGeom prst="rect">
            <a:avLst/>
          </a:prstGeom>
          <a:noFill/>
          <a:ln>
            <a:noFill/>
          </a:ln>
        </p:spPr>
        <p:txBody>
          <a:bodyPr anchorCtr="0" anchor="t" bIns="45700" lIns="91425" spcFirstLastPara="1" rIns="91425" wrap="square" tIns="45700">
            <a:spAutoFit/>
          </a:bodyPr>
          <a:lstStyle/>
          <a:p>
            <a:pPr indent="0" lvl="0" marL="12700" marR="0" rtl="0" algn="l">
              <a:lnSpc>
                <a:spcPct val="100000"/>
              </a:lnSpc>
              <a:spcBef>
                <a:spcPts val="0"/>
              </a:spcBef>
              <a:spcAft>
                <a:spcPts val="0"/>
              </a:spcAft>
              <a:buNone/>
            </a:pPr>
            <a:r>
              <a:rPr lang="es-ES" sz="2000">
                <a:solidFill>
                  <a:schemeClr val="dk1"/>
                </a:solidFill>
                <a:latin typeface="Arial"/>
                <a:ea typeface="Arial"/>
                <a:cs typeface="Arial"/>
                <a:sym typeface="Arial"/>
              </a:rPr>
              <a:t>Cassandra proporciona tolerancia a fallos y disponibilidad, todo ello a cambio de ser consistente de manera eventual,</a:t>
            </a:r>
            <a:endParaRPr/>
          </a:p>
          <a:p>
            <a:pPr indent="0" lvl="0" marL="12700" marR="0" rtl="0" algn="l">
              <a:lnSpc>
                <a:spcPct val="100000"/>
              </a:lnSpc>
              <a:spcBef>
                <a:spcPts val="100"/>
              </a:spcBef>
              <a:spcAft>
                <a:spcPts val="0"/>
              </a:spcAft>
              <a:buNone/>
            </a:pPr>
            <a:r>
              <a:t/>
            </a:r>
            <a:endParaRPr sz="2000">
              <a:solidFill>
                <a:schemeClr val="dk1"/>
              </a:solidFill>
              <a:latin typeface="Arial"/>
              <a:ea typeface="Arial"/>
              <a:cs typeface="Arial"/>
              <a:sym typeface="Arial"/>
            </a:endParaRPr>
          </a:p>
          <a:p>
            <a:pPr indent="0" lvl="0" marL="12700" marR="0" rtl="0" algn="l">
              <a:lnSpc>
                <a:spcPct val="100000"/>
              </a:lnSpc>
              <a:spcBef>
                <a:spcPts val="100"/>
              </a:spcBef>
              <a:spcAft>
                <a:spcPts val="0"/>
              </a:spcAft>
              <a:buNone/>
            </a:pPr>
            <a:r>
              <a:rPr lang="es-ES" sz="2000">
                <a:solidFill>
                  <a:schemeClr val="dk1"/>
                </a:solidFill>
                <a:latin typeface="Arial"/>
                <a:ea typeface="Arial"/>
                <a:cs typeface="Arial"/>
                <a:sym typeface="Arial"/>
              </a:rPr>
              <a:t>Cassandra presenta una arquitectura Peer to Peer, es decir, todos los nodos tienen la misma importancia, todos los nodos serán tratados como nodos primarios y tendrán la misma información que el resto</a:t>
            </a:r>
            <a:endParaRPr/>
          </a:p>
          <a:p>
            <a:pPr indent="0" lvl="0" marL="12700" marR="0" rtl="0" algn="l">
              <a:lnSpc>
                <a:spcPct val="100000"/>
              </a:lnSpc>
              <a:spcBef>
                <a:spcPts val="100"/>
              </a:spcBef>
              <a:spcAft>
                <a:spcPts val="0"/>
              </a:spcAft>
              <a:buNone/>
            </a:pPr>
            <a:r>
              <a:t/>
            </a:r>
            <a:endParaRPr sz="2000">
              <a:solidFill>
                <a:schemeClr val="dk1"/>
              </a:solidFill>
              <a:latin typeface="Arial"/>
              <a:ea typeface="Arial"/>
              <a:cs typeface="Arial"/>
              <a:sym typeface="Arial"/>
            </a:endParaRPr>
          </a:p>
          <a:p>
            <a:pPr indent="0" lvl="0" marL="12700" marR="0" rtl="0" algn="l">
              <a:lnSpc>
                <a:spcPct val="100000"/>
              </a:lnSpc>
              <a:spcBef>
                <a:spcPts val="100"/>
              </a:spcBef>
              <a:spcAft>
                <a:spcPts val="0"/>
              </a:spcAft>
              <a:buNone/>
            </a:pPr>
            <a:r>
              <a:rPr lang="es-ES" sz="2000">
                <a:solidFill>
                  <a:schemeClr val="dk1"/>
                </a:solidFill>
                <a:latin typeface="Arial"/>
                <a:ea typeface="Arial"/>
                <a:cs typeface="Arial"/>
                <a:sym typeface="Arial"/>
              </a:rPr>
              <a:t>Cassandra no es relacional, representa las estructuras de datos como tablas hash multidimensionales, en donde cada registro puede tener una o más columnas, aunque no todos los registros de un mismo tipo deben tener el mismo n umero de columnas</a:t>
            </a:r>
            <a:endParaRPr/>
          </a:p>
          <a:p>
            <a:pPr indent="0" lvl="0" marL="12700" marR="0" rtl="0" algn="ctr">
              <a:lnSpc>
                <a:spcPct val="100000"/>
              </a:lnSpc>
              <a:spcBef>
                <a:spcPts val="100"/>
              </a:spcBef>
              <a:spcAft>
                <a:spcPts val="0"/>
              </a:spcAft>
              <a:buNone/>
            </a:pPr>
            <a:r>
              <a:t/>
            </a:r>
            <a:endParaRPr sz="3200">
              <a:solidFill>
                <a:schemeClr val="dk1"/>
              </a:solidFill>
              <a:latin typeface="Arial"/>
              <a:ea typeface="Arial"/>
              <a:cs typeface="Arial"/>
              <a:sym typeface="Arial"/>
            </a:endParaRPr>
          </a:p>
        </p:txBody>
      </p:sp>
      <p:pic>
        <p:nvPicPr>
          <p:cNvPr id="281" name="Google Shape;281;p28"/>
          <p:cNvPicPr preferRelativeResize="0"/>
          <p:nvPr/>
        </p:nvPicPr>
        <p:blipFill rotWithShape="1">
          <a:blip r:embed="rId3">
            <a:alphaModFix/>
          </a:blip>
          <a:srcRect b="0" l="0" r="0" t="0"/>
          <a:stretch/>
        </p:blipFill>
        <p:spPr>
          <a:xfrm>
            <a:off x="5705310" y="304802"/>
            <a:ext cx="561824" cy="561824"/>
          </a:xfrm>
          <a:prstGeom prst="rect">
            <a:avLst/>
          </a:prstGeom>
          <a:noFill/>
          <a:ln>
            <a:noFill/>
          </a:ln>
        </p:spPr>
      </p:pic>
      <p:pic>
        <p:nvPicPr>
          <p:cNvPr id="282" name="Google Shape;282;p28"/>
          <p:cNvPicPr preferRelativeResize="0"/>
          <p:nvPr/>
        </p:nvPicPr>
        <p:blipFill rotWithShape="1">
          <a:blip r:embed="rId4">
            <a:alphaModFix/>
          </a:blip>
          <a:srcRect b="0" l="0" r="0" t="0"/>
          <a:stretch/>
        </p:blipFill>
        <p:spPr>
          <a:xfrm>
            <a:off x="8142674" y="1295400"/>
            <a:ext cx="3896926" cy="4579160"/>
          </a:xfrm>
          <a:prstGeom prst="rect">
            <a:avLst/>
          </a:prstGeom>
          <a:noFill/>
          <a:ln>
            <a:noFill/>
          </a:ln>
        </p:spPr>
      </p:pic>
    </p:spTree>
  </p:cSld>
  <p:clrMapOvr>
    <a:masterClrMapping/>
  </p:clrMapOvr>
</p:sld>
</file>

<file path=ppt/slides/slide2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86" name="Shape 286"/>
        <p:cNvGrpSpPr/>
        <p:nvPr/>
      </p:nvGrpSpPr>
      <p:grpSpPr>
        <a:xfrm>
          <a:off x="0" y="0"/>
          <a:ext cx="0" cy="0"/>
          <a:chOff x="0" y="0"/>
          <a:chExt cx="0" cy="0"/>
        </a:xfrm>
      </p:grpSpPr>
      <p:sp>
        <p:nvSpPr>
          <p:cNvPr id="287" name="Google Shape;287;p29"/>
          <p:cNvSpPr/>
          <p:nvPr/>
        </p:nvSpPr>
        <p:spPr>
          <a:xfrm>
            <a:off x="0" y="304801"/>
            <a:ext cx="5659755" cy="561824"/>
          </a:xfrm>
          <a:custGeom>
            <a:rect b="b" l="l" r="r" t="t"/>
            <a:pathLst>
              <a:path extrusionOk="0" h="415290" w="5659755">
                <a:moveTo>
                  <a:pt x="5590548" y="414899"/>
                </a:moveTo>
                <a:lnTo>
                  <a:pt x="6651" y="414899"/>
                </a:lnTo>
                <a:lnTo>
                  <a:pt x="0" y="413557"/>
                </a:lnTo>
                <a:lnTo>
                  <a:pt x="0" y="1342"/>
                </a:lnTo>
                <a:lnTo>
                  <a:pt x="6651" y="0"/>
                </a:lnTo>
                <a:lnTo>
                  <a:pt x="5590548" y="0"/>
                </a:lnTo>
                <a:lnTo>
                  <a:pt x="5604102" y="1340"/>
                </a:lnTo>
                <a:lnTo>
                  <a:pt x="5639445" y="20253"/>
                </a:lnTo>
                <a:lnTo>
                  <a:pt x="5658358" y="55597"/>
                </a:lnTo>
                <a:lnTo>
                  <a:pt x="5659699" y="69151"/>
                </a:lnTo>
                <a:lnTo>
                  <a:pt x="5659699" y="345748"/>
                </a:lnTo>
                <a:lnTo>
                  <a:pt x="5654265" y="372665"/>
                </a:lnTo>
                <a:lnTo>
                  <a:pt x="5639446" y="394646"/>
                </a:lnTo>
                <a:lnTo>
                  <a:pt x="5617465" y="409465"/>
                </a:lnTo>
                <a:lnTo>
                  <a:pt x="5590548" y="414899"/>
                </a:lnTo>
                <a:close/>
              </a:path>
            </a:pathLst>
          </a:custGeom>
          <a:solidFill>
            <a:srgbClr val="D1052D"/>
          </a:solidFill>
          <a:ln>
            <a:noFill/>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288" name="Google Shape;288;p29"/>
          <p:cNvSpPr txBox="1"/>
          <p:nvPr/>
        </p:nvSpPr>
        <p:spPr>
          <a:xfrm>
            <a:off x="381000" y="381000"/>
            <a:ext cx="4724400" cy="382156"/>
          </a:xfrm>
          <a:prstGeom prst="rect">
            <a:avLst/>
          </a:prstGeom>
          <a:noFill/>
          <a:ln>
            <a:noFill/>
          </a:ln>
        </p:spPr>
        <p:txBody>
          <a:bodyPr anchorCtr="0" anchor="t" bIns="0" lIns="0" spcFirstLastPara="1" rIns="0" wrap="square" tIns="12700">
            <a:spAutoFit/>
          </a:bodyPr>
          <a:lstStyle/>
          <a:p>
            <a:pPr indent="0" lvl="0" marL="12700" marR="0" rtl="0" algn="l">
              <a:lnSpc>
                <a:spcPct val="100000"/>
              </a:lnSpc>
              <a:spcBef>
                <a:spcPts val="0"/>
              </a:spcBef>
              <a:spcAft>
                <a:spcPts val="0"/>
              </a:spcAft>
              <a:buNone/>
            </a:pPr>
            <a:r>
              <a:rPr b="1" lang="es-ES" sz="2400">
                <a:solidFill>
                  <a:srgbClr val="FFFFFF"/>
                </a:solidFill>
                <a:latin typeface="Arial"/>
                <a:ea typeface="Arial"/>
                <a:cs typeface="Arial"/>
                <a:sym typeface="Arial"/>
              </a:rPr>
              <a:t>Tarea</a:t>
            </a:r>
            <a:endParaRPr sz="2400">
              <a:solidFill>
                <a:schemeClr val="dk1"/>
              </a:solidFill>
              <a:latin typeface="Arial"/>
              <a:ea typeface="Arial"/>
              <a:cs typeface="Arial"/>
              <a:sym typeface="Arial"/>
            </a:endParaRPr>
          </a:p>
        </p:txBody>
      </p:sp>
      <p:sp>
        <p:nvSpPr>
          <p:cNvPr id="289" name="Google Shape;289;p29"/>
          <p:cNvSpPr txBox="1"/>
          <p:nvPr/>
        </p:nvSpPr>
        <p:spPr>
          <a:xfrm>
            <a:off x="3886200" y="3581400"/>
            <a:ext cx="6476999" cy="295402"/>
          </a:xfrm>
          <a:prstGeom prst="rect">
            <a:avLst/>
          </a:prstGeom>
          <a:solidFill>
            <a:srgbClr val="FFFFFF"/>
          </a:solidFill>
          <a:ln>
            <a:noFill/>
          </a:ln>
        </p:spPr>
        <p:txBody>
          <a:bodyPr anchorCtr="0" anchor="t" bIns="0" lIns="0" spcFirstLastPara="1" rIns="0" wrap="square" tIns="0">
            <a:spAutoFit/>
          </a:bodyPr>
          <a:lstStyle/>
          <a:p>
            <a:pPr indent="0" lvl="0" marL="0" marR="0" rtl="0" algn="l">
              <a:lnSpc>
                <a:spcPct val="65312"/>
              </a:lnSpc>
              <a:spcBef>
                <a:spcPts val="0"/>
              </a:spcBef>
              <a:spcAft>
                <a:spcPts val="0"/>
              </a:spcAft>
              <a:buNone/>
            </a:pPr>
            <a:r>
              <a:t/>
            </a:r>
            <a:endParaRPr sz="3200">
              <a:solidFill>
                <a:schemeClr val="dk1"/>
              </a:solidFill>
              <a:latin typeface="Arial"/>
              <a:ea typeface="Arial"/>
              <a:cs typeface="Arial"/>
              <a:sym typeface="Arial"/>
            </a:endParaRPr>
          </a:p>
        </p:txBody>
      </p:sp>
      <p:pic>
        <p:nvPicPr>
          <p:cNvPr id="290" name="Google Shape;290;p29"/>
          <p:cNvPicPr preferRelativeResize="0"/>
          <p:nvPr/>
        </p:nvPicPr>
        <p:blipFill rotWithShape="1">
          <a:blip r:embed="rId3">
            <a:alphaModFix/>
          </a:blip>
          <a:srcRect b="0" l="0" r="0" t="0"/>
          <a:stretch/>
        </p:blipFill>
        <p:spPr>
          <a:xfrm>
            <a:off x="5705310" y="304802"/>
            <a:ext cx="561824" cy="561824"/>
          </a:xfrm>
          <a:prstGeom prst="rect">
            <a:avLst/>
          </a:prstGeom>
          <a:noFill/>
          <a:ln>
            <a:noFill/>
          </a:ln>
        </p:spPr>
      </p:pic>
      <p:sp>
        <p:nvSpPr>
          <p:cNvPr id="291" name="Google Shape;291;p29"/>
          <p:cNvSpPr txBox="1"/>
          <p:nvPr/>
        </p:nvSpPr>
        <p:spPr>
          <a:xfrm>
            <a:off x="1055948" y="1690498"/>
            <a:ext cx="10080101" cy="2998898"/>
          </a:xfrm>
          <a:prstGeom prst="rect">
            <a:avLst/>
          </a:prstGeom>
          <a:noFill/>
          <a:ln>
            <a:noFill/>
          </a:ln>
        </p:spPr>
        <p:txBody>
          <a:bodyPr anchorCtr="0" anchor="t" bIns="0" lIns="0" spcFirstLastPara="1" rIns="0" wrap="square" tIns="43800">
            <a:spAutoFit/>
          </a:bodyPr>
          <a:lstStyle/>
          <a:p>
            <a:pPr indent="-214630" lvl="0" marL="379095" marR="5080" rtl="0" algn="l">
              <a:spcBef>
                <a:spcPts val="0"/>
              </a:spcBef>
              <a:spcAft>
                <a:spcPts val="0"/>
              </a:spcAft>
              <a:buClr>
                <a:schemeClr val="dk1"/>
              </a:buClr>
              <a:buSzPts val="2400"/>
              <a:buFont typeface="Calibri"/>
              <a:buNone/>
            </a:pPr>
            <a:r>
              <a:t/>
            </a:r>
            <a:endParaRPr sz="2400">
              <a:solidFill>
                <a:schemeClr val="dk1"/>
              </a:solidFill>
              <a:latin typeface="Arial"/>
              <a:ea typeface="Arial"/>
              <a:cs typeface="Arial"/>
              <a:sym typeface="Arial"/>
            </a:endParaRPr>
          </a:p>
          <a:p>
            <a:pPr indent="-367030" lvl="0" marL="379095" marR="5080" rtl="0" algn="l">
              <a:spcBef>
                <a:spcPts val="0"/>
              </a:spcBef>
              <a:spcAft>
                <a:spcPts val="0"/>
              </a:spcAft>
              <a:buClr>
                <a:schemeClr val="dk1"/>
              </a:buClr>
              <a:buSzPts val="2400"/>
              <a:buFont typeface="Arial"/>
              <a:buChar char="●"/>
            </a:pPr>
            <a:r>
              <a:rPr lang="es-ES" sz="2400">
                <a:solidFill>
                  <a:schemeClr val="dk1"/>
                </a:solidFill>
                <a:latin typeface="Arial"/>
                <a:ea typeface="Arial"/>
                <a:cs typeface="Arial"/>
                <a:sym typeface="Arial"/>
              </a:rPr>
              <a:t>Elabora la actividad práctica de acuerdo a la guía de laboratorio de sesión</a:t>
            </a:r>
            <a:endParaRPr/>
          </a:p>
          <a:p>
            <a:pPr indent="-214630" lvl="0" marL="379095" marR="5080" rtl="0" algn="l">
              <a:spcBef>
                <a:spcPts val="0"/>
              </a:spcBef>
              <a:spcAft>
                <a:spcPts val="0"/>
              </a:spcAft>
              <a:buClr>
                <a:schemeClr val="dk1"/>
              </a:buClr>
              <a:buSzPts val="2400"/>
              <a:buFont typeface="Calibri"/>
              <a:buNone/>
            </a:pPr>
            <a:r>
              <a:t/>
            </a:r>
            <a:endParaRPr sz="2400">
              <a:solidFill>
                <a:schemeClr val="dk1"/>
              </a:solidFill>
              <a:latin typeface="Arial"/>
              <a:ea typeface="Arial"/>
              <a:cs typeface="Arial"/>
              <a:sym typeface="Arial"/>
            </a:endParaRPr>
          </a:p>
          <a:p>
            <a:pPr indent="-367030" lvl="0" marL="379095" marR="5080" rtl="0" algn="l">
              <a:spcBef>
                <a:spcPts val="0"/>
              </a:spcBef>
              <a:spcAft>
                <a:spcPts val="0"/>
              </a:spcAft>
              <a:buClr>
                <a:schemeClr val="dk1"/>
              </a:buClr>
              <a:buSzPts val="2400"/>
              <a:buFont typeface="Arial"/>
              <a:buChar char="●"/>
            </a:pPr>
            <a:r>
              <a:rPr lang="es-ES" sz="2400">
                <a:solidFill>
                  <a:schemeClr val="dk1"/>
                </a:solidFill>
                <a:latin typeface="Arial"/>
                <a:ea typeface="Arial"/>
                <a:cs typeface="Arial"/>
                <a:sym typeface="Arial"/>
              </a:rPr>
              <a:t>Sube la actividad práctica en la  plataforma virtual de aprendizaje</a:t>
            </a:r>
            <a:endParaRPr sz="2400">
              <a:solidFill>
                <a:schemeClr val="dk1"/>
              </a:solidFill>
              <a:latin typeface="Arial"/>
              <a:ea typeface="Arial"/>
              <a:cs typeface="Arial"/>
              <a:sym typeface="Arial"/>
            </a:endParaRPr>
          </a:p>
          <a:p>
            <a:pPr indent="0" lvl="0" marL="0" marR="0" rtl="0" algn="l">
              <a:spcBef>
                <a:spcPts val="0"/>
              </a:spcBef>
              <a:spcAft>
                <a:spcPts val="0"/>
              </a:spcAft>
              <a:buClr>
                <a:schemeClr val="dk1"/>
              </a:buClr>
              <a:buSzPts val="2400"/>
              <a:buFont typeface="Arial"/>
              <a:buNone/>
            </a:pPr>
            <a:r>
              <a:t/>
            </a:r>
            <a:endParaRPr sz="2400">
              <a:solidFill>
                <a:schemeClr val="dk1"/>
              </a:solidFill>
              <a:latin typeface="Arial"/>
              <a:ea typeface="Arial"/>
              <a:cs typeface="Arial"/>
              <a:sym typeface="Arial"/>
            </a:endParaRPr>
          </a:p>
          <a:p>
            <a:pPr indent="-367030" lvl="0" marL="379095" marR="0" rtl="0" algn="l">
              <a:spcBef>
                <a:spcPts val="0"/>
              </a:spcBef>
              <a:spcAft>
                <a:spcPts val="0"/>
              </a:spcAft>
              <a:buClr>
                <a:schemeClr val="dk1"/>
              </a:buClr>
              <a:buSzPts val="2400"/>
              <a:buFont typeface="Arial"/>
              <a:buChar char="●"/>
            </a:pPr>
            <a:r>
              <a:rPr lang="es-ES" sz="2400">
                <a:solidFill>
                  <a:schemeClr val="dk1"/>
                </a:solidFill>
                <a:latin typeface="Arial"/>
                <a:ea typeface="Arial"/>
                <a:cs typeface="Arial"/>
                <a:sym typeface="Arial"/>
              </a:rPr>
              <a:t>Guarda la actividad con la siguiente etiqueta:</a:t>
            </a:r>
            <a:endParaRPr sz="2400">
              <a:solidFill>
                <a:schemeClr val="dk1"/>
              </a:solidFill>
              <a:latin typeface="Arial"/>
              <a:ea typeface="Arial"/>
              <a:cs typeface="Arial"/>
              <a:sym typeface="Arial"/>
            </a:endParaRPr>
          </a:p>
          <a:p>
            <a:pPr indent="0" lvl="0" marL="379095" marR="0" rtl="0" algn="l">
              <a:spcBef>
                <a:spcPts val="0"/>
              </a:spcBef>
              <a:spcAft>
                <a:spcPts val="0"/>
              </a:spcAft>
              <a:buNone/>
            </a:pPr>
            <a:r>
              <a:rPr b="1" i="1" lang="es-ES" sz="2400">
                <a:solidFill>
                  <a:schemeClr val="dk1"/>
                </a:solidFill>
                <a:latin typeface="Arial"/>
                <a:ea typeface="Arial"/>
                <a:cs typeface="Arial"/>
                <a:sym typeface="Arial"/>
              </a:rPr>
              <a:t>BDII_Actividad13_NombreApellido</a:t>
            </a:r>
            <a:endParaRPr sz="2400">
              <a:solidFill>
                <a:schemeClr val="dk1"/>
              </a:solidFill>
              <a:latin typeface="Arial"/>
              <a:ea typeface="Arial"/>
              <a:cs typeface="Arial"/>
              <a:sym typeface="Arial"/>
            </a:endParaRPr>
          </a:p>
        </p:txBody>
      </p:sp>
      <p:sp>
        <p:nvSpPr>
          <p:cNvPr id="292" name="Google Shape;292;p29"/>
          <p:cNvSpPr txBox="1"/>
          <p:nvPr/>
        </p:nvSpPr>
        <p:spPr>
          <a:xfrm>
            <a:off x="1243933" y="5472302"/>
            <a:ext cx="9704133" cy="369332"/>
          </a:xfrm>
          <a:prstGeom prst="rect">
            <a:avLst/>
          </a:prstGeom>
          <a:solidFill>
            <a:srgbClr val="D9EAD3"/>
          </a:solidFill>
          <a:ln>
            <a:noFill/>
          </a:ln>
        </p:spPr>
        <p:txBody>
          <a:bodyPr anchorCtr="0" anchor="t" bIns="0" lIns="0" spcFirstLastPara="1" rIns="0" wrap="square" tIns="0">
            <a:spAutoFit/>
          </a:bodyPr>
          <a:lstStyle/>
          <a:p>
            <a:pPr indent="0" lvl="0" marL="0" marR="0" rtl="0" algn="ctr">
              <a:spcBef>
                <a:spcPts val="0"/>
              </a:spcBef>
              <a:spcAft>
                <a:spcPts val="0"/>
              </a:spcAft>
              <a:buNone/>
            </a:pPr>
            <a:r>
              <a:rPr i="1" lang="es-ES" sz="2400">
                <a:solidFill>
                  <a:schemeClr val="dk1"/>
                </a:solidFill>
                <a:latin typeface="Arial"/>
                <a:ea typeface="Arial"/>
                <a:cs typeface="Arial"/>
                <a:sym typeface="Arial"/>
              </a:rPr>
              <a:t>Nota: No olvides también revisar tu plataforma UTP+Class</a:t>
            </a:r>
            <a:endParaRPr sz="2400">
              <a:solidFill>
                <a:schemeClr val="dk1"/>
              </a:solidFill>
              <a:latin typeface="Arial"/>
              <a:ea typeface="Arial"/>
              <a:cs typeface="Arial"/>
              <a:sym typeface="Arial"/>
            </a:endParaRPr>
          </a:p>
        </p:txBody>
      </p:sp>
    </p:spTree>
  </p:cSld>
  <p:clrMapOvr>
    <a:masterClrMapping/>
  </p:clrMapOvr>
</p:sld>
</file>

<file path=ppt/slides/slide3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96" name="Shape 296"/>
        <p:cNvGrpSpPr/>
        <p:nvPr/>
      </p:nvGrpSpPr>
      <p:grpSpPr>
        <a:xfrm>
          <a:off x="0" y="0"/>
          <a:ext cx="0" cy="0"/>
          <a:chOff x="0" y="0"/>
          <a:chExt cx="0" cy="0"/>
        </a:xfrm>
      </p:grpSpPr>
      <p:sp>
        <p:nvSpPr>
          <p:cNvPr id="297" name="Google Shape;297;p30"/>
          <p:cNvSpPr/>
          <p:nvPr/>
        </p:nvSpPr>
        <p:spPr>
          <a:xfrm>
            <a:off x="0" y="304801"/>
            <a:ext cx="5659755" cy="561824"/>
          </a:xfrm>
          <a:custGeom>
            <a:rect b="b" l="l" r="r" t="t"/>
            <a:pathLst>
              <a:path extrusionOk="0" h="415290" w="5659755">
                <a:moveTo>
                  <a:pt x="5590548" y="414899"/>
                </a:moveTo>
                <a:lnTo>
                  <a:pt x="6651" y="414899"/>
                </a:lnTo>
                <a:lnTo>
                  <a:pt x="0" y="413557"/>
                </a:lnTo>
                <a:lnTo>
                  <a:pt x="0" y="1342"/>
                </a:lnTo>
                <a:lnTo>
                  <a:pt x="6651" y="0"/>
                </a:lnTo>
                <a:lnTo>
                  <a:pt x="5590548" y="0"/>
                </a:lnTo>
                <a:lnTo>
                  <a:pt x="5604102" y="1340"/>
                </a:lnTo>
                <a:lnTo>
                  <a:pt x="5639445" y="20253"/>
                </a:lnTo>
                <a:lnTo>
                  <a:pt x="5658358" y="55597"/>
                </a:lnTo>
                <a:lnTo>
                  <a:pt x="5659699" y="69151"/>
                </a:lnTo>
                <a:lnTo>
                  <a:pt x="5659699" y="345748"/>
                </a:lnTo>
                <a:lnTo>
                  <a:pt x="5654265" y="372665"/>
                </a:lnTo>
                <a:lnTo>
                  <a:pt x="5639446" y="394646"/>
                </a:lnTo>
                <a:lnTo>
                  <a:pt x="5617465" y="409465"/>
                </a:lnTo>
                <a:lnTo>
                  <a:pt x="5590548" y="414899"/>
                </a:lnTo>
                <a:close/>
              </a:path>
            </a:pathLst>
          </a:custGeom>
          <a:solidFill>
            <a:srgbClr val="D1052D"/>
          </a:solidFill>
          <a:ln>
            <a:noFill/>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298" name="Google Shape;298;p30"/>
          <p:cNvSpPr txBox="1"/>
          <p:nvPr/>
        </p:nvSpPr>
        <p:spPr>
          <a:xfrm>
            <a:off x="381000" y="381000"/>
            <a:ext cx="4724400" cy="382156"/>
          </a:xfrm>
          <a:prstGeom prst="rect">
            <a:avLst/>
          </a:prstGeom>
          <a:noFill/>
          <a:ln>
            <a:noFill/>
          </a:ln>
        </p:spPr>
        <p:txBody>
          <a:bodyPr anchorCtr="0" anchor="t" bIns="0" lIns="0" spcFirstLastPara="1" rIns="0" wrap="square" tIns="12700">
            <a:spAutoFit/>
          </a:bodyPr>
          <a:lstStyle/>
          <a:p>
            <a:pPr indent="0" lvl="0" marL="12700" marR="0" rtl="0" algn="l">
              <a:lnSpc>
                <a:spcPct val="100000"/>
              </a:lnSpc>
              <a:spcBef>
                <a:spcPts val="0"/>
              </a:spcBef>
              <a:spcAft>
                <a:spcPts val="0"/>
              </a:spcAft>
              <a:buNone/>
            </a:pPr>
            <a:r>
              <a:rPr b="1" lang="es-ES" sz="2400">
                <a:solidFill>
                  <a:srgbClr val="FFFFFF"/>
                </a:solidFill>
                <a:latin typeface="Arial"/>
                <a:ea typeface="Arial"/>
                <a:cs typeface="Arial"/>
                <a:sym typeface="Arial"/>
              </a:rPr>
              <a:t>Recursos</a:t>
            </a:r>
            <a:endParaRPr sz="2400">
              <a:solidFill>
                <a:schemeClr val="dk1"/>
              </a:solidFill>
              <a:latin typeface="Arial"/>
              <a:ea typeface="Arial"/>
              <a:cs typeface="Arial"/>
              <a:sym typeface="Arial"/>
            </a:endParaRPr>
          </a:p>
        </p:txBody>
      </p:sp>
      <p:sp>
        <p:nvSpPr>
          <p:cNvPr id="299" name="Google Shape;299;p30"/>
          <p:cNvSpPr txBox="1"/>
          <p:nvPr/>
        </p:nvSpPr>
        <p:spPr>
          <a:xfrm>
            <a:off x="3886200" y="3581400"/>
            <a:ext cx="6476999" cy="295402"/>
          </a:xfrm>
          <a:prstGeom prst="rect">
            <a:avLst/>
          </a:prstGeom>
          <a:solidFill>
            <a:srgbClr val="FFFFFF"/>
          </a:solidFill>
          <a:ln>
            <a:noFill/>
          </a:ln>
        </p:spPr>
        <p:txBody>
          <a:bodyPr anchorCtr="0" anchor="t" bIns="0" lIns="0" spcFirstLastPara="1" rIns="0" wrap="square" tIns="0">
            <a:spAutoFit/>
          </a:bodyPr>
          <a:lstStyle/>
          <a:p>
            <a:pPr indent="0" lvl="0" marL="0" marR="0" rtl="0" algn="l">
              <a:lnSpc>
                <a:spcPct val="65312"/>
              </a:lnSpc>
              <a:spcBef>
                <a:spcPts val="0"/>
              </a:spcBef>
              <a:spcAft>
                <a:spcPts val="0"/>
              </a:spcAft>
              <a:buNone/>
            </a:pPr>
            <a:r>
              <a:t/>
            </a:r>
            <a:endParaRPr sz="3200">
              <a:solidFill>
                <a:schemeClr val="dk1"/>
              </a:solidFill>
              <a:latin typeface="Arial"/>
              <a:ea typeface="Arial"/>
              <a:cs typeface="Arial"/>
              <a:sym typeface="Arial"/>
            </a:endParaRPr>
          </a:p>
        </p:txBody>
      </p:sp>
      <p:pic>
        <p:nvPicPr>
          <p:cNvPr id="300" name="Google Shape;300;p30"/>
          <p:cNvPicPr preferRelativeResize="0"/>
          <p:nvPr/>
        </p:nvPicPr>
        <p:blipFill rotWithShape="1">
          <a:blip r:embed="rId3">
            <a:alphaModFix/>
          </a:blip>
          <a:srcRect b="0" l="0" r="0" t="0"/>
          <a:stretch/>
        </p:blipFill>
        <p:spPr>
          <a:xfrm>
            <a:off x="5705310" y="304802"/>
            <a:ext cx="561824" cy="561824"/>
          </a:xfrm>
          <a:prstGeom prst="rect">
            <a:avLst/>
          </a:prstGeom>
          <a:noFill/>
          <a:ln>
            <a:noFill/>
          </a:ln>
        </p:spPr>
      </p:pic>
      <p:sp>
        <p:nvSpPr>
          <p:cNvPr id="301" name="Google Shape;301;p30"/>
          <p:cNvSpPr txBox="1"/>
          <p:nvPr/>
        </p:nvSpPr>
        <p:spPr>
          <a:xfrm>
            <a:off x="946171" y="1116016"/>
            <a:ext cx="10080101" cy="4106894"/>
          </a:xfrm>
          <a:prstGeom prst="rect">
            <a:avLst/>
          </a:prstGeom>
          <a:noFill/>
          <a:ln>
            <a:noFill/>
          </a:ln>
        </p:spPr>
        <p:txBody>
          <a:bodyPr anchorCtr="0" anchor="t" bIns="0" lIns="0" spcFirstLastPara="1" rIns="0" wrap="square" tIns="43800">
            <a:spAutoFit/>
          </a:bodyPr>
          <a:lstStyle/>
          <a:p>
            <a:pPr indent="0" lvl="0" marL="12065" marR="5080" rtl="0" algn="l">
              <a:spcBef>
                <a:spcPts val="0"/>
              </a:spcBef>
              <a:spcAft>
                <a:spcPts val="0"/>
              </a:spcAft>
              <a:buNone/>
            </a:pPr>
            <a:r>
              <a:rPr lang="es-ES" sz="2400">
                <a:solidFill>
                  <a:schemeClr val="dk1"/>
                </a:solidFill>
                <a:latin typeface="Arial"/>
                <a:ea typeface="Arial"/>
                <a:cs typeface="Arial"/>
                <a:sym typeface="Arial"/>
              </a:rPr>
              <a:t>-  Bases de datos relacionales y columnares | | UPV (sf).      https://youtu.be/e_MCU2qHUI4?feature=shared</a:t>
            </a:r>
            <a:endParaRPr sz="2400">
              <a:solidFill>
                <a:schemeClr val="dk1"/>
              </a:solidFill>
              <a:latin typeface="Arial"/>
              <a:ea typeface="Arial"/>
              <a:cs typeface="Arial"/>
              <a:sym typeface="Arial"/>
            </a:endParaRPr>
          </a:p>
          <a:p>
            <a:pPr indent="-342900" lvl="0" marL="354965" marR="5080" rtl="0" algn="l">
              <a:spcBef>
                <a:spcPts val="0"/>
              </a:spcBef>
              <a:spcAft>
                <a:spcPts val="0"/>
              </a:spcAft>
              <a:buClr>
                <a:srgbClr val="222222"/>
              </a:buClr>
              <a:buSzPts val="2400"/>
              <a:buFont typeface="Arial"/>
              <a:buChar char="-"/>
            </a:pPr>
            <a:r>
              <a:rPr b="0" i="0" lang="es-ES" sz="2400">
                <a:solidFill>
                  <a:srgbClr val="222222"/>
                </a:solidFill>
                <a:latin typeface="Arial"/>
                <a:ea typeface="Arial"/>
                <a:cs typeface="Arial"/>
                <a:sym typeface="Arial"/>
              </a:rPr>
              <a:t>Escudero Romero, D. (2015). Estudio del SGBD Cassandra. https://uvadoc.uva.es/bitstream/handle/10324/15204/TFG-G1674.pdf?sequence=1&amp;isAllowed=y</a:t>
            </a:r>
            <a:endParaRPr sz="2400">
              <a:solidFill>
                <a:schemeClr val="dk1"/>
              </a:solidFill>
              <a:latin typeface="Arial"/>
              <a:ea typeface="Arial"/>
              <a:cs typeface="Arial"/>
              <a:sym typeface="Arial"/>
            </a:endParaRPr>
          </a:p>
          <a:p>
            <a:pPr indent="-342900" lvl="0" marL="354965" marR="5080" rtl="0" algn="l">
              <a:spcBef>
                <a:spcPts val="0"/>
              </a:spcBef>
              <a:spcAft>
                <a:spcPts val="0"/>
              </a:spcAft>
              <a:buClr>
                <a:schemeClr val="dk1"/>
              </a:buClr>
              <a:buSzPts val="2400"/>
              <a:buFont typeface="Arial"/>
              <a:buChar char="-"/>
            </a:pPr>
            <a:r>
              <a:rPr lang="es-ES" sz="2400">
                <a:solidFill>
                  <a:schemeClr val="dk1"/>
                </a:solidFill>
                <a:latin typeface="Arial"/>
                <a:ea typeface="Arial"/>
                <a:cs typeface="Arial"/>
                <a:sym typeface="Arial"/>
              </a:rPr>
              <a:t> Taller Apache Cassandra(2013). </a:t>
            </a:r>
            <a:r>
              <a:rPr lang="es-ES" sz="2400" u="sng">
                <a:solidFill>
                  <a:schemeClr val="dk1"/>
                </a:solidFill>
                <a:latin typeface="Arial"/>
                <a:ea typeface="Arial"/>
                <a:cs typeface="Arial"/>
                <a:sym typeface="Arial"/>
                <a:hlinkClick r:id="rId4">
                  <a:extLst>
                    <a:ext uri="{A12FA001-AC4F-418D-AE19-62706E023703}">
                      <ahyp:hlinkClr val="tx"/>
                    </a:ext>
                  </a:extLst>
                </a:hlinkClick>
              </a:rPr>
              <a:t>https://eventos.citius.usc.es/bigdata/workshops/Cassandra.pdf</a:t>
            </a:r>
            <a:endParaRPr sz="2400">
              <a:solidFill>
                <a:schemeClr val="dk1"/>
              </a:solidFill>
              <a:latin typeface="Arial"/>
              <a:ea typeface="Arial"/>
              <a:cs typeface="Arial"/>
              <a:sym typeface="Arial"/>
            </a:endParaRPr>
          </a:p>
          <a:p>
            <a:pPr indent="-342900" lvl="0" marL="354965" marR="5080" rtl="0" algn="l">
              <a:spcBef>
                <a:spcPts val="0"/>
              </a:spcBef>
              <a:spcAft>
                <a:spcPts val="0"/>
              </a:spcAft>
              <a:buClr>
                <a:srgbClr val="222222"/>
              </a:buClr>
              <a:buSzPts val="2400"/>
              <a:buFont typeface="Arial"/>
              <a:buChar char="-"/>
            </a:pPr>
            <a:r>
              <a:rPr b="0" i="0" lang="es-ES" sz="2400">
                <a:solidFill>
                  <a:srgbClr val="222222"/>
                </a:solidFill>
                <a:latin typeface="Arial"/>
                <a:ea typeface="Arial"/>
                <a:cs typeface="Arial"/>
                <a:sym typeface="Arial"/>
              </a:rPr>
              <a:t>Díaz Moreno, A. (2019). Introducción a las bases de datos NoSQL: comparativa MongoDB vs Cassandra. https://ebuah.uah.es/dspace/bitstream/handle/10017/38612/TFG_Diaz_Moreno_2019.pdf?sequence=1&amp;isAllowed=y</a:t>
            </a:r>
            <a:endParaRPr sz="2400">
              <a:solidFill>
                <a:schemeClr val="dk1"/>
              </a:solidFill>
              <a:latin typeface="Arial"/>
              <a:ea typeface="Arial"/>
              <a:cs typeface="Arial"/>
              <a:sym typeface="Arial"/>
            </a:endParaRPr>
          </a:p>
        </p:txBody>
      </p:sp>
      <p:sp>
        <p:nvSpPr>
          <p:cNvPr id="302" name="Google Shape;302;p30"/>
          <p:cNvSpPr txBox="1"/>
          <p:nvPr/>
        </p:nvSpPr>
        <p:spPr>
          <a:xfrm>
            <a:off x="1243933" y="5472302"/>
            <a:ext cx="9704133" cy="369332"/>
          </a:xfrm>
          <a:prstGeom prst="rect">
            <a:avLst/>
          </a:prstGeom>
          <a:solidFill>
            <a:srgbClr val="D9EAD3"/>
          </a:solidFill>
          <a:ln>
            <a:noFill/>
          </a:ln>
        </p:spPr>
        <p:txBody>
          <a:bodyPr anchorCtr="0" anchor="t" bIns="0" lIns="0" spcFirstLastPara="1" rIns="0" wrap="square" tIns="0">
            <a:spAutoFit/>
          </a:bodyPr>
          <a:lstStyle/>
          <a:p>
            <a:pPr indent="0" lvl="0" marL="0" marR="0" rtl="0" algn="ctr">
              <a:spcBef>
                <a:spcPts val="0"/>
              </a:spcBef>
              <a:spcAft>
                <a:spcPts val="0"/>
              </a:spcAft>
              <a:buNone/>
            </a:pPr>
            <a:r>
              <a:rPr i="1" lang="es-ES" sz="2400">
                <a:solidFill>
                  <a:schemeClr val="dk1"/>
                </a:solidFill>
                <a:latin typeface="Arial"/>
                <a:ea typeface="Arial"/>
                <a:cs typeface="Arial"/>
                <a:sym typeface="Arial"/>
              </a:rPr>
              <a:t>Nota: No olvides también revisar tu plataforma UTP+Class</a:t>
            </a:r>
            <a:endParaRPr sz="2400">
              <a:solidFill>
                <a:schemeClr val="dk1"/>
              </a:solidFill>
              <a:latin typeface="Arial"/>
              <a:ea typeface="Arial"/>
              <a:cs typeface="Arial"/>
              <a:sym typeface="Arial"/>
            </a:endParaRPr>
          </a:p>
        </p:txBody>
      </p:sp>
    </p:spTree>
  </p:cSld>
  <p:clrMapOvr>
    <a:masterClrMapping/>
  </p:clrMapOvr>
</p:sld>
</file>

<file path=ppt/slides/slide3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06" name="Shape 306"/>
        <p:cNvGrpSpPr/>
        <p:nvPr/>
      </p:nvGrpSpPr>
      <p:grpSpPr>
        <a:xfrm>
          <a:off x="0" y="0"/>
          <a:ext cx="0" cy="0"/>
          <a:chOff x="0" y="0"/>
          <a:chExt cx="0" cy="0"/>
        </a:xfrm>
      </p:grpSpPr>
      <p:sp>
        <p:nvSpPr>
          <p:cNvPr id="307" name="Google Shape;307;p31"/>
          <p:cNvSpPr/>
          <p:nvPr/>
        </p:nvSpPr>
        <p:spPr>
          <a:xfrm>
            <a:off x="0" y="304801"/>
            <a:ext cx="5659755" cy="561824"/>
          </a:xfrm>
          <a:custGeom>
            <a:rect b="b" l="l" r="r" t="t"/>
            <a:pathLst>
              <a:path extrusionOk="0" h="415290" w="5659755">
                <a:moveTo>
                  <a:pt x="5590548" y="414899"/>
                </a:moveTo>
                <a:lnTo>
                  <a:pt x="6651" y="414899"/>
                </a:lnTo>
                <a:lnTo>
                  <a:pt x="0" y="413557"/>
                </a:lnTo>
                <a:lnTo>
                  <a:pt x="0" y="1342"/>
                </a:lnTo>
                <a:lnTo>
                  <a:pt x="6651" y="0"/>
                </a:lnTo>
                <a:lnTo>
                  <a:pt x="5590548" y="0"/>
                </a:lnTo>
                <a:lnTo>
                  <a:pt x="5604102" y="1340"/>
                </a:lnTo>
                <a:lnTo>
                  <a:pt x="5639445" y="20253"/>
                </a:lnTo>
                <a:lnTo>
                  <a:pt x="5658358" y="55597"/>
                </a:lnTo>
                <a:lnTo>
                  <a:pt x="5659699" y="69151"/>
                </a:lnTo>
                <a:lnTo>
                  <a:pt x="5659699" y="345748"/>
                </a:lnTo>
                <a:lnTo>
                  <a:pt x="5654265" y="372665"/>
                </a:lnTo>
                <a:lnTo>
                  <a:pt x="5639446" y="394646"/>
                </a:lnTo>
                <a:lnTo>
                  <a:pt x="5617465" y="409465"/>
                </a:lnTo>
                <a:lnTo>
                  <a:pt x="5590548" y="414899"/>
                </a:lnTo>
                <a:close/>
              </a:path>
            </a:pathLst>
          </a:custGeom>
          <a:solidFill>
            <a:srgbClr val="D1052D"/>
          </a:solidFill>
          <a:ln>
            <a:noFill/>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308" name="Google Shape;308;p31"/>
          <p:cNvSpPr txBox="1"/>
          <p:nvPr/>
        </p:nvSpPr>
        <p:spPr>
          <a:xfrm>
            <a:off x="381000" y="381000"/>
            <a:ext cx="4724400" cy="382156"/>
          </a:xfrm>
          <a:prstGeom prst="rect">
            <a:avLst/>
          </a:prstGeom>
          <a:noFill/>
          <a:ln>
            <a:noFill/>
          </a:ln>
        </p:spPr>
        <p:txBody>
          <a:bodyPr anchorCtr="0" anchor="t" bIns="0" lIns="0" spcFirstLastPara="1" rIns="0" wrap="square" tIns="12700">
            <a:spAutoFit/>
          </a:bodyPr>
          <a:lstStyle/>
          <a:p>
            <a:pPr indent="0" lvl="0" marL="12700" marR="0" rtl="0" algn="l">
              <a:lnSpc>
                <a:spcPct val="100000"/>
              </a:lnSpc>
              <a:spcBef>
                <a:spcPts val="0"/>
              </a:spcBef>
              <a:spcAft>
                <a:spcPts val="0"/>
              </a:spcAft>
              <a:buNone/>
            </a:pPr>
            <a:r>
              <a:rPr b="1" lang="es-ES" sz="2400">
                <a:solidFill>
                  <a:srgbClr val="FFFFFF"/>
                </a:solidFill>
                <a:latin typeface="Arial"/>
                <a:ea typeface="Arial"/>
                <a:cs typeface="Arial"/>
                <a:sym typeface="Arial"/>
              </a:rPr>
              <a:t>Tarea</a:t>
            </a:r>
            <a:endParaRPr sz="2400">
              <a:solidFill>
                <a:schemeClr val="dk1"/>
              </a:solidFill>
              <a:latin typeface="Arial"/>
              <a:ea typeface="Arial"/>
              <a:cs typeface="Arial"/>
              <a:sym typeface="Arial"/>
            </a:endParaRPr>
          </a:p>
        </p:txBody>
      </p:sp>
      <p:pic>
        <p:nvPicPr>
          <p:cNvPr id="309" name="Google Shape;309;p31"/>
          <p:cNvPicPr preferRelativeResize="0"/>
          <p:nvPr/>
        </p:nvPicPr>
        <p:blipFill rotWithShape="1">
          <a:blip r:embed="rId3">
            <a:alphaModFix/>
          </a:blip>
          <a:srcRect b="0" l="0" r="0" t="0"/>
          <a:stretch/>
        </p:blipFill>
        <p:spPr>
          <a:xfrm>
            <a:off x="5705310" y="304802"/>
            <a:ext cx="561824" cy="561824"/>
          </a:xfrm>
          <a:prstGeom prst="rect">
            <a:avLst/>
          </a:prstGeom>
          <a:noFill/>
          <a:ln>
            <a:noFill/>
          </a:ln>
        </p:spPr>
      </p:pic>
      <p:sp>
        <p:nvSpPr>
          <p:cNvPr id="310" name="Google Shape;310;p31"/>
          <p:cNvSpPr txBox="1"/>
          <p:nvPr/>
        </p:nvSpPr>
        <p:spPr>
          <a:xfrm>
            <a:off x="914400" y="2828835"/>
            <a:ext cx="6096000" cy="1200329"/>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b="1" lang="es-ES" sz="3600">
                <a:solidFill>
                  <a:schemeClr val="dk1"/>
                </a:solidFill>
                <a:latin typeface="Arial"/>
                <a:ea typeface="Arial"/>
                <a:cs typeface="Arial"/>
                <a:sym typeface="Arial"/>
              </a:rPr>
              <a:t>MUCHAS GRACIAS QUE DIOS LOS BENDIGA!!!</a:t>
            </a:r>
            <a:endParaRPr b="1" sz="3600">
              <a:solidFill>
                <a:schemeClr val="dk1"/>
              </a:solidFill>
              <a:latin typeface="Arial"/>
              <a:ea typeface="Arial"/>
              <a:cs typeface="Arial"/>
              <a:sym typeface="Arial"/>
            </a:endParaRPr>
          </a:p>
        </p:txBody>
      </p:sp>
      <p:pic>
        <p:nvPicPr>
          <p:cNvPr id="311" name="Google Shape;311;p31"/>
          <p:cNvPicPr preferRelativeResize="0"/>
          <p:nvPr/>
        </p:nvPicPr>
        <p:blipFill rotWithShape="1">
          <a:blip r:embed="rId4">
            <a:alphaModFix/>
          </a:blip>
          <a:srcRect b="0" l="0" r="0" t="0"/>
          <a:stretch/>
        </p:blipFill>
        <p:spPr>
          <a:xfrm>
            <a:off x="7467600" y="1216152"/>
            <a:ext cx="3056381" cy="4425696"/>
          </a:xfrm>
          <a:prstGeom prst="rect">
            <a:avLst/>
          </a:prstGeom>
          <a:noFill/>
          <a:ln>
            <a:noFill/>
          </a:ln>
        </p:spPr>
      </p:pic>
    </p:spTree>
  </p:cSld>
  <p:clrMapOvr>
    <a:masterClrMapping/>
  </p:clrMapOvr>
</p:sld>
</file>

<file path=ppt/slides/slide3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15" name="Shape 315"/>
        <p:cNvGrpSpPr/>
        <p:nvPr/>
      </p:nvGrpSpPr>
      <p:grpSpPr>
        <a:xfrm>
          <a:off x="0" y="0"/>
          <a:ext cx="0" cy="0"/>
          <a:chOff x="0" y="0"/>
          <a:chExt cx="0" cy="0"/>
        </a:xfrm>
      </p:grpSpPr>
      <p:grpSp>
        <p:nvGrpSpPr>
          <p:cNvPr id="316" name="Google Shape;316;p32"/>
          <p:cNvGrpSpPr/>
          <p:nvPr/>
        </p:nvGrpSpPr>
        <p:grpSpPr>
          <a:xfrm>
            <a:off x="2057400" y="152400"/>
            <a:ext cx="9906000" cy="4152900"/>
            <a:chOff x="2057400" y="152400"/>
            <a:chExt cx="9906000" cy="4152900"/>
          </a:xfrm>
        </p:grpSpPr>
        <p:pic>
          <p:nvPicPr>
            <p:cNvPr id="317" name="Google Shape;317;p32"/>
            <p:cNvPicPr preferRelativeResize="0"/>
            <p:nvPr/>
          </p:nvPicPr>
          <p:blipFill rotWithShape="1">
            <a:blip r:embed="rId3">
              <a:alphaModFix/>
            </a:blip>
            <a:srcRect b="0" l="0" r="0" t="0"/>
            <a:stretch/>
          </p:blipFill>
          <p:spPr>
            <a:xfrm>
              <a:off x="2057400" y="2552700"/>
              <a:ext cx="7856700" cy="1752600"/>
            </a:xfrm>
            <a:prstGeom prst="rect">
              <a:avLst/>
            </a:prstGeom>
            <a:noFill/>
            <a:ln>
              <a:noFill/>
            </a:ln>
          </p:spPr>
        </p:pic>
        <p:sp>
          <p:nvSpPr>
            <p:cNvPr id="318" name="Google Shape;318;p32"/>
            <p:cNvSpPr/>
            <p:nvPr/>
          </p:nvSpPr>
          <p:spPr>
            <a:xfrm>
              <a:off x="9144000" y="152400"/>
              <a:ext cx="2819400" cy="762722"/>
            </a:xfrm>
            <a:prstGeom prst="rect">
              <a:avLst/>
            </a:prstGeom>
            <a:solidFill>
              <a:schemeClr val="lt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grpSp>
    </p:spTree>
  </p:cSld>
  <p:clrMapOvr>
    <a:masterClrMapping/>
  </p:clrMapOvr>
</p:sld>
</file>

<file path=ppt/theme/theme1.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Tema de Offic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2024-06-11T03:36:57Z</dcterms:created>
  <dc:creator>Julia</dc:creator>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reated">
    <vt:filetime>2020-06-18T00:00:00Z</vt:filetime>
  </property>
  <property fmtid="{D5CDD505-2E9C-101B-9397-08002B2CF9AE}" pid="3" name="Creator">
    <vt:lpwstr>Microsoft® PowerPoint® para Office 365</vt:lpwstr>
  </property>
  <property fmtid="{D5CDD505-2E9C-101B-9397-08002B2CF9AE}" pid="4" name="LastSaved">
    <vt:filetime>2024-06-11T00:00:00Z</vt:filetime>
  </property>
</Properties>
</file>