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Economica"/>
      <p:regular r:id="rId33"/>
      <p:bold r:id="rId34"/>
      <p:italic r:id="rId35"/>
      <p:boldItalic r:id="rId36"/>
    </p:embeddedFont>
    <p:embeddedFont>
      <p:font typeface="Playfair Display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h2sQfNc5C9FA0FD4UjYTLAXoX+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boldItalic.fntdata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44" Type="http://schemas.openxmlformats.org/officeDocument/2006/relationships/font" Target="fonts/RobotoMono-boldItalic.fntdata"/><Relationship Id="rId43" Type="http://schemas.openxmlformats.org/officeDocument/2006/relationships/font" Target="fonts/RobotoMono-italic.fntdata"/><Relationship Id="rId46" Type="http://schemas.openxmlformats.org/officeDocument/2006/relationships/font" Target="fonts/OpenSans-bold.fntdata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Economica-regular.fntdata"/><Relationship Id="rId32" Type="http://schemas.openxmlformats.org/officeDocument/2006/relationships/slide" Target="slides/slide27.xml"/><Relationship Id="rId35" Type="http://schemas.openxmlformats.org/officeDocument/2006/relationships/font" Target="fonts/Economica-italic.fntdata"/><Relationship Id="rId34" Type="http://schemas.openxmlformats.org/officeDocument/2006/relationships/font" Target="fonts/Economica-bold.fntdata"/><Relationship Id="rId37" Type="http://schemas.openxmlformats.org/officeDocument/2006/relationships/font" Target="fonts/PlayfairDisplay-regular.fntdata"/><Relationship Id="rId36" Type="http://schemas.openxmlformats.org/officeDocument/2006/relationships/font" Target="fonts/Economica-boldItalic.fntdata"/><Relationship Id="rId39" Type="http://schemas.openxmlformats.org/officeDocument/2006/relationships/font" Target="fonts/PlayfairDisplay-italic.fntdata"/><Relationship Id="rId38" Type="http://schemas.openxmlformats.org/officeDocument/2006/relationships/font" Target="fonts/PlayfairDisplay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e8ee97312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e8ee97312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e8ee973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8e8ee973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e8ee973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8e8ee973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e8ee97312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8e8ee97312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0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0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" name="Google Shape;34;p3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" name="Google Shape;3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8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" name="Google Shape;50;p38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1" name="Google Shape;51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e8ee97312_1_122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63" name="Google Shape;63;g38e8ee97312_1_122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64" name="Google Shape;64;g38e8ee97312_1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e8ee97312_1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g38e8ee9731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8e8ee97312_1_0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Estilos CSS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g38e8ee97312_1_0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Animaciones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g38e8ee97312_1_0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Transiciones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Principios de Flexbox y Grid Layout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08 - Sesión 08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33797" t="0"/>
          <a:stretch/>
        </p:blipFill>
        <p:spPr>
          <a:xfrm>
            <a:off x="582550" y="1425375"/>
            <a:ext cx="2015899" cy="15358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9050" y="1502951"/>
            <a:ext cx="2385176" cy="2119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5">
            <a:alphaModFix/>
          </a:blip>
          <a:srcRect b="15816" l="10787" r="10067" t="12225"/>
          <a:stretch/>
        </p:blipFill>
        <p:spPr>
          <a:xfrm>
            <a:off x="2976750" y="3005650"/>
            <a:ext cx="3271000" cy="15064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94" name="Google Shape;94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25" y="1513525"/>
            <a:ext cx="2492000" cy="2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Comprende los principios de </a:t>
            </a:r>
            <a:r>
              <a:rPr b="1" lang="es-419"/>
              <a:t>Flexbox</a:t>
            </a:r>
            <a:r>
              <a:rPr lang="es-419"/>
              <a:t> y </a:t>
            </a:r>
            <a:r>
              <a:rPr b="1" lang="es-419"/>
              <a:t>Grid Layout</a:t>
            </a:r>
            <a:r>
              <a:rPr lang="es-419"/>
              <a:t> en CSS, y es capaz de construir una página web con estructura </a:t>
            </a:r>
            <a:r>
              <a:rPr b="1" lang="es-419"/>
              <a:t>moderna</a:t>
            </a:r>
            <a:r>
              <a:rPr lang="es-419"/>
              <a:t> y adaptable empleando estas técnicas.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464100" y="2609150"/>
            <a:ext cx="45018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Son ampliamente utilizados en el desarrollo profesional de sitios web, aplicaciones web y sistemas de administración.</a:t>
            </a:r>
            <a:endParaRPr sz="1400"/>
          </a:p>
        </p:txBody>
      </p:sp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64100" y="1387492"/>
            <a:ext cx="519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400"/>
              <a:t>¿Para qué sirve esto en la vida real?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Flexbox y Grid permiten distribuir y alinear elementos en una página web de forma limpia y eficiente.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Se usan en la creación de diseños modernos, responsivos y escalables.</a:t>
            </a:r>
            <a:endParaRPr sz="1400"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0112" y="2343153"/>
            <a:ext cx="4113888" cy="24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Flexbox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Grid Layout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Flexbox?</a:t>
            </a:r>
            <a:endParaRPr/>
          </a:p>
        </p:txBody>
      </p:sp>
      <p:sp>
        <p:nvSpPr>
          <p:cNvPr id="115" name="Google Shape;115;p9"/>
          <p:cNvSpPr txBox="1"/>
          <p:nvPr>
            <p:ph idx="4294967295" type="body"/>
          </p:nvPr>
        </p:nvSpPr>
        <p:spPr>
          <a:xfrm>
            <a:off x="311700" y="1439425"/>
            <a:ext cx="65472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400"/>
              <a:t>Flexbox (Flexible Box Layout) es un </a:t>
            </a:r>
            <a:r>
              <a:rPr b="1" lang="es-419" sz="1400"/>
              <a:t>modelo</a:t>
            </a:r>
            <a:r>
              <a:rPr lang="es-419" sz="1400"/>
              <a:t> de diseño en CSS que permite organizar y alinear elementos dentro de un contenedor de forma </a:t>
            </a:r>
            <a:r>
              <a:rPr b="1" lang="es-419" sz="1400"/>
              <a:t>flexible</a:t>
            </a:r>
            <a:r>
              <a:rPr lang="es-419" sz="1400"/>
              <a:t> y </a:t>
            </a:r>
            <a:r>
              <a:rPr b="1" lang="es-419" sz="1400"/>
              <a:t>eficiente</a:t>
            </a:r>
            <a:r>
              <a:rPr lang="es-419" sz="1400"/>
              <a:t>, tanto en dirección horizontal como vertical.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-419" sz="1400"/>
              <a:t>Con Flexbox puedes: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Centrar elementos fácilmente.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Distribuir espacio entre ellos.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Hacer que los elementos se ajusten automáticamente al tamaño del contenedor.</a:t>
            </a:r>
            <a:endParaRPr sz="1400"/>
          </a:p>
        </p:txBody>
      </p:sp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16869" l="38714" r="36709" t="11681"/>
          <a:stretch/>
        </p:blipFill>
        <p:spPr>
          <a:xfrm>
            <a:off x="7059975" y="1614838"/>
            <a:ext cx="1509302" cy="24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Estructura</a:t>
            </a:r>
            <a:endParaRPr/>
          </a:p>
        </p:txBody>
      </p:sp>
      <p:sp>
        <p:nvSpPr>
          <p:cNvPr id="122" name="Google Shape;122;p10"/>
          <p:cNvSpPr txBox="1"/>
          <p:nvPr>
            <p:ph idx="4294967295" type="body"/>
          </p:nvPr>
        </p:nvSpPr>
        <p:spPr>
          <a:xfrm>
            <a:off x="331600" y="1170538"/>
            <a:ext cx="82893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La estructura de Flexbox se compone de contenedores padre e hijos (Contenedor-Flex y Elementos-Flex respectivamente)</a:t>
            </a:r>
            <a:endParaRPr sz="1400"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0700" y="1922000"/>
            <a:ext cx="4655949" cy="259622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10"/>
          <p:cNvSpPr txBox="1"/>
          <p:nvPr>
            <p:ph idx="4294967295" type="body"/>
          </p:nvPr>
        </p:nvSpPr>
        <p:spPr>
          <a:xfrm>
            <a:off x="331600" y="1900750"/>
            <a:ext cx="36660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178899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</a:t>
            </a:r>
            <a:r>
              <a:rPr b="1" i="1" lang="es-419" sz="1400"/>
              <a:t>Contenedor</a:t>
            </a:r>
            <a:r>
              <a:rPr i="1" lang="es-419" sz="1400"/>
              <a:t>-Flex</a:t>
            </a:r>
            <a:r>
              <a:rPr lang="es-419" sz="1400"/>
              <a:t> es nuestro contenedor padre, y es él quién va a contener a todos los elementos hijos a los cuáles queremos posicionar.</a:t>
            </a:r>
            <a:endParaRPr sz="1400"/>
          </a:p>
          <a:p>
            <a:pPr indent="-178899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</a:t>
            </a:r>
            <a:r>
              <a:rPr b="1" i="1" lang="es-419" sz="1400"/>
              <a:t>Elemento</a:t>
            </a:r>
            <a:r>
              <a:rPr i="1" lang="es-419" sz="1400"/>
              <a:t>-Flex</a:t>
            </a:r>
            <a:r>
              <a:rPr lang="es-419" sz="1400"/>
              <a:t> es nuestro elemento hijo, el cual utilizará todo el espacio disponible para ubicarse de acuerdo a las propiedades a las cuales este sometido junto a los demás Elementos-Flex contenidos.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Propiedades</a:t>
            </a:r>
            <a:endParaRPr/>
          </a:p>
        </p:txBody>
      </p:sp>
      <p:sp>
        <p:nvSpPr>
          <p:cNvPr id="130" name="Google Shape;130;p11"/>
          <p:cNvSpPr txBox="1"/>
          <p:nvPr>
            <p:ph idx="4294967295" type="body"/>
          </p:nvPr>
        </p:nvSpPr>
        <p:spPr>
          <a:xfrm>
            <a:off x="311700" y="1147225"/>
            <a:ext cx="48828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Si queremos utilizar las propiedades de Flexbox tendremos que definirlo mediante la propiedad display y su valor flex dentro del selector que nosotros definamos que es nuestro elemento padre o Contenedor-Flex.</a:t>
            </a:r>
            <a:endParaRPr sz="1400"/>
          </a:p>
        </p:txBody>
      </p:sp>
      <p:sp>
        <p:nvSpPr>
          <p:cNvPr id="131" name="Google Shape;131;p11"/>
          <p:cNvSpPr/>
          <p:nvPr/>
        </p:nvSpPr>
        <p:spPr>
          <a:xfrm>
            <a:off x="311700" y="3042950"/>
            <a:ext cx="4882800" cy="107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5295000" y="248950"/>
            <a:ext cx="3544200" cy="122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"contenedor"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"item"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&gt;Caja 1&lt;/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"item"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&gt;Caja 2&lt;/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"item"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&gt;Caja 3&lt;/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"item"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&gt;Caja 4&lt;/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1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"item"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&gt;Caja 5&lt;/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5295000" y="1586475"/>
            <a:ext cx="3544200" cy="344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1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skyblue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.item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1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beige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rgb(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70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69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69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margin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bold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large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line-height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0" y="171550"/>
            <a:ext cx="77818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343925" y="3066625"/>
            <a:ext cx="2775900" cy="1714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Flex-direction</a:t>
            </a:r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311700" y="1399400"/>
            <a:ext cx="28080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s-419"/>
              <a:t>Es la encargada de definir el eje principal y secundario de nuestros elementos hijos. Estos ejes como ya se mencionó pueden ser verticales, formando columnas y horizontales formando filas.</a:t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7425" y="822825"/>
            <a:ext cx="5719375" cy="349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/>
          <p:nvPr/>
        </p:nvSpPr>
        <p:spPr>
          <a:xfrm>
            <a:off x="3649175" y="4218400"/>
            <a:ext cx="50319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 | row-reverse | column | column-reverse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3955924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7975" y="2426400"/>
            <a:ext cx="4092325" cy="250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0050" y="367025"/>
            <a:ext cx="3718243" cy="227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/>
          <p:nvPr/>
        </p:nvSpPr>
        <p:spPr>
          <a:xfrm>
            <a:off x="152400" y="2345175"/>
            <a:ext cx="21402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6104900" y="4517400"/>
            <a:ext cx="28098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column-reverse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6490300" y="2426400"/>
            <a:ext cx="26100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row-reverse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Flex-wrap</a:t>
            </a:r>
            <a:endParaRPr/>
          </a:p>
        </p:txBody>
      </p:sp>
      <p:sp>
        <p:nvSpPr>
          <p:cNvPr id="163" name="Google Shape;163;p15"/>
          <p:cNvSpPr txBox="1"/>
          <p:nvPr>
            <p:ph idx="1" type="body"/>
          </p:nvPr>
        </p:nvSpPr>
        <p:spPr>
          <a:xfrm>
            <a:off x="311700" y="1399400"/>
            <a:ext cx="28080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s-419"/>
              <a:t>Por defecto flex, trata de disponer de los elementos en una misma línea, y puedes ordenar los elementos en más de una fila o columna.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343925" y="3066625"/>
            <a:ext cx="2775900" cy="1714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3649175" y="4218400"/>
            <a:ext cx="50319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nowrap | wrap | wrap-reverse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513" y="152400"/>
            <a:ext cx="4459215" cy="391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600" y="705293"/>
            <a:ext cx="4253400" cy="3732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2" y="705263"/>
            <a:ext cx="4253400" cy="373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1375200" y="4146800"/>
            <a:ext cx="21402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nowrap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573850" y="4146800"/>
            <a:ext cx="22497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wrap-reverse</a:t>
            </a:r>
            <a:endParaRPr b="0" i="0" sz="1129" u="none" cap="none" strike="noStrike">
              <a:solidFill>
                <a:srgbClr val="572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Justify-content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311700" y="1399400"/>
            <a:ext cx="2808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s-419"/>
              <a:t>Cuando nombramos el eje principal de un elemento padre, es decir el eje horizontal, se destaca esta propiedad para dar direccionamiento a los elementos hijos.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343925" y="3066625"/>
            <a:ext cx="2775900" cy="1714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flex-start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649175" y="4218400"/>
            <a:ext cx="50319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flex-start | flex-end | center | space-between | space-around | space-evenly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0025" y="674001"/>
            <a:ext cx="5110207" cy="33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074524" cy="2696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475" y="152400"/>
            <a:ext cx="4074524" cy="26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5425" y="2643426"/>
            <a:ext cx="3922529" cy="25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100700" y="2643425"/>
            <a:ext cx="25794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flex-start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500825" y="2692450"/>
            <a:ext cx="24336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flex-end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312500" y="4447125"/>
            <a:ext cx="25794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788" y="159800"/>
            <a:ext cx="3567177" cy="236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8726" y="2782422"/>
            <a:ext cx="3567177" cy="236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7037" y="159800"/>
            <a:ext cx="3567177" cy="2361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800288" y="2279260"/>
            <a:ext cx="28662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space-between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246625" y="4517400"/>
            <a:ext cx="28974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space-evenly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27850" y="2289019"/>
            <a:ext cx="27561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space-around</a:t>
            </a:r>
            <a:endParaRPr b="0" i="0" sz="1129" u="none" cap="none" strike="noStrike">
              <a:solidFill>
                <a:srgbClr val="20109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Align-items</a:t>
            </a:r>
            <a:endParaRPr/>
          </a:p>
        </p:txBody>
      </p: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311700" y="1399400"/>
            <a:ext cx="34008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es-419"/>
              <a:t>Al igual que justify-content esta propiedad te permite distribuir los elementos en un eje, pero esta vez en el eje vertical.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343925" y="2659900"/>
            <a:ext cx="3400800" cy="231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.contenedor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rgb(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70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69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69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200px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wrap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flex-start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877775" y="4347100"/>
            <a:ext cx="50319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129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flex-start | flex-end | center |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baseline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5638" y="189400"/>
            <a:ext cx="4736174" cy="404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425" y="871325"/>
            <a:ext cx="3984600" cy="34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625" y="871325"/>
            <a:ext cx="3984600" cy="34008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896613" y="4036585"/>
            <a:ext cx="28662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129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flex-end</a:t>
            </a:r>
            <a:endParaRPr b="0" i="0" sz="1129" u="none" cap="none" strike="noStrike">
              <a:solidFill>
                <a:srgbClr val="572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354813" y="4036585"/>
            <a:ext cx="2866200" cy="62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129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i="0" lang="es-419" sz="11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1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endParaRPr b="0" i="0" sz="1129" u="none" cap="none" strike="noStrike">
              <a:solidFill>
                <a:srgbClr val="572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Grid Layout?</a:t>
            </a:r>
            <a:endParaRPr/>
          </a:p>
        </p:txBody>
      </p:sp>
      <p:sp>
        <p:nvSpPr>
          <p:cNvPr id="226" name="Google Shape;226;p22"/>
          <p:cNvSpPr txBox="1"/>
          <p:nvPr>
            <p:ph idx="4294967295" type="body"/>
          </p:nvPr>
        </p:nvSpPr>
        <p:spPr>
          <a:xfrm>
            <a:off x="331600" y="1246775"/>
            <a:ext cx="82893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CSS Grid es un sistema de diseño bidimensional para la web.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Permite organizar el contenido en filas y columnas.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Ideal para crear layouts complejos de forma sencilla y controlada.</a:t>
            </a:r>
            <a:endParaRPr sz="1400"/>
          </a:p>
        </p:txBody>
      </p:sp>
      <p:sp>
        <p:nvSpPr>
          <p:cNvPr id="227" name="Google Shape;227;p22"/>
          <p:cNvSpPr/>
          <p:nvPr/>
        </p:nvSpPr>
        <p:spPr>
          <a:xfrm>
            <a:off x="2494000" y="2923300"/>
            <a:ext cx="3964500" cy="104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grid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Activar Grid y crear columnas/filas</a:t>
            </a:r>
            <a:endParaRPr/>
          </a:p>
        </p:txBody>
      </p:sp>
      <p:sp>
        <p:nvSpPr>
          <p:cNvPr id="233" name="Google Shape;233;p23"/>
          <p:cNvSpPr txBox="1"/>
          <p:nvPr>
            <p:ph idx="4294967295" type="body"/>
          </p:nvPr>
        </p:nvSpPr>
        <p:spPr>
          <a:xfrm>
            <a:off x="331600" y="1246775"/>
            <a:ext cx="82893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Se activa con display: grid en el contenedor padre.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Se definen filas y columnas con:</a:t>
            </a:r>
            <a:endParaRPr sz="1400"/>
          </a:p>
        </p:txBody>
      </p:sp>
      <p:sp>
        <p:nvSpPr>
          <p:cNvPr id="234" name="Google Shape;234;p23"/>
          <p:cNvSpPr/>
          <p:nvPr/>
        </p:nvSpPr>
        <p:spPr>
          <a:xfrm>
            <a:off x="464825" y="2363075"/>
            <a:ext cx="3964500" cy="104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.grid-container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grid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1" lang="es-419" sz="1229" u="none" cap="none" strike="noStrike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/* tres columnas iguales */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9073" y="2218050"/>
            <a:ext cx="3923224" cy="25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464825" y="3564175"/>
            <a:ext cx="3964500" cy="1221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"grid-container"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"caja"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"caja"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&gt;B&lt;/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"caja"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e8ee97312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  <p:sp>
        <p:nvSpPr>
          <p:cNvPr id="248" name="Google Shape;248;g38e8ee97312_0_0"/>
          <p:cNvSpPr txBox="1"/>
          <p:nvPr/>
        </p:nvSpPr>
        <p:spPr>
          <a:xfrm>
            <a:off x="225450" y="1944100"/>
            <a:ext cx="608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Integrar Flexbox y Grid Layout en su proyecto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657750" y="1478625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1364700" y="1921950"/>
            <a:ext cx="229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Flexbox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3993625" y="2531825"/>
            <a:ext cx="4125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¿Para qué sirve Flexbox y Grid Layout?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e8ee97312_1_181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267" name="Google Shape;267;g38e8ee97312_1_181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268" name="Google Shape;268;g38e8ee97312_1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